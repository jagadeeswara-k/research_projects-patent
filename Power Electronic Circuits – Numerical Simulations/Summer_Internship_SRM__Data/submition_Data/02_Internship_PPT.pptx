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heme/themeOverride1.xml" ContentType="application/vnd.openxmlformats-officedocument.themeOverr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sldIdLst>
    <p:sldId id="257" r:id="rId5"/>
    <p:sldId id="398" r:id="rId6"/>
    <p:sldId id="258" r:id="rId7"/>
    <p:sldId id="399" r:id="rId8"/>
    <p:sldId id="346" r:id="rId9"/>
    <p:sldId id="330" r:id="rId10"/>
    <p:sldId id="374" r:id="rId11"/>
    <p:sldId id="380" r:id="rId12"/>
    <p:sldId id="400" r:id="rId13"/>
    <p:sldId id="401" r:id="rId14"/>
    <p:sldId id="402" r:id="rId15"/>
    <p:sldId id="403" r:id="rId16"/>
    <p:sldId id="404" r:id="rId17"/>
    <p:sldId id="382" r:id="rId18"/>
    <p:sldId id="365" r:id="rId19"/>
    <p:sldId id="375" r:id="rId20"/>
    <p:sldId id="366" r:id="rId21"/>
    <p:sldId id="28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008E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6AF7CB-7ACF-42E1-9769-CB1172CEA200}" v="518" dt="2024-07-23T07:58:50.5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64" autoAdjust="0"/>
    <p:restoredTop sz="91984" autoAdjust="0"/>
  </p:normalViewPr>
  <p:slideViewPr>
    <p:cSldViewPr snapToGrid="0">
      <p:cViewPr varScale="1">
        <p:scale>
          <a:sx n="82" d="100"/>
          <a:sy n="82" d="100"/>
        </p:scale>
        <p:origin x="859" y="72"/>
      </p:cViewPr>
      <p:guideLst/>
    </p:cSldViewPr>
  </p:slideViewPr>
  <p:outlineViewPr>
    <p:cViewPr>
      <p:scale>
        <a:sx n="33" d="100"/>
        <a:sy n="33" d="100"/>
      </p:scale>
      <p:origin x="0" y="-1165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80"/>
    </p:cViewPr>
  </p:sorterViewPr>
  <p:notesViewPr>
    <p:cSldViewPr snapToGrid="0">
      <p:cViewPr varScale="1">
        <p:scale>
          <a:sx n="72" d="100"/>
          <a:sy n="72" d="100"/>
        </p:scale>
        <p:origin x="301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10" Type="http://schemas.openxmlformats.org/officeDocument/2006/relationships/image" Target="../media/image60.svg"/><Relationship Id="rId4" Type="http://schemas.openxmlformats.org/officeDocument/2006/relationships/image" Target="../media/image54.svg"/><Relationship Id="rId9" Type="http://schemas.openxmlformats.org/officeDocument/2006/relationships/image" Target="../media/image59.pn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svg"/><Relationship Id="rId13" Type="http://schemas.openxmlformats.org/officeDocument/2006/relationships/image" Target="../media/image70.png"/><Relationship Id="rId3" Type="http://schemas.openxmlformats.org/officeDocument/2006/relationships/image" Target="../media/image64.png"/><Relationship Id="rId7" Type="http://schemas.openxmlformats.org/officeDocument/2006/relationships/image" Target="../media/image66.png"/><Relationship Id="rId12" Type="http://schemas.openxmlformats.org/officeDocument/2006/relationships/image" Target="../media/image69.svg"/><Relationship Id="rId2" Type="http://schemas.openxmlformats.org/officeDocument/2006/relationships/image" Target="../media/image63.svg"/><Relationship Id="rId1" Type="http://schemas.openxmlformats.org/officeDocument/2006/relationships/image" Target="../media/image62.png"/><Relationship Id="rId6" Type="http://schemas.openxmlformats.org/officeDocument/2006/relationships/image" Target="../media/image58.svg"/><Relationship Id="rId11" Type="http://schemas.openxmlformats.org/officeDocument/2006/relationships/image" Target="../media/image68.png"/><Relationship Id="rId5" Type="http://schemas.openxmlformats.org/officeDocument/2006/relationships/image" Target="../media/image57.png"/><Relationship Id="rId10" Type="http://schemas.openxmlformats.org/officeDocument/2006/relationships/image" Target="../media/image52.svg"/><Relationship Id="rId4" Type="http://schemas.openxmlformats.org/officeDocument/2006/relationships/image" Target="../media/image65.svg"/><Relationship Id="rId9" Type="http://schemas.openxmlformats.org/officeDocument/2006/relationships/image" Target="../media/image51.png"/><Relationship Id="rId14" Type="http://schemas.openxmlformats.org/officeDocument/2006/relationships/image" Target="../media/image7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10" Type="http://schemas.openxmlformats.org/officeDocument/2006/relationships/image" Target="../media/image60.svg"/><Relationship Id="rId4" Type="http://schemas.openxmlformats.org/officeDocument/2006/relationships/image" Target="../media/image54.svg"/><Relationship Id="rId9" Type="http://schemas.openxmlformats.org/officeDocument/2006/relationships/image" Target="../media/image59.pn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svg"/><Relationship Id="rId13" Type="http://schemas.openxmlformats.org/officeDocument/2006/relationships/image" Target="../media/image70.png"/><Relationship Id="rId3" Type="http://schemas.openxmlformats.org/officeDocument/2006/relationships/image" Target="../media/image64.png"/><Relationship Id="rId7" Type="http://schemas.openxmlformats.org/officeDocument/2006/relationships/image" Target="../media/image66.png"/><Relationship Id="rId12" Type="http://schemas.openxmlformats.org/officeDocument/2006/relationships/image" Target="../media/image69.svg"/><Relationship Id="rId2" Type="http://schemas.openxmlformats.org/officeDocument/2006/relationships/image" Target="../media/image63.svg"/><Relationship Id="rId1" Type="http://schemas.openxmlformats.org/officeDocument/2006/relationships/image" Target="../media/image62.png"/><Relationship Id="rId6" Type="http://schemas.openxmlformats.org/officeDocument/2006/relationships/image" Target="../media/image58.svg"/><Relationship Id="rId11" Type="http://schemas.openxmlformats.org/officeDocument/2006/relationships/image" Target="../media/image68.png"/><Relationship Id="rId5" Type="http://schemas.openxmlformats.org/officeDocument/2006/relationships/image" Target="../media/image57.png"/><Relationship Id="rId10" Type="http://schemas.openxmlformats.org/officeDocument/2006/relationships/image" Target="../media/image52.svg"/><Relationship Id="rId4" Type="http://schemas.openxmlformats.org/officeDocument/2006/relationships/image" Target="../media/image65.svg"/><Relationship Id="rId9" Type="http://schemas.openxmlformats.org/officeDocument/2006/relationships/image" Target="../media/image51.png"/><Relationship Id="rId14" Type="http://schemas.openxmlformats.org/officeDocument/2006/relationships/image" Target="../media/image7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0C3F32-D5B9-4709-AA80-D7EFCB3992C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EBC0165-1E19-4685-8260-3B6662C69A0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dirty="0"/>
            <a:t>Definition of Power Electronics: Power electronics involves the conversion and control of electrical power using electronic devices.</a:t>
          </a:r>
          <a:endParaRPr lang="en-US" dirty="0"/>
        </a:p>
      </dgm:t>
    </dgm:pt>
    <dgm:pt modelId="{FF6B9462-F069-4309-A2B9-8D445C6A63E4}" type="parTrans" cxnId="{11217C6F-8BF3-45EA-A078-A79D12B78190}">
      <dgm:prSet/>
      <dgm:spPr/>
      <dgm:t>
        <a:bodyPr/>
        <a:lstStyle/>
        <a:p>
          <a:endParaRPr lang="en-US"/>
        </a:p>
      </dgm:t>
    </dgm:pt>
    <dgm:pt modelId="{6680BBFA-74FA-4523-9D59-A502EFC2690B}" type="sibTrans" cxnId="{11217C6F-8BF3-45EA-A078-A79D12B78190}">
      <dgm:prSet/>
      <dgm:spPr/>
      <dgm:t>
        <a:bodyPr/>
        <a:lstStyle/>
        <a:p>
          <a:endParaRPr lang="en-US"/>
        </a:p>
      </dgm:t>
    </dgm:pt>
    <dgm:pt modelId="{CC736B5B-99E8-4053-899E-B52DF1B6B60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dirty="0"/>
            <a:t>Importance: It plays a crucial role in enhancing energy efficiency and enabling renewable energy applications.</a:t>
          </a:r>
          <a:endParaRPr lang="en-US" dirty="0"/>
        </a:p>
      </dgm:t>
    </dgm:pt>
    <dgm:pt modelId="{48EF5168-FA91-43CB-9374-D8C3A56A8466}" type="parTrans" cxnId="{FA34D392-3E2F-47F4-B077-BABB18743D67}">
      <dgm:prSet/>
      <dgm:spPr/>
      <dgm:t>
        <a:bodyPr/>
        <a:lstStyle/>
        <a:p>
          <a:endParaRPr lang="en-US"/>
        </a:p>
      </dgm:t>
    </dgm:pt>
    <dgm:pt modelId="{0C2ABB35-BF48-485E-AD33-91E829100480}" type="sibTrans" cxnId="{FA34D392-3E2F-47F4-B077-BABB18743D67}">
      <dgm:prSet/>
      <dgm:spPr/>
      <dgm:t>
        <a:bodyPr/>
        <a:lstStyle/>
        <a:p>
          <a:endParaRPr lang="en-US"/>
        </a:p>
      </dgm:t>
    </dgm:pt>
    <dgm:pt modelId="{DA45D408-BCDA-4EC5-992E-CCF6210DE91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Applications: Used in various fields, including consumer electronics, electric vehicles, and industrial automation.</a:t>
          </a:r>
          <a:endParaRPr lang="en-US"/>
        </a:p>
      </dgm:t>
    </dgm:pt>
    <dgm:pt modelId="{EA979BCD-4BC6-48CC-871D-A5190B5E493A}" type="parTrans" cxnId="{938BCD7D-34E1-4B8C-B5D7-2B327654BA81}">
      <dgm:prSet/>
      <dgm:spPr/>
      <dgm:t>
        <a:bodyPr/>
        <a:lstStyle/>
        <a:p>
          <a:endParaRPr lang="en-US"/>
        </a:p>
      </dgm:t>
    </dgm:pt>
    <dgm:pt modelId="{3F3AAFB8-D628-46AE-B5D9-ED81E54975A6}" type="sibTrans" cxnId="{938BCD7D-34E1-4B8C-B5D7-2B327654BA81}">
      <dgm:prSet/>
      <dgm:spPr/>
      <dgm:t>
        <a:bodyPr/>
        <a:lstStyle/>
        <a:p>
          <a:endParaRPr lang="en-US"/>
        </a:p>
      </dgm:t>
    </dgm:pt>
    <dgm:pt modelId="{98395770-A7BA-40E7-B0B0-00629B5B4A5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Numerical Simulations: Numerical simulations help analyze and validate the performance of power electronic circuits.</a:t>
          </a:r>
          <a:endParaRPr lang="en-US"/>
        </a:p>
      </dgm:t>
    </dgm:pt>
    <dgm:pt modelId="{A4DFCA41-0E56-45C5-8585-E8F6086A7B1E}" type="parTrans" cxnId="{D83C20F6-E7DD-4057-91E4-6ED0550FB9DD}">
      <dgm:prSet/>
      <dgm:spPr/>
      <dgm:t>
        <a:bodyPr/>
        <a:lstStyle/>
        <a:p>
          <a:endParaRPr lang="en-US"/>
        </a:p>
      </dgm:t>
    </dgm:pt>
    <dgm:pt modelId="{64BF4D5B-3A6B-4F70-B59B-E4609E280877}" type="sibTrans" cxnId="{D83C20F6-E7DD-4057-91E4-6ED0550FB9DD}">
      <dgm:prSet/>
      <dgm:spPr/>
      <dgm:t>
        <a:bodyPr/>
        <a:lstStyle/>
        <a:p>
          <a:endParaRPr lang="en-US"/>
        </a:p>
      </dgm:t>
    </dgm:pt>
    <dgm:pt modelId="{445A6B4D-E4A4-4EEF-94E8-FD08A9AD3AC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Key Components: Common circuits include converters like Buck, Boost, and Buck-Boost converters.</a:t>
          </a:r>
          <a:endParaRPr lang="en-US"/>
        </a:p>
      </dgm:t>
    </dgm:pt>
    <dgm:pt modelId="{720484C1-DF12-411B-BA37-3B8BC69B0038}" type="parTrans" cxnId="{7EA88EEB-9BCF-4997-B363-3EB8A1F0E652}">
      <dgm:prSet/>
      <dgm:spPr/>
      <dgm:t>
        <a:bodyPr/>
        <a:lstStyle/>
        <a:p>
          <a:endParaRPr lang="en-US"/>
        </a:p>
      </dgm:t>
    </dgm:pt>
    <dgm:pt modelId="{920A4911-50B3-4C9D-88E1-E4B3B7F68F15}" type="sibTrans" cxnId="{7EA88EEB-9BCF-4997-B363-3EB8A1F0E652}">
      <dgm:prSet/>
      <dgm:spPr/>
      <dgm:t>
        <a:bodyPr/>
        <a:lstStyle/>
        <a:p>
          <a:endParaRPr lang="en-US"/>
        </a:p>
      </dgm:t>
    </dgm:pt>
    <dgm:pt modelId="{6BA2327F-4DCA-4C3F-87E3-4ED2EF123F3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Project Goal: The project focuses on designing and simulating power electronic circuits to improve understanding and application.</a:t>
          </a:r>
          <a:endParaRPr lang="en-US"/>
        </a:p>
      </dgm:t>
    </dgm:pt>
    <dgm:pt modelId="{052C52A7-587C-42E6-B480-AC3E093F1B56}" type="parTrans" cxnId="{C760CEAC-F40D-44AF-B169-566218283741}">
      <dgm:prSet/>
      <dgm:spPr/>
      <dgm:t>
        <a:bodyPr/>
        <a:lstStyle/>
        <a:p>
          <a:endParaRPr lang="en-US"/>
        </a:p>
      </dgm:t>
    </dgm:pt>
    <dgm:pt modelId="{4CC1C3A0-80E0-42CF-8F87-E191CD5A29B5}" type="sibTrans" cxnId="{C760CEAC-F40D-44AF-B169-566218283741}">
      <dgm:prSet/>
      <dgm:spPr/>
      <dgm:t>
        <a:bodyPr/>
        <a:lstStyle/>
        <a:p>
          <a:endParaRPr lang="en-US"/>
        </a:p>
      </dgm:t>
    </dgm:pt>
    <dgm:pt modelId="{BBC73F5F-CB6F-4FAC-BC86-C67FF7106B35}" type="pres">
      <dgm:prSet presAssocID="{740C3F32-D5B9-4709-AA80-D7EFCB3992C5}" presName="root" presStyleCnt="0">
        <dgm:presLayoutVars>
          <dgm:dir/>
          <dgm:resizeHandles val="exact"/>
        </dgm:presLayoutVars>
      </dgm:prSet>
      <dgm:spPr/>
    </dgm:pt>
    <dgm:pt modelId="{3488982A-C8ED-41E1-B157-9664A1FC94EE}" type="pres">
      <dgm:prSet presAssocID="{3EBC0165-1E19-4685-8260-3B6662C69A07}" presName="compNode" presStyleCnt="0"/>
      <dgm:spPr/>
    </dgm:pt>
    <dgm:pt modelId="{E8F5795C-E8BF-4648-A1EE-031E306D9520}" type="pres">
      <dgm:prSet presAssocID="{3EBC0165-1E19-4685-8260-3B6662C69A07}" presName="iconBgRect" presStyleLbl="bgShp" presStyleIdx="0" presStyleCnt="6"/>
      <dgm:spPr/>
    </dgm:pt>
    <dgm:pt modelId="{E6BE86C4-700C-46FD-87C0-E6951EBF2AA4}" type="pres">
      <dgm:prSet presAssocID="{3EBC0165-1E19-4685-8260-3B6662C69A07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wer"/>
        </a:ext>
      </dgm:extLst>
    </dgm:pt>
    <dgm:pt modelId="{54AAFFE1-3009-49A9-9656-D7AF8458F0E6}" type="pres">
      <dgm:prSet presAssocID="{3EBC0165-1E19-4685-8260-3B6662C69A07}" presName="spaceRect" presStyleCnt="0"/>
      <dgm:spPr/>
    </dgm:pt>
    <dgm:pt modelId="{3DE088BA-12F2-45C0-B981-3D92A93377FE}" type="pres">
      <dgm:prSet presAssocID="{3EBC0165-1E19-4685-8260-3B6662C69A07}" presName="textRect" presStyleLbl="revTx" presStyleIdx="0" presStyleCnt="6">
        <dgm:presLayoutVars>
          <dgm:chMax val="1"/>
          <dgm:chPref val="1"/>
        </dgm:presLayoutVars>
      </dgm:prSet>
      <dgm:spPr/>
    </dgm:pt>
    <dgm:pt modelId="{A2EB7FBB-AF22-4726-90F5-09D281225B30}" type="pres">
      <dgm:prSet presAssocID="{6680BBFA-74FA-4523-9D59-A502EFC2690B}" presName="sibTrans" presStyleCnt="0"/>
      <dgm:spPr/>
    </dgm:pt>
    <dgm:pt modelId="{E59555F4-A15B-42FB-84B7-CD49DCBD4586}" type="pres">
      <dgm:prSet presAssocID="{CC736B5B-99E8-4053-899E-B52DF1B6B604}" presName="compNode" presStyleCnt="0"/>
      <dgm:spPr/>
    </dgm:pt>
    <dgm:pt modelId="{5B0828B1-F8CB-4ACB-8146-8FD99B9A7BAD}" type="pres">
      <dgm:prSet presAssocID="{CC736B5B-99E8-4053-899E-B52DF1B6B604}" presName="iconBgRect" presStyleLbl="bgShp" presStyleIdx="1" presStyleCnt="6"/>
      <dgm:spPr/>
    </dgm:pt>
    <dgm:pt modelId="{0364551A-9843-429B-8B24-7C6A1C4083E2}" type="pres">
      <dgm:prSet presAssocID="{CC736B5B-99E8-4053-899E-B52DF1B6B604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"/>
        </a:ext>
      </dgm:extLst>
    </dgm:pt>
    <dgm:pt modelId="{A4ACE902-3344-4B3B-81E1-816BF871BDB3}" type="pres">
      <dgm:prSet presAssocID="{CC736B5B-99E8-4053-899E-B52DF1B6B604}" presName="spaceRect" presStyleCnt="0"/>
      <dgm:spPr/>
    </dgm:pt>
    <dgm:pt modelId="{5E2D016C-CD16-4285-8658-26EFC146588B}" type="pres">
      <dgm:prSet presAssocID="{CC736B5B-99E8-4053-899E-B52DF1B6B604}" presName="textRect" presStyleLbl="revTx" presStyleIdx="1" presStyleCnt="6">
        <dgm:presLayoutVars>
          <dgm:chMax val="1"/>
          <dgm:chPref val="1"/>
        </dgm:presLayoutVars>
      </dgm:prSet>
      <dgm:spPr/>
    </dgm:pt>
    <dgm:pt modelId="{C8BD247B-F6BD-4A18-BAEB-6471481FB7A8}" type="pres">
      <dgm:prSet presAssocID="{0C2ABB35-BF48-485E-AD33-91E829100480}" presName="sibTrans" presStyleCnt="0"/>
      <dgm:spPr/>
    </dgm:pt>
    <dgm:pt modelId="{49D38AAD-57D2-4D2A-BFAB-B04702DAC527}" type="pres">
      <dgm:prSet presAssocID="{DA45D408-BCDA-4EC5-992E-CCF6210DE917}" presName="compNode" presStyleCnt="0"/>
      <dgm:spPr/>
    </dgm:pt>
    <dgm:pt modelId="{FBD0CAA1-6A8A-47CC-896F-7D1D37683D59}" type="pres">
      <dgm:prSet presAssocID="{DA45D408-BCDA-4EC5-992E-CCF6210DE917}" presName="iconBgRect" presStyleLbl="bgShp" presStyleIdx="2" presStyleCnt="6"/>
      <dgm:spPr/>
    </dgm:pt>
    <dgm:pt modelId="{864AF418-6026-40BB-904A-BEEF7B93AF86}" type="pres">
      <dgm:prSet presAssocID="{DA45D408-BCDA-4EC5-992E-CCF6210DE917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0E1F3932-81A7-4C52-94C4-3CFB72AEF86D}" type="pres">
      <dgm:prSet presAssocID="{DA45D408-BCDA-4EC5-992E-CCF6210DE917}" presName="spaceRect" presStyleCnt="0"/>
      <dgm:spPr/>
    </dgm:pt>
    <dgm:pt modelId="{169B82AB-2EEC-48E4-B284-5202EA42F7DB}" type="pres">
      <dgm:prSet presAssocID="{DA45D408-BCDA-4EC5-992E-CCF6210DE917}" presName="textRect" presStyleLbl="revTx" presStyleIdx="2" presStyleCnt="6">
        <dgm:presLayoutVars>
          <dgm:chMax val="1"/>
          <dgm:chPref val="1"/>
        </dgm:presLayoutVars>
      </dgm:prSet>
      <dgm:spPr/>
    </dgm:pt>
    <dgm:pt modelId="{66CFDF6F-1D78-47B8-8DBF-D4C503CA53C0}" type="pres">
      <dgm:prSet presAssocID="{3F3AAFB8-D628-46AE-B5D9-ED81E54975A6}" presName="sibTrans" presStyleCnt="0"/>
      <dgm:spPr/>
    </dgm:pt>
    <dgm:pt modelId="{7601D90C-DCBF-4119-BF62-6C6F355BFC20}" type="pres">
      <dgm:prSet presAssocID="{98395770-A7BA-40E7-B0B0-00629B5B4A52}" presName="compNode" presStyleCnt="0"/>
      <dgm:spPr/>
    </dgm:pt>
    <dgm:pt modelId="{FF591632-DBA9-436A-9C10-DDF8AFC2159A}" type="pres">
      <dgm:prSet presAssocID="{98395770-A7BA-40E7-B0B0-00629B5B4A52}" presName="iconBgRect" presStyleLbl="bgShp" presStyleIdx="3" presStyleCnt="6"/>
      <dgm:spPr/>
    </dgm:pt>
    <dgm:pt modelId="{EB394CEF-8E99-460C-B0E3-DD07FFE6EE74}" type="pres">
      <dgm:prSet presAssocID="{98395770-A7BA-40E7-B0B0-00629B5B4A52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65B3F6FC-614E-4CBA-9F17-1179D27E4CCC}" type="pres">
      <dgm:prSet presAssocID="{98395770-A7BA-40E7-B0B0-00629B5B4A52}" presName="spaceRect" presStyleCnt="0"/>
      <dgm:spPr/>
    </dgm:pt>
    <dgm:pt modelId="{E1988CA8-B868-4EEA-9688-0137D2038EB9}" type="pres">
      <dgm:prSet presAssocID="{98395770-A7BA-40E7-B0B0-00629B5B4A52}" presName="textRect" presStyleLbl="revTx" presStyleIdx="3" presStyleCnt="6">
        <dgm:presLayoutVars>
          <dgm:chMax val="1"/>
          <dgm:chPref val="1"/>
        </dgm:presLayoutVars>
      </dgm:prSet>
      <dgm:spPr/>
    </dgm:pt>
    <dgm:pt modelId="{57EF17D0-C95E-4DD3-B7B8-A04A352E4C74}" type="pres">
      <dgm:prSet presAssocID="{64BF4D5B-3A6B-4F70-B59B-E4609E280877}" presName="sibTrans" presStyleCnt="0"/>
      <dgm:spPr/>
    </dgm:pt>
    <dgm:pt modelId="{1CF2D75E-295B-45ED-BF33-1E28C5C7C113}" type="pres">
      <dgm:prSet presAssocID="{445A6B4D-E4A4-4EEF-94E8-FD08A9AD3ACA}" presName="compNode" presStyleCnt="0"/>
      <dgm:spPr/>
    </dgm:pt>
    <dgm:pt modelId="{4F416B7A-65BF-4233-8540-6AC8DEE4335C}" type="pres">
      <dgm:prSet presAssocID="{445A6B4D-E4A4-4EEF-94E8-FD08A9AD3ACA}" presName="iconBgRect" presStyleLbl="bgShp" presStyleIdx="4" presStyleCnt="6"/>
      <dgm:spPr/>
    </dgm:pt>
    <dgm:pt modelId="{F11E6F68-2362-4620-9B60-3F68A0844D5C}" type="pres">
      <dgm:prSet presAssocID="{445A6B4D-E4A4-4EEF-94E8-FD08A9AD3ACA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er"/>
        </a:ext>
      </dgm:extLst>
    </dgm:pt>
    <dgm:pt modelId="{C0A3131E-6172-4371-A598-8275A7D326B7}" type="pres">
      <dgm:prSet presAssocID="{445A6B4D-E4A4-4EEF-94E8-FD08A9AD3ACA}" presName="spaceRect" presStyleCnt="0"/>
      <dgm:spPr/>
    </dgm:pt>
    <dgm:pt modelId="{4499288F-3876-41DF-B919-1992A5B45F72}" type="pres">
      <dgm:prSet presAssocID="{445A6B4D-E4A4-4EEF-94E8-FD08A9AD3ACA}" presName="textRect" presStyleLbl="revTx" presStyleIdx="4" presStyleCnt="6">
        <dgm:presLayoutVars>
          <dgm:chMax val="1"/>
          <dgm:chPref val="1"/>
        </dgm:presLayoutVars>
      </dgm:prSet>
      <dgm:spPr/>
    </dgm:pt>
    <dgm:pt modelId="{CED59CAD-D16E-4435-B386-7A50CCAF063A}" type="pres">
      <dgm:prSet presAssocID="{920A4911-50B3-4C9D-88E1-E4B3B7F68F15}" presName="sibTrans" presStyleCnt="0"/>
      <dgm:spPr/>
    </dgm:pt>
    <dgm:pt modelId="{9BF3EA5F-7D91-4E54-95D2-068419C853FC}" type="pres">
      <dgm:prSet presAssocID="{6BA2327F-4DCA-4C3F-87E3-4ED2EF123F33}" presName="compNode" presStyleCnt="0"/>
      <dgm:spPr/>
    </dgm:pt>
    <dgm:pt modelId="{7F3C037F-47E4-4310-8D0C-A0AF6E16DCC0}" type="pres">
      <dgm:prSet presAssocID="{6BA2327F-4DCA-4C3F-87E3-4ED2EF123F33}" presName="iconBgRect" presStyleLbl="bgShp" presStyleIdx="5" presStyleCnt="6"/>
      <dgm:spPr/>
    </dgm:pt>
    <dgm:pt modelId="{06D0988D-3893-4518-BC90-B00667396B75}" type="pres">
      <dgm:prSet presAssocID="{6BA2327F-4DCA-4C3F-87E3-4ED2EF123F33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6E3544C-588C-4771-A278-E580C2CA6414}" type="pres">
      <dgm:prSet presAssocID="{6BA2327F-4DCA-4C3F-87E3-4ED2EF123F33}" presName="spaceRect" presStyleCnt="0"/>
      <dgm:spPr/>
    </dgm:pt>
    <dgm:pt modelId="{51FABE9C-B627-4772-A893-501FFA14CCB4}" type="pres">
      <dgm:prSet presAssocID="{6BA2327F-4DCA-4C3F-87E3-4ED2EF123F33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CCCE6109-D16C-44E7-BC9F-E09023011F4B}" type="presOf" srcId="{3EBC0165-1E19-4685-8260-3B6662C69A07}" destId="{3DE088BA-12F2-45C0-B981-3D92A93377FE}" srcOrd="0" destOrd="0" presId="urn:microsoft.com/office/officeart/2018/5/layout/IconCircleLabelList"/>
    <dgm:cxn modelId="{7DB80128-06AC-4576-BE6D-65D5BD54E3B2}" type="presOf" srcId="{98395770-A7BA-40E7-B0B0-00629B5B4A52}" destId="{E1988CA8-B868-4EEA-9688-0137D2038EB9}" srcOrd="0" destOrd="0" presId="urn:microsoft.com/office/officeart/2018/5/layout/IconCircleLabelList"/>
    <dgm:cxn modelId="{2D756F2C-2835-4B6D-B071-05BE80F309A2}" type="presOf" srcId="{6BA2327F-4DCA-4C3F-87E3-4ED2EF123F33}" destId="{51FABE9C-B627-4772-A893-501FFA14CCB4}" srcOrd="0" destOrd="0" presId="urn:microsoft.com/office/officeart/2018/5/layout/IconCircleLabelList"/>
    <dgm:cxn modelId="{793C0964-6522-443D-A222-0F2227626B7D}" type="presOf" srcId="{CC736B5B-99E8-4053-899E-B52DF1B6B604}" destId="{5E2D016C-CD16-4285-8658-26EFC146588B}" srcOrd="0" destOrd="0" presId="urn:microsoft.com/office/officeart/2018/5/layout/IconCircleLabelList"/>
    <dgm:cxn modelId="{11217C6F-8BF3-45EA-A078-A79D12B78190}" srcId="{740C3F32-D5B9-4709-AA80-D7EFCB3992C5}" destId="{3EBC0165-1E19-4685-8260-3B6662C69A07}" srcOrd="0" destOrd="0" parTransId="{FF6B9462-F069-4309-A2B9-8D445C6A63E4}" sibTransId="{6680BBFA-74FA-4523-9D59-A502EFC2690B}"/>
    <dgm:cxn modelId="{1B382670-5D09-4457-80A9-D101219E3F2B}" type="presOf" srcId="{445A6B4D-E4A4-4EEF-94E8-FD08A9AD3ACA}" destId="{4499288F-3876-41DF-B919-1992A5B45F72}" srcOrd="0" destOrd="0" presId="urn:microsoft.com/office/officeart/2018/5/layout/IconCircleLabelList"/>
    <dgm:cxn modelId="{938BCD7D-34E1-4B8C-B5D7-2B327654BA81}" srcId="{740C3F32-D5B9-4709-AA80-D7EFCB3992C5}" destId="{DA45D408-BCDA-4EC5-992E-CCF6210DE917}" srcOrd="2" destOrd="0" parTransId="{EA979BCD-4BC6-48CC-871D-A5190B5E493A}" sibTransId="{3F3AAFB8-D628-46AE-B5D9-ED81E54975A6}"/>
    <dgm:cxn modelId="{FA34D392-3E2F-47F4-B077-BABB18743D67}" srcId="{740C3F32-D5B9-4709-AA80-D7EFCB3992C5}" destId="{CC736B5B-99E8-4053-899E-B52DF1B6B604}" srcOrd="1" destOrd="0" parTransId="{48EF5168-FA91-43CB-9374-D8C3A56A8466}" sibTransId="{0C2ABB35-BF48-485E-AD33-91E829100480}"/>
    <dgm:cxn modelId="{3845349A-8E5B-49D1-AF82-0D686B40AAAE}" type="presOf" srcId="{740C3F32-D5B9-4709-AA80-D7EFCB3992C5}" destId="{BBC73F5F-CB6F-4FAC-BC86-C67FF7106B35}" srcOrd="0" destOrd="0" presId="urn:microsoft.com/office/officeart/2018/5/layout/IconCircleLabelList"/>
    <dgm:cxn modelId="{C760CEAC-F40D-44AF-B169-566218283741}" srcId="{740C3F32-D5B9-4709-AA80-D7EFCB3992C5}" destId="{6BA2327F-4DCA-4C3F-87E3-4ED2EF123F33}" srcOrd="5" destOrd="0" parTransId="{052C52A7-587C-42E6-B480-AC3E093F1B56}" sibTransId="{4CC1C3A0-80E0-42CF-8F87-E191CD5A29B5}"/>
    <dgm:cxn modelId="{628E2BDC-3B87-4CC9-B493-63885F2B1A9C}" type="presOf" srcId="{DA45D408-BCDA-4EC5-992E-CCF6210DE917}" destId="{169B82AB-2EEC-48E4-B284-5202EA42F7DB}" srcOrd="0" destOrd="0" presId="urn:microsoft.com/office/officeart/2018/5/layout/IconCircleLabelList"/>
    <dgm:cxn modelId="{7EA88EEB-9BCF-4997-B363-3EB8A1F0E652}" srcId="{740C3F32-D5B9-4709-AA80-D7EFCB3992C5}" destId="{445A6B4D-E4A4-4EEF-94E8-FD08A9AD3ACA}" srcOrd="4" destOrd="0" parTransId="{720484C1-DF12-411B-BA37-3B8BC69B0038}" sibTransId="{920A4911-50B3-4C9D-88E1-E4B3B7F68F15}"/>
    <dgm:cxn modelId="{D83C20F6-E7DD-4057-91E4-6ED0550FB9DD}" srcId="{740C3F32-D5B9-4709-AA80-D7EFCB3992C5}" destId="{98395770-A7BA-40E7-B0B0-00629B5B4A52}" srcOrd="3" destOrd="0" parTransId="{A4DFCA41-0E56-45C5-8585-E8F6086A7B1E}" sibTransId="{64BF4D5B-3A6B-4F70-B59B-E4609E280877}"/>
    <dgm:cxn modelId="{14681173-EE07-491E-85AA-226AAC077ECF}" type="presParOf" srcId="{BBC73F5F-CB6F-4FAC-BC86-C67FF7106B35}" destId="{3488982A-C8ED-41E1-B157-9664A1FC94EE}" srcOrd="0" destOrd="0" presId="urn:microsoft.com/office/officeart/2018/5/layout/IconCircleLabelList"/>
    <dgm:cxn modelId="{CE9A94D7-4018-40EC-9689-AB0E059D5081}" type="presParOf" srcId="{3488982A-C8ED-41E1-B157-9664A1FC94EE}" destId="{E8F5795C-E8BF-4648-A1EE-031E306D9520}" srcOrd="0" destOrd="0" presId="urn:microsoft.com/office/officeart/2018/5/layout/IconCircleLabelList"/>
    <dgm:cxn modelId="{7E2EFBCC-8EC6-4BF2-A849-0106A7DCDF80}" type="presParOf" srcId="{3488982A-C8ED-41E1-B157-9664A1FC94EE}" destId="{E6BE86C4-700C-46FD-87C0-E6951EBF2AA4}" srcOrd="1" destOrd="0" presId="urn:microsoft.com/office/officeart/2018/5/layout/IconCircleLabelList"/>
    <dgm:cxn modelId="{B5550A03-11F9-437D-B133-BBA53B600B62}" type="presParOf" srcId="{3488982A-C8ED-41E1-B157-9664A1FC94EE}" destId="{54AAFFE1-3009-49A9-9656-D7AF8458F0E6}" srcOrd="2" destOrd="0" presId="urn:microsoft.com/office/officeart/2018/5/layout/IconCircleLabelList"/>
    <dgm:cxn modelId="{A4416A7A-5803-473B-B4AE-D2A2EE807671}" type="presParOf" srcId="{3488982A-C8ED-41E1-B157-9664A1FC94EE}" destId="{3DE088BA-12F2-45C0-B981-3D92A93377FE}" srcOrd="3" destOrd="0" presId="urn:microsoft.com/office/officeart/2018/5/layout/IconCircleLabelList"/>
    <dgm:cxn modelId="{45C57667-A7EF-402C-908E-EC2564AB09C5}" type="presParOf" srcId="{BBC73F5F-CB6F-4FAC-BC86-C67FF7106B35}" destId="{A2EB7FBB-AF22-4726-90F5-09D281225B30}" srcOrd="1" destOrd="0" presId="urn:microsoft.com/office/officeart/2018/5/layout/IconCircleLabelList"/>
    <dgm:cxn modelId="{BE81455A-64CB-4F49-97DA-C7BE7A83CCA8}" type="presParOf" srcId="{BBC73F5F-CB6F-4FAC-BC86-C67FF7106B35}" destId="{E59555F4-A15B-42FB-84B7-CD49DCBD4586}" srcOrd="2" destOrd="0" presId="urn:microsoft.com/office/officeart/2018/5/layout/IconCircleLabelList"/>
    <dgm:cxn modelId="{F7666D18-9F2D-475A-86A7-CD146BA34338}" type="presParOf" srcId="{E59555F4-A15B-42FB-84B7-CD49DCBD4586}" destId="{5B0828B1-F8CB-4ACB-8146-8FD99B9A7BAD}" srcOrd="0" destOrd="0" presId="urn:microsoft.com/office/officeart/2018/5/layout/IconCircleLabelList"/>
    <dgm:cxn modelId="{AA78B338-02B7-4B27-BD61-92638D65FC2B}" type="presParOf" srcId="{E59555F4-A15B-42FB-84B7-CD49DCBD4586}" destId="{0364551A-9843-429B-8B24-7C6A1C4083E2}" srcOrd="1" destOrd="0" presId="urn:microsoft.com/office/officeart/2018/5/layout/IconCircleLabelList"/>
    <dgm:cxn modelId="{E5D8729F-0E00-4204-856E-321A72845F03}" type="presParOf" srcId="{E59555F4-A15B-42FB-84B7-CD49DCBD4586}" destId="{A4ACE902-3344-4B3B-81E1-816BF871BDB3}" srcOrd="2" destOrd="0" presId="urn:microsoft.com/office/officeart/2018/5/layout/IconCircleLabelList"/>
    <dgm:cxn modelId="{E39F190C-87C2-4B4E-B8B4-D2BD3012DD91}" type="presParOf" srcId="{E59555F4-A15B-42FB-84B7-CD49DCBD4586}" destId="{5E2D016C-CD16-4285-8658-26EFC146588B}" srcOrd="3" destOrd="0" presId="urn:microsoft.com/office/officeart/2018/5/layout/IconCircleLabelList"/>
    <dgm:cxn modelId="{0DF13474-4AE2-4FE8-A30A-F1EB489AC5B4}" type="presParOf" srcId="{BBC73F5F-CB6F-4FAC-BC86-C67FF7106B35}" destId="{C8BD247B-F6BD-4A18-BAEB-6471481FB7A8}" srcOrd="3" destOrd="0" presId="urn:microsoft.com/office/officeart/2018/5/layout/IconCircleLabelList"/>
    <dgm:cxn modelId="{8CA34ED3-4D34-4ADA-934E-4D092D3014C7}" type="presParOf" srcId="{BBC73F5F-CB6F-4FAC-BC86-C67FF7106B35}" destId="{49D38AAD-57D2-4D2A-BFAB-B04702DAC527}" srcOrd="4" destOrd="0" presId="urn:microsoft.com/office/officeart/2018/5/layout/IconCircleLabelList"/>
    <dgm:cxn modelId="{738E2B60-29C3-4571-8729-1D2778B00603}" type="presParOf" srcId="{49D38AAD-57D2-4D2A-BFAB-B04702DAC527}" destId="{FBD0CAA1-6A8A-47CC-896F-7D1D37683D59}" srcOrd="0" destOrd="0" presId="urn:microsoft.com/office/officeart/2018/5/layout/IconCircleLabelList"/>
    <dgm:cxn modelId="{C71275F2-8E3E-476D-95C0-E6034628C4D4}" type="presParOf" srcId="{49D38AAD-57D2-4D2A-BFAB-B04702DAC527}" destId="{864AF418-6026-40BB-904A-BEEF7B93AF86}" srcOrd="1" destOrd="0" presId="urn:microsoft.com/office/officeart/2018/5/layout/IconCircleLabelList"/>
    <dgm:cxn modelId="{E3BFC620-D98E-443E-94BA-E0B1250BBB8E}" type="presParOf" srcId="{49D38AAD-57D2-4D2A-BFAB-B04702DAC527}" destId="{0E1F3932-81A7-4C52-94C4-3CFB72AEF86D}" srcOrd="2" destOrd="0" presId="urn:microsoft.com/office/officeart/2018/5/layout/IconCircleLabelList"/>
    <dgm:cxn modelId="{4DFA553D-1DEF-488D-97A1-B5A1065F846E}" type="presParOf" srcId="{49D38AAD-57D2-4D2A-BFAB-B04702DAC527}" destId="{169B82AB-2EEC-48E4-B284-5202EA42F7DB}" srcOrd="3" destOrd="0" presId="urn:microsoft.com/office/officeart/2018/5/layout/IconCircleLabelList"/>
    <dgm:cxn modelId="{53EBFAF6-DD7A-4490-92AA-C06078F41E19}" type="presParOf" srcId="{BBC73F5F-CB6F-4FAC-BC86-C67FF7106B35}" destId="{66CFDF6F-1D78-47B8-8DBF-D4C503CA53C0}" srcOrd="5" destOrd="0" presId="urn:microsoft.com/office/officeart/2018/5/layout/IconCircleLabelList"/>
    <dgm:cxn modelId="{59FCF215-CC5F-4C3D-B913-0947C4BEBC13}" type="presParOf" srcId="{BBC73F5F-CB6F-4FAC-BC86-C67FF7106B35}" destId="{7601D90C-DCBF-4119-BF62-6C6F355BFC20}" srcOrd="6" destOrd="0" presId="urn:microsoft.com/office/officeart/2018/5/layout/IconCircleLabelList"/>
    <dgm:cxn modelId="{A3D020C2-3B24-492F-A751-FEEA4780A6BE}" type="presParOf" srcId="{7601D90C-DCBF-4119-BF62-6C6F355BFC20}" destId="{FF591632-DBA9-436A-9C10-DDF8AFC2159A}" srcOrd="0" destOrd="0" presId="urn:microsoft.com/office/officeart/2018/5/layout/IconCircleLabelList"/>
    <dgm:cxn modelId="{9A53D763-C8AB-48C3-8217-1C1C2CAED04B}" type="presParOf" srcId="{7601D90C-DCBF-4119-BF62-6C6F355BFC20}" destId="{EB394CEF-8E99-460C-B0E3-DD07FFE6EE74}" srcOrd="1" destOrd="0" presId="urn:microsoft.com/office/officeart/2018/5/layout/IconCircleLabelList"/>
    <dgm:cxn modelId="{F3D9B4B4-5F26-43FC-8512-BB4C3B097179}" type="presParOf" srcId="{7601D90C-DCBF-4119-BF62-6C6F355BFC20}" destId="{65B3F6FC-614E-4CBA-9F17-1179D27E4CCC}" srcOrd="2" destOrd="0" presId="urn:microsoft.com/office/officeart/2018/5/layout/IconCircleLabelList"/>
    <dgm:cxn modelId="{45FE6C00-9008-444A-BA83-1FA3E37F1B33}" type="presParOf" srcId="{7601D90C-DCBF-4119-BF62-6C6F355BFC20}" destId="{E1988CA8-B868-4EEA-9688-0137D2038EB9}" srcOrd="3" destOrd="0" presId="urn:microsoft.com/office/officeart/2018/5/layout/IconCircleLabelList"/>
    <dgm:cxn modelId="{FE508D87-1D1C-49A1-A784-BEC1CFB7F399}" type="presParOf" srcId="{BBC73F5F-CB6F-4FAC-BC86-C67FF7106B35}" destId="{57EF17D0-C95E-4DD3-B7B8-A04A352E4C74}" srcOrd="7" destOrd="0" presId="urn:microsoft.com/office/officeart/2018/5/layout/IconCircleLabelList"/>
    <dgm:cxn modelId="{287B49B5-D6CC-48C9-AF91-9B7276F1B91E}" type="presParOf" srcId="{BBC73F5F-CB6F-4FAC-BC86-C67FF7106B35}" destId="{1CF2D75E-295B-45ED-BF33-1E28C5C7C113}" srcOrd="8" destOrd="0" presId="urn:microsoft.com/office/officeart/2018/5/layout/IconCircleLabelList"/>
    <dgm:cxn modelId="{25014674-D5C0-4F29-93F9-1633BFF18BAA}" type="presParOf" srcId="{1CF2D75E-295B-45ED-BF33-1E28C5C7C113}" destId="{4F416B7A-65BF-4233-8540-6AC8DEE4335C}" srcOrd="0" destOrd="0" presId="urn:microsoft.com/office/officeart/2018/5/layout/IconCircleLabelList"/>
    <dgm:cxn modelId="{B7B02FB2-E967-487C-97A0-AA0B38349CF7}" type="presParOf" srcId="{1CF2D75E-295B-45ED-BF33-1E28C5C7C113}" destId="{F11E6F68-2362-4620-9B60-3F68A0844D5C}" srcOrd="1" destOrd="0" presId="urn:microsoft.com/office/officeart/2018/5/layout/IconCircleLabelList"/>
    <dgm:cxn modelId="{391B0275-7204-4DBD-A79F-3A27E80E117F}" type="presParOf" srcId="{1CF2D75E-295B-45ED-BF33-1E28C5C7C113}" destId="{C0A3131E-6172-4371-A598-8275A7D326B7}" srcOrd="2" destOrd="0" presId="urn:microsoft.com/office/officeart/2018/5/layout/IconCircleLabelList"/>
    <dgm:cxn modelId="{8E9AB808-FC80-4675-9F25-5E8E1F6E02CD}" type="presParOf" srcId="{1CF2D75E-295B-45ED-BF33-1E28C5C7C113}" destId="{4499288F-3876-41DF-B919-1992A5B45F72}" srcOrd="3" destOrd="0" presId="urn:microsoft.com/office/officeart/2018/5/layout/IconCircleLabelList"/>
    <dgm:cxn modelId="{FE0D5FD0-F6C6-4A36-9F4F-310A504E80E5}" type="presParOf" srcId="{BBC73F5F-CB6F-4FAC-BC86-C67FF7106B35}" destId="{CED59CAD-D16E-4435-B386-7A50CCAF063A}" srcOrd="9" destOrd="0" presId="urn:microsoft.com/office/officeart/2018/5/layout/IconCircleLabelList"/>
    <dgm:cxn modelId="{BFC2C0C8-E09B-4F1E-A785-6EA28E29D293}" type="presParOf" srcId="{BBC73F5F-CB6F-4FAC-BC86-C67FF7106B35}" destId="{9BF3EA5F-7D91-4E54-95D2-068419C853FC}" srcOrd="10" destOrd="0" presId="urn:microsoft.com/office/officeart/2018/5/layout/IconCircleLabelList"/>
    <dgm:cxn modelId="{D687F97E-1C55-4DD1-86C2-FD11714B9964}" type="presParOf" srcId="{9BF3EA5F-7D91-4E54-95D2-068419C853FC}" destId="{7F3C037F-47E4-4310-8D0C-A0AF6E16DCC0}" srcOrd="0" destOrd="0" presId="urn:microsoft.com/office/officeart/2018/5/layout/IconCircleLabelList"/>
    <dgm:cxn modelId="{FB6628CC-8B4C-4218-96BC-EE162CBE144B}" type="presParOf" srcId="{9BF3EA5F-7D91-4E54-95D2-068419C853FC}" destId="{06D0988D-3893-4518-BC90-B00667396B75}" srcOrd="1" destOrd="0" presId="urn:microsoft.com/office/officeart/2018/5/layout/IconCircleLabelList"/>
    <dgm:cxn modelId="{EA13B9E3-394C-43E1-8578-673C322B56C2}" type="presParOf" srcId="{9BF3EA5F-7D91-4E54-95D2-068419C853FC}" destId="{A6E3544C-588C-4771-A278-E580C2CA6414}" srcOrd="2" destOrd="0" presId="urn:microsoft.com/office/officeart/2018/5/layout/IconCircleLabelList"/>
    <dgm:cxn modelId="{EEA33F58-390D-4191-8EA6-60172EAF0C24}" type="presParOf" srcId="{9BF3EA5F-7D91-4E54-95D2-068419C853FC}" destId="{51FABE9C-B627-4772-A893-501FFA14CCB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5E8CD71-E07B-4062-93B1-78F19FA4CC81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084A599-FB33-4A88-98EE-764FF9BA9681}">
      <dgm:prSet custT="1"/>
      <dgm:spPr/>
      <dgm:t>
        <a:bodyPr/>
        <a:lstStyle/>
        <a:p>
          <a:pPr algn="ctr"/>
          <a:r>
            <a:rPr lang="en-US" sz="1600" b="1" i="0" dirty="0">
              <a:solidFill>
                <a:srgbClr val="002060"/>
              </a:solidFill>
            </a:rPr>
            <a:t>Design and Analyze Power Electronics Converters: </a:t>
          </a:r>
          <a:r>
            <a:rPr lang="en-US" sz="1600" b="0" i="0" dirty="0"/>
            <a:t>Develop and evaluate various power electronic converter topologies, including buck, boost, buck-boost, flyback, forward, and push-pull converters.</a:t>
          </a:r>
          <a:endParaRPr lang="en-US" sz="1600" dirty="0"/>
        </a:p>
      </dgm:t>
    </dgm:pt>
    <dgm:pt modelId="{51899020-1DA9-4643-9821-0D979DD055C8}" type="parTrans" cxnId="{DCE3ED44-1C42-4580-B499-D915B2462335}">
      <dgm:prSet/>
      <dgm:spPr/>
      <dgm:t>
        <a:bodyPr/>
        <a:lstStyle/>
        <a:p>
          <a:endParaRPr lang="en-US"/>
        </a:p>
      </dgm:t>
    </dgm:pt>
    <dgm:pt modelId="{F7AB844B-FDDC-44D6-B128-5A02373BA1D5}" type="sibTrans" cxnId="{DCE3ED44-1C42-4580-B499-D915B2462335}">
      <dgm:prSet/>
      <dgm:spPr/>
      <dgm:t>
        <a:bodyPr/>
        <a:lstStyle/>
        <a:p>
          <a:endParaRPr lang="en-US"/>
        </a:p>
      </dgm:t>
    </dgm:pt>
    <dgm:pt modelId="{D5B51DC0-09F6-4701-888D-F338809D8A5C}">
      <dgm:prSet custT="1"/>
      <dgm:spPr/>
      <dgm:t>
        <a:bodyPr/>
        <a:lstStyle/>
        <a:p>
          <a:r>
            <a:rPr lang="en-US" sz="1800" b="1" i="0" dirty="0">
              <a:solidFill>
                <a:srgbClr val="002060"/>
              </a:solidFill>
            </a:rPr>
            <a:t>Conduct Numerical Calculations: </a:t>
          </a:r>
          <a:r>
            <a:rPr lang="en-US" sz="1800" b="0" i="0" dirty="0"/>
            <a:t>Perform numerical analyses and calculations for the efficiency and performance of different converter configurations.</a:t>
          </a:r>
          <a:endParaRPr lang="en-US" sz="1800" dirty="0"/>
        </a:p>
      </dgm:t>
    </dgm:pt>
    <dgm:pt modelId="{69A6CE18-D535-48BB-B0FD-67D73E8CF153}" type="parTrans" cxnId="{947C12FA-E57A-4EEA-AC98-6726E943784A}">
      <dgm:prSet/>
      <dgm:spPr/>
      <dgm:t>
        <a:bodyPr/>
        <a:lstStyle/>
        <a:p>
          <a:endParaRPr lang="en-US"/>
        </a:p>
      </dgm:t>
    </dgm:pt>
    <dgm:pt modelId="{B9B6DBD9-48D1-429F-A4AE-1FFE5D81ED60}" type="sibTrans" cxnId="{947C12FA-E57A-4EEA-AC98-6726E943784A}">
      <dgm:prSet/>
      <dgm:spPr/>
      <dgm:t>
        <a:bodyPr/>
        <a:lstStyle/>
        <a:p>
          <a:endParaRPr lang="en-US"/>
        </a:p>
      </dgm:t>
    </dgm:pt>
    <dgm:pt modelId="{5C7BE094-4341-48FB-82A7-B76B624A1F1F}">
      <dgm:prSet custT="1"/>
      <dgm:spPr/>
      <dgm:t>
        <a:bodyPr/>
        <a:lstStyle/>
        <a:p>
          <a:r>
            <a:rPr lang="en-US" sz="1800" b="1" i="0" dirty="0">
              <a:solidFill>
                <a:srgbClr val="002060"/>
              </a:solidFill>
            </a:rPr>
            <a:t>Create Comprehensive Spreadsheets: </a:t>
          </a:r>
          <a:r>
            <a:rPr lang="en-US" sz="1800" b="0" i="0" dirty="0"/>
            <a:t>Develop a formula-based spreadsheet to facilitate converter calculations and streamline the design process.</a:t>
          </a:r>
          <a:endParaRPr lang="en-US" sz="1800" dirty="0"/>
        </a:p>
      </dgm:t>
    </dgm:pt>
    <dgm:pt modelId="{D53CB1A0-B68B-46C7-AAA8-9F5E16BFE875}" type="parTrans" cxnId="{1E3B2ACD-B723-437C-9A3C-CFAFC787189C}">
      <dgm:prSet/>
      <dgm:spPr/>
      <dgm:t>
        <a:bodyPr/>
        <a:lstStyle/>
        <a:p>
          <a:endParaRPr lang="en-US"/>
        </a:p>
      </dgm:t>
    </dgm:pt>
    <dgm:pt modelId="{8641BB91-C18A-4EB5-902E-141A5E91D300}" type="sibTrans" cxnId="{1E3B2ACD-B723-437C-9A3C-CFAFC787189C}">
      <dgm:prSet/>
      <dgm:spPr/>
      <dgm:t>
        <a:bodyPr/>
        <a:lstStyle/>
        <a:p>
          <a:endParaRPr lang="en-US"/>
        </a:p>
      </dgm:t>
    </dgm:pt>
    <dgm:pt modelId="{1BEED9FD-3D8D-4156-8DC9-DDF9723604BC}">
      <dgm:prSet custT="1"/>
      <dgm:spPr/>
      <dgm:t>
        <a:bodyPr/>
        <a:lstStyle/>
        <a:p>
          <a:r>
            <a:rPr lang="en-US" sz="1800" b="1" i="0" dirty="0">
              <a:solidFill>
                <a:srgbClr val="002060"/>
              </a:solidFill>
            </a:rPr>
            <a:t>Simulate Circuits Using LT Spice: </a:t>
          </a:r>
          <a:r>
            <a:rPr lang="en-US" sz="1800" b="0" i="0" dirty="0"/>
            <a:t>Validate designs and calculations through simulation in LT Spice to ensure accuracy and reliability.</a:t>
          </a:r>
          <a:endParaRPr lang="en-US" sz="1800" dirty="0"/>
        </a:p>
      </dgm:t>
    </dgm:pt>
    <dgm:pt modelId="{9BC564CB-DC7D-4AC8-AD6F-56A39132F72B}" type="parTrans" cxnId="{293FA970-A522-4667-9821-F1D90B1B4944}">
      <dgm:prSet/>
      <dgm:spPr/>
      <dgm:t>
        <a:bodyPr/>
        <a:lstStyle/>
        <a:p>
          <a:endParaRPr lang="en-US"/>
        </a:p>
      </dgm:t>
    </dgm:pt>
    <dgm:pt modelId="{FAC7B7D8-9639-446B-8E35-32149EE39B60}" type="sibTrans" cxnId="{293FA970-A522-4667-9821-F1D90B1B4944}">
      <dgm:prSet/>
      <dgm:spPr/>
      <dgm:t>
        <a:bodyPr/>
        <a:lstStyle/>
        <a:p>
          <a:endParaRPr lang="en-US"/>
        </a:p>
      </dgm:t>
    </dgm:pt>
    <dgm:pt modelId="{06A5B0D7-D08A-43E6-A4F6-BE2527D6F8C6}">
      <dgm:prSet custT="1"/>
      <dgm:spPr/>
      <dgm:t>
        <a:bodyPr/>
        <a:lstStyle/>
        <a:p>
          <a:r>
            <a:rPr lang="en-US" sz="1800" b="1" i="0" dirty="0">
              <a:solidFill>
                <a:srgbClr val="002060"/>
              </a:solidFill>
            </a:rPr>
            <a:t>Design Gate Driver Circuits: </a:t>
          </a:r>
          <a:r>
            <a:rPr lang="en-US" sz="1800" b="0" i="0" dirty="0"/>
            <a:t>Create and implement the NCP51820 gate driver circuit to control </a:t>
          </a:r>
          <a:r>
            <a:rPr lang="en-US" sz="1800" b="0" i="0" dirty="0" err="1"/>
            <a:t>GaN</a:t>
          </a:r>
          <a:r>
            <a:rPr lang="en-US" sz="1800" b="0" i="0" dirty="0"/>
            <a:t> MOSFETs effectively.</a:t>
          </a:r>
          <a:endParaRPr lang="en-US" sz="1800" dirty="0"/>
        </a:p>
      </dgm:t>
    </dgm:pt>
    <dgm:pt modelId="{1698E922-A5CF-4FE1-8549-DF13FE28D559}" type="parTrans" cxnId="{922810A0-6C38-412A-9460-C45106CA8C2D}">
      <dgm:prSet/>
      <dgm:spPr/>
      <dgm:t>
        <a:bodyPr/>
        <a:lstStyle/>
        <a:p>
          <a:endParaRPr lang="en-US"/>
        </a:p>
      </dgm:t>
    </dgm:pt>
    <dgm:pt modelId="{A8EBB441-8AC5-4538-9656-58A45CDF592C}" type="sibTrans" cxnId="{922810A0-6C38-412A-9460-C45106CA8C2D}">
      <dgm:prSet/>
      <dgm:spPr/>
      <dgm:t>
        <a:bodyPr/>
        <a:lstStyle/>
        <a:p>
          <a:endParaRPr lang="en-US"/>
        </a:p>
      </dgm:t>
    </dgm:pt>
    <dgm:pt modelId="{3843F362-09C2-40A6-B05C-D3257DAD8512}">
      <dgm:prSet custT="1"/>
      <dgm:spPr/>
      <dgm:t>
        <a:bodyPr/>
        <a:lstStyle/>
        <a:p>
          <a:r>
            <a:rPr lang="en-US" sz="1800" b="1" i="0" dirty="0">
              <a:solidFill>
                <a:srgbClr val="002060"/>
              </a:solidFill>
            </a:rPr>
            <a:t>Develop Schematic and PCB Designs: </a:t>
          </a:r>
          <a:r>
            <a:rPr lang="en-US" sz="1800" b="0" i="0" dirty="0"/>
            <a:t>Utilize Altium for detailed schematic creation and PCB layout to integrate the designed circuits into practical applications.</a:t>
          </a:r>
          <a:endParaRPr lang="en-US" sz="1800" dirty="0"/>
        </a:p>
      </dgm:t>
    </dgm:pt>
    <dgm:pt modelId="{4F135537-039A-4F9F-9173-DE53911CCBEE}" type="parTrans" cxnId="{F35D6D18-5794-44B8-8D8A-8E155C7BA743}">
      <dgm:prSet/>
      <dgm:spPr/>
      <dgm:t>
        <a:bodyPr/>
        <a:lstStyle/>
        <a:p>
          <a:endParaRPr lang="en-US"/>
        </a:p>
      </dgm:t>
    </dgm:pt>
    <dgm:pt modelId="{E287A7A9-8D42-4F69-AA61-E5175AC88C39}" type="sibTrans" cxnId="{F35D6D18-5794-44B8-8D8A-8E155C7BA743}">
      <dgm:prSet/>
      <dgm:spPr/>
      <dgm:t>
        <a:bodyPr/>
        <a:lstStyle/>
        <a:p>
          <a:endParaRPr lang="en-US"/>
        </a:p>
      </dgm:t>
    </dgm:pt>
    <dgm:pt modelId="{724C1C9D-74FE-46C4-8B5C-A6632A69C12A}" type="pres">
      <dgm:prSet presAssocID="{55E8CD71-E07B-4062-93B1-78F19FA4CC81}" presName="Name0" presStyleCnt="0">
        <dgm:presLayoutVars>
          <dgm:dir/>
          <dgm:resizeHandles val="exact"/>
        </dgm:presLayoutVars>
      </dgm:prSet>
      <dgm:spPr/>
    </dgm:pt>
    <dgm:pt modelId="{6ACA3268-1C1D-4887-BAE1-A2BEC4AE0DEC}" type="pres">
      <dgm:prSet presAssocID="{1084A599-FB33-4A88-98EE-764FF9BA9681}" presName="node" presStyleLbl="node1" presStyleIdx="0" presStyleCnt="6">
        <dgm:presLayoutVars>
          <dgm:bulletEnabled val="1"/>
        </dgm:presLayoutVars>
      </dgm:prSet>
      <dgm:spPr/>
    </dgm:pt>
    <dgm:pt modelId="{86ABEC04-977C-4657-AB94-90CFF9F6F882}" type="pres">
      <dgm:prSet presAssocID="{F7AB844B-FDDC-44D6-B128-5A02373BA1D5}" presName="sibTrans" presStyleLbl="sibTrans1D1" presStyleIdx="0" presStyleCnt="5"/>
      <dgm:spPr/>
    </dgm:pt>
    <dgm:pt modelId="{EB5A7F2E-7BD7-4C9C-ACC6-7D079C48D3E7}" type="pres">
      <dgm:prSet presAssocID="{F7AB844B-FDDC-44D6-B128-5A02373BA1D5}" presName="connectorText" presStyleLbl="sibTrans1D1" presStyleIdx="0" presStyleCnt="5"/>
      <dgm:spPr/>
    </dgm:pt>
    <dgm:pt modelId="{E72CA326-3A7C-43FA-9051-910935E58F31}" type="pres">
      <dgm:prSet presAssocID="{D5B51DC0-09F6-4701-888D-F338809D8A5C}" presName="node" presStyleLbl="node1" presStyleIdx="1" presStyleCnt="6">
        <dgm:presLayoutVars>
          <dgm:bulletEnabled val="1"/>
        </dgm:presLayoutVars>
      </dgm:prSet>
      <dgm:spPr/>
    </dgm:pt>
    <dgm:pt modelId="{A0AA1D21-3594-4385-BCDB-41CBEDA07CD5}" type="pres">
      <dgm:prSet presAssocID="{B9B6DBD9-48D1-429F-A4AE-1FFE5D81ED60}" presName="sibTrans" presStyleLbl="sibTrans1D1" presStyleIdx="1" presStyleCnt="5"/>
      <dgm:spPr/>
    </dgm:pt>
    <dgm:pt modelId="{84BB5C90-3A3D-4C92-9F15-356876DA814D}" type="pres">
      <dgm:prSet presAssocID="{B9B6DBD9-48D1-429F-A4AE-1FFE5D81ED60}" presName="connectorText" presStyleLbl="sibTrans1D1" presStyleIdx="1" presStyleCnt="5"/>
      <dgm:spPr/>
    </dgm:pt>
    <dgm:pt modelId="{280CB804-10C3-4C60-B1BD-00793CEF6DCC}" type="pres">
      <dgm:prSet presAssocID="{5C7BE094-4341-48FB-82A7-B76B624A1F1F}" presName="node" presStyleLbl="node1" presStyleIdx="2" presStyleCnt="6">
        <dgm:presLayoutVars>
          <dgm:bulletEnabled val="1"/>
        </dgm:presLayoutVars>
      </dgm:prSet>
      <dgm:spPr/>
    </dgm:pt>
    <dgm:pt modelId="{5E123F6E-55A0-46FB-8D02-0CE30B900BAB}" type="pres">
      <dgm:prSet presAssocID="{8641BB91-C18A-4EB5-902E-141A5E91D300}" presName="sibTrans" presStyleLbl="sibTrans1D1" presStyleIdx="2" presStyleCnt="5"/>
      <dgm:spPr/>
    </dgm:pt>
    <dgm:pt modelId="{344C8193-DF1B-4D15-9BEF-B08304FD9BFF}" type="pres">
      <dgm:prSet presAssocID="{8641BB91-C18A-4EB5-902E-141A5E91D300}" presName="connectorText" presStyleLbl="sibTrans1D1" presStyleIdx="2" presStyleCnt="5"/>
      <dgm:spPr/>
    </dgm:pt>
    <dgm:pt modelId="{78C1E78E-713F-4931-B1B5-509475B640CA}" type="pres">
      <dgm:prSet presAssocID="{1BEED9FD-3D8D-4156-8DC9-DDF9723604BC}" presName="node" presStyleLbl="node1" presStyleIdx="3" presStyleCnt="6">
        <dgm:presLayoutVars>
          <dgm:bulletEnabled val="1"/>
        </dgm:presLayoutVars>
      </dgm:prSet>
      <dgm:spPr/>
    </dgm:pt>
    <dgm:pt modelId="{85C9E282-35C0-4542-B8F7-9DB7876292C3}" type="pres">
      <dgm:prSet presAssocID="{FAC7B7D8-9639-446B-8E35-32149EE39B60}" presName="sibTrans" presStyleLbl="sibTrans1D1" presStyleIdx="3" presStyleCnt="5"/>
      <dgm:spPr/>
    </dgm:pt>
    <dgm:pt modelId="{90E5A489-8609-45E0-9806-99D26E88C485}" type="pres">
      <dgm:prSet presAssocID="{FAC7B7D8-9639-446B-8E35-32149EE39B60}" presName="connectorText" presStyleLbl="sibTrans1D1" presStyleIdx="3" presStyleCnt="5"/>
      <dgm:spPr/>
    </dgm:pt>
    <dgm:pt modelId="{39046861-706B-4F6C-B9C0-CCDF5997FC6D}" type="pres">
      <dgm:prSet presAssocID="{06A5B0D7-D08A-43E6-A4F6-BE2527D6F8C6}" presName="node" presStyleLbl="node1" presStyleIdx="4" presStyleCnt="6">
        <dgm:presLayoutVars>
          <dgm:bulletEnabled val="1"/>
        </dgm:presLayoutVars>
      </dgm:prSet>
      <dgm:spPr/>
    </dgm:pt>
    <dgm:pt modelId="{2B226618-C5AB-4B86-AD77-8E3DE7D7E024}" type="pres">
      <dgm:prSet presAssocID="{A8EBB441-8AC5-4538-9656-58A45CDF592C}" presName="sibTrans" presStyleLbl="sibTrans1D1" presStyleIdx="4" presStyleCnt="5"/>
      <dgm:spPr/>
    </dgm:pt>
    <dgm:pt modelId="{DAB95B83-27CC-41BD-9163-25B3148969BD}" type="pres">
      <dgm:prSet presAssocID="{A8EBB441-8AC5-4538-9656-58A45CDF592C}" presName="connectorText" presStyleLbl="sibTrans1D1" presStyleIdx="4" presStyleCnt="5"/>
      <dgm:spPr/>
    </dgm:pt>
    <dgm:pt modelId="{23AAD9FC-D349-4CDC-BBEC-1E40F82C5FEF}" type="pres">
      <dgm:prSet presAssocID="{3843F362-09C2-40A6-B05C-D3257DAD8512}" presName="node" presStyleLbl="node1" presStyleIdx="5" presStyleCnt="6">
        <dgm:presLayoutVars>
          <dgm:bulletEnabled val="1"/>
        </dgm:presLayoutVars>
      </dgm:prSet>
      <dgm:spPr/>
    </dgm:pt>
  </dgm:ptLst>
  <dgm:cxnLst>
    <dgm:cxn modelId="{49FBEC04-8817-4839-803F-675318723866}" type="presOf" srcId="{8641BB91-C18A-4EB5-902E-141A5E91D300}" destId="{344C8193-DF1B-4D15-9BEF-B08304FD9BFF}" srcOrd="1" destOrd="0" presId="urn:microsoft.com/office/officeart/2016/7/layout/RepeatingBendingProcessNew"/>
    <dgm:cxn modelId="{F35D6D18-5794-44B8-8D8A-8E155C7BA743}" srcId="{55E8CD71-E07B-4062-93B1-78F19FA4CC81}" destId="{3843F362-09C2-40A6-B05C-D3257DAD8512}" srcOrd="5" destOrd="0" parTransId="{4F135537-039A-4F9F-9173-DE53911CCBEE}" sibTransId="{E287A7A9-8D42-4F69-AA61-E5175AC88C39}"/>
    <dgm:cxn modelId="{AFC07E1A-4D02-4D8F-8E4A-32249D4F701B}" type="presOf" srcId="{FAC7B7D8-9639-446B-8E35-32149EE39B60}" destId="{90E5A489-8609-45E0-9806-99D26E88C485}" srcOrd="1" destOrd="0" presId="urn:microsoft.com/office/officeart/2016/7/layout/RepeatingBendingProcessNew"/>
    <dgm:cxn modelId="{57A13C24-31F2-430B-89EA-093E8DC0022B}" type="presOf" srcId="{F7AB844B-FDDC-44D6-B128-5A02373BA1D5}" destId="{EB5A7F2E-7BD7-4C9C-ACC6-7D079C48D3E7}" srcOrd="1" destOrd="0" presId="urn:microsoft.com/office/officeart/2016/7/layout/RepeatingBendingProcessNew"/>
    <dgm:cxn modelId="{497DEB27-CD17-43FA-9484-0DA59D355B9D}" type="presOf" srcId="{55E8CD71-E07B-4062-93B1-78F19FA4CC81}" destId="{724C1C9D-74FE-46C4-8B5C-A6632A69C12A}" srcOrd="0" destOrd="0" presId="urn:microsoft.com/office/officeart/2016/7/layout/RepeatingBendingProcessNew"/>
    <dgm:cxn modelId="{BCE9F65F-C4EB-407D-8DC7-1A5B830635F0}" type="presOf" srcId="{FAC7B7D8-9639-446B-8E35-32149EE39B60}" destId="{85C9E282-35C0-4542-B8F7-9DB7876292C3}" srcOrd="0" destOrd="0" presId="urn:microsoft.com/office/officeart/2016/7/layout/RepeatingBendingProcessNew"/>
    <dgm:cxn modelId="{71E37364-FA15-4698-9B69-27D9BD53493C}" type="presOf" srcId="{5C7BE094-4341-48FB-82A7-B76B624A1F1F}" destId="{280CB804-10C3-4C60-B1BD-00793CEF6DCC}" srcOrd="0" destOrd="0" presId="urn:microsoft.com/office/officeart/2016/7/layout/RepeatingBendingProcessNew"/>
    <dgm:cxn modelId="{DCE3ED44-1C42-4580-B499-D915B2462335}" srcId="{55E8CD71-E07B-4062-93B1-78F19FA4CC81}" destId="{1084A599-FB33-4A88-98EE-764FF9BA9681}" srcOrd="0" destOrd="0" parTransId="{51899020-1DA9-4643-9821-0D979DD055C8}" sibTransId="{F7AB844B-FDDC-44D6-B128-5A02373BA1D5}"/>
    <dgm:cxn modelId="{293FA970-A522-4667-9821-F1D90B1B4944}" srcId="{55E8CD71-E07B-4062-93B1-78F19FA4CC81}" destId="{1BEED9FD-3D8D-4156-8DC9-DDF9723604BC}" srcOrd="3" destOrd="0" parTransId="{9BC564CB-DC7D-4AC8-AD6F-56A39132F72B}" sibTransId="{FAC7B7D8-9639-446B-8E35-32149EE39B60}"/>
    <dgm:cxn modelId="{F8B5BE51-F111-4D4C-BD20-3A79F19F7188}" type="presOf" srcId="{B9B6DBD9-48D1-429F-A4AE-1FFE5D81ED60}" destId="{84BB5C90-3A3D-4C92-9F15-356876DA814D}" srcOrd="1" destOrd="0" presId="urn:microsoft.com/office/officeart/2016/7/layout/RepeatingBendingProcessNew"/>
    <dgm:cxn modelId="{743A2657-C7CD-4328-A5E1-F679FF1FCA98}" type="presOf" srcId="{A8EBB441-8AC5-4538-9656-58A45CDF592C}" destId="{2B226618-C5AB-4B86-AD77-8E3DE7D7E024}" srcOrd="0" destOrd="0" presId="urn:microsoft.com/office/officeart/2016/7/layout/RepeatingBendingProcessNew"/>
    <dgm:cxn modelId="{B36D8F79-84AB-4899-8A44-2041EB399833}" type="presOf" srcId="{1084A599-FB33-4A88-98EE-764FF9BA9681}" destId="{6ACA3268-1C1D-4887-BAE1-A2BEC4AE0DEC}" srcOrd="0" destOrd="0" presId="urn:microsoft.com/office/officeart/2016/7/layout/RepeatingBendingProcessNew"/>
    <dgm:cxn modelId="{F7189579-6EBC-4CC4-BD7A-AE529960474A}" type="presOf" srcId="{1BEED9FD-3D8D-4156-8DC9-DDF9723604BC}" destId="{78C1E78E-713F-4931-B1B5-509475B640CA}" srcOrd="0" destOrd="0" presId="urn:microsoft.com/office/officeart/2016/7/layout/RepeatingBendingProcessNew"/>
    <dgm:cxn modelId="{74BD2E7D-1D22-4214-AFA4-EBC5C158E0AC}" type="presOf" srcId="{B9B6DBD9-48D1-429F-A4AE-1FFE5D81ED60}" destId="{A0AA1D21-3594-4385-BCDB-41CBEDA07CD5}" srcOrd="0" destOrd="0" presId="urn:microsoft.com/office/officeart/2016/7/layout/RepeatingBendingProcessNew"/>
    <dgm:cxn modelId="{ACAFE184-1DD9-4B15-A42F-447C038339E5}" type="presOf" srcId="{8641BB91-C18A-4EB5-902E-141A5E91D300}" destId="{5E123F6E-55A0-46FB-8D02-0CE30B900BAB}" srcOrd="0" destOrd="0" presId="urn:microsoft.com/office/officeart/2016/7/layout/RepeatingBendingProcessNew"/>
    <dgm:cxn modelId="{922810A0-6C38-412A-9460-C45106CA8C2D}" srcId="{55E8CD71-E07B-4062-93B1-78F19FA4CC81}" destId="{06A5B0D7-D08A-43E6-A4F6-BE2527D6F8C6}" srcOrd="4" destOrd="0" parTransId="{1698E922-A5CF-4FE1-8549-DF13FE28D559}" sibTransId="{A8EBB441-8AC5-4538-9656-58A45CDF592C}"/>
    <dgm:cxn modelId="{FB6C4AAE-085B-4500-BED7-6469930D4AC2}" type="presOf" srcId="{D5B51DC0-09F6-4701-888D-F338809D8A5C}" destId="{E72CA326-3A7C-43FA-9051-910935E58F31}" srcOrd="0" destOrd="0" presId="urn:microsoft.com/office/officeart/2016/7/layout/RepeatingBendingProcessNew"/>
    <dgm:cxn modelId="{C75D21B8-7849-49FE-AA7F-C659466D9446}" type="presOf" srcId="{06A5B0D7-D08A-43E6-A4F6-BE2527D6F8C6}" destId="{39046861-706B-4F6C-B9C0-CCDF5997FC6D}" srcOrd="0" destOrd="0" presId="urn:microsoft.com/office/officeart/2016/7/layout/RepeatingBendingProcessNew"/>
    <dgm:cxn modelId="{1E3B2ACD-B723-437C-9A3C-CFAFC787189C}" srcId="{55E8CD71-E07B-4062-93B1-78F19FA4CC81}" destId="{5C7BE094-4341-48FB-82A7-B76B624A1F1F}" srcOrd="2" destOrd="0" parTransId="{D53CB1A0-B68B-46C7-AAA8-9F5E16BFE875}" sibTransId="{8641BB91-C18A-4EB5-902E-141A5E91D300}"/>
    <dgm:cxn modelId="{8DFB20E0-0F99-4270-90C6-9CFB3CC7E455}" type="presOf" srcId="{A8EBB441-8AC5-4538-9656-58A45CDF592C}" destId="{DAB95B83-27CC-41BD-9163-25B3148969BD}" srcOrd="1" destOrd="0" presId="urn:microsoft.com/office/officeart/2016/7/layout/RepeatingBendingProcessNew"/>
    <dgm:cxn modelId="{E3F09DE7-37E2-4D06-9722-5973C2B0A8DE}" type="presOf" srcId="{F7AB844B-FDDC-44D6-B128-5A02373BA1D5}" destId="{86ABEC04-977C-4657-AB94-90CFF9F6F882}" srcOrd="0" destOrd="0" presId="urn:microsoft.com/office/officeart/2016/7/layout/RepeatingBendingProcessNew"/>
    <dgm:cxn modelId="{A15F93F7-7984-41E5-A19A-472BA373A8B4}" type="presOf" srcId="{3843F362-09C2-40A6-B05C-D3257DAD8512}" destId="{23AAD9FC-D349-4CDC-BBEC-1E40F82C5FEF}" srcOrd="0" destOrd="0" presId="urn:microsoft.com/office/officeart/2016/7/layout/RepeatingBendingProcessNew"/>
    <dgm:cxn modelId="{947C12FA-E57A-4EEA-AC98-6726E943784A}" srcId="{55E8CD71-E07B-4062-93B1-78F19FA4CC81}" destId="{D5B51DC0-09F6-4701-888D-F338809D8A5C}" srcOrd="1" destOrd="0" parTransId="{69A6CE18-D535-48BB-B0FD-67D73E8CF153}" sibTransId="{B9B6DBD9-48D1-429F-A4AE-1FFE5D81ED60}"/>
    <dgm:cxn modelId="{52765ABC-E3A1-42C1-8ADF-1F89E39CA17E}" type="presParOf" srcId="{724C1C9D-74FE-46C4-8B5C-A6632A69C12A}" destId="{6ACA3268-1C1D-4887-BAE1-A2BEC4AE0DEC}" srcOrd="0" destOrd="0" presId="urn:microsoft.com/office/officeart/2016/7/layout/RepeatingBendingProcessNew"/>
    <dgm:cxn modelId="{6D53FAD9-59AE-49F3-B95C-DDA5540D7B9B}" type="presParOf" srcId="{724C1C9D-74FE-46C4-8B5C-A6632A69C12A}" destId="{86ABEC04-977C-4657-AB94-90CFF9F6F882}" srcOrd="1" destOrd="0" presId="urn:microsoft.com/office/officeart/2016/7/layout/RepeatingBendingProcessNew"/>
    <dgm:cxn modelId="{0BF8C77E-3072-44D6-BB0F-300AF221EFD7}" type="presParOf" srcId="{86ABEC04-977C-4657-AB94-90CFF9F6F882}" destId="{EB5A7F2E-7BD7-4C9C-ACC6-7D079C48D3E7}" srcOrd="0" destOrd="0" presId="urn:microsoft.com/office/officeart/2016/7/layout/RepeatingBendingProcessNew"/>
    <dgm:cxn modelId="{4A1A7457-38E2-4F53-8D38-DA282AAC55DC}" type="presParOf" srcId="{724C1C9D-74FE-46C4-8B5C-A6632A69C12A}" destId="{E72CA326-3A7C-43FA-9051-910935E58F31}" srcOrd="2" destOrd="0" presId="urn:microsoft.com/office/officeart/2016/7/layout/RepeatingBendingProcessNew"/>
    <dgm:cxn modelId="{8CC44203-6100-4BAB-8643-EF824CF938C5}" type="presParOf" srcId="{724C1C9D-74FE-46C4-8B5C-A6632A69C12A}" destId="{A0AA1D21-3594-4385-BCDB-41CBEDA07CD5}" srcOrd="3" destOrd="0" presId="urn:microsoft.com/office/officeart/2016/7/layout/RepeatingBendingProcessNew"/>
    <dgm:cxn modelId="{EA7FBFAD-3969-4ABE-AB12-2763FC48905C}" type="presParOf" srcId="{A0AA1D21-3594-4385-BCDB-41CBEDA07CD5}" destId="{84BB5C90-3A3D-4C92-9F15-356876DA814D}" srcOrd="0" destOrd="0" presId="urn:microsoft.com/office/officeart/2016/7/layout/RepeatingBendingProcessNew"/>
    <dgm:cxn modelId="{AFD5E999-86B4-4245-B4B0-2DE2BF152A34}" type="presParOf" srcId="{724C1C9D-74FE-46C4-8B5C-A6632A69C12A}" destId="{280CB804-10C3-4C60-B1BD-00793CEF6DCC}" srcOrd="4" destOrd="0" presId="urn:microsoft.com/office/officeart/2016/7/layout/RepeatingBendingProcessNew"/>
    <dgm:cxn modelId="{127C468F-6565-4488-BB62-4FDC29A8C28C}" type="presParOf" srcId="{724C1C9D-74FE-46C4-8B5C-A6632A69C12A}" destId="{5E123F6E-55A0-46FB-8D02-0CE30B900BAB}" srcOrd="5" destOrd="0" presId="urn:microsoft.com/office/officeart/2016/7/layout/RepeatingBendingProcessNew"/>
    <dgm:cxn modelId="{5C9C358C-404C-4659-B812-54F92A874759}" type="presParOf" srcId="{5E123F6E-55A0-46FB-8D02-0CE30B900BAB}" destId="{344C8193-DF1B-4D15-9BEF-B08304FD9BFF}" srcOrd="0" destOrd="0" presId="urn:microsoft.com/office/officeart/2016/7/layout/RepeatingBendingProcessNew"/>
    <dgm:cxn modelId="{F73E4643-2DC7-458C-8D8A-AF5644CDD26E}" type="presParOf" srcId="{724C1C9D-74FE-46C4-8B5C-A6632A69C12A}" destId="{78C1E78E-713F-4931-B1B5-509475B640CA}" srcOrd="6" destOrd="0" presId="urn:microsoft.com/office/officeart/2016/7/layout/RepeatingBendingProcessNew"/>
    <dgm:cxn modelId="{9A0F042F-2BDF-41F6-9CF2-0DF3B29A89F9}" type="presParOf" srcId="{724C1C9D-74FE-46C4-8B5C-A6632A69C12A}" destId="{85C9E282-35C0-4542-B8F7-9DB7876292C3}" srcOrd="7" destOrd="0" presId="urn:microsoft.com/office/officeart/2016/7/layout/RepeatingBendingProcessNew"/>
    <dgm:cxn modelId="{CC283BFF-64A7-482B-9B83-7B109C0E303E}" type="presParOf" srcId="{85C9E282-35C0-4542-B8F7-9DB7876292C3}" destId="{90E5A489-8609-45E0-9806-99D26E88C485}" srcOrd="0" destOrd="0" presId="urn:microsoft.com/office/officeart/2016/7/layout/RepeatingBendingProcessNew"/>
    <dgm:cxn modelId="{2BC86DDA-FE47-4043-B16B-CDD1DFE5C8D5}" type="presParOf" srcId="{724C1C9D-74FE-46C4-8B5C-A6632A69C12A}" destId="{39046861-706B-4F6C-B9C0-CCDF5997FC6D}" srcOrd="8" destOrd="0" presId="urn:microsoft.com/office/officeart/2016/7/layout/RepeatingBendingProcessNew"/>
    <dgm:cxn modelId="{E0245391-B883-4627-9F59-1BB9175D852E}" type="presParOf" srcId="{724C1C9D-74FE-46C4-8B5C-A6632A69C12A}" destId="{2B226618-C5AB-4B86-AD77-8E3DE7D7E024}" srcOrd="9" destOrd="0" presId="urn:microsoft.com/office/officeart/2016/7/layout/RepeatingBendingProcessNew"/>
    <dgm:cxn modelId="{177CA070-8936-4717-9A1E-9B16BE2F0151}" type="presParOf" srcId="{2B226618-C5AB-4B86-AD77-8E3DE7D7E024}" destId="{DAB95B83-27CC-41BD-9163-25B3148969BD}" srcOrd="0" destOrd="0" presId="urn:microsoft.com/office/officeart/2016/7/layout/RepeatingBendingProcessNew"/>
    <dgm:cxn modelId="{A5AD645D-BBF5-47C0-8E56-B6888068F0CC}" type="presParOf" srcId="{724C1C9D-74FE-46C4-8B5C-A6632A69C12A}" destId="{23AAD9FC-D349-4CDC-BBEC-1E40F82C5FEF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3AD312C-0B81-46E1-A3C8-E2335500AB60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04C5672-E7F4-48FD-806C-354AC592180F}">
      <dgm:prSet/>
      <dgm:spPr/>
      <dgm:t>
        <a:bodyPr/>
        <a:lstStyle/>
        <a:p>
          <a:pPr>
            <a:defRPr b="1"/>
          </a:pPr>
          <a:r>
            <a:rPr lang="en-US" b="0" i="0" dirty="0"/>
            <a:t>Literature Review</a:t>
          </a:r>
          <a:endParaRPr lang="en-US" dirty="0"/>
        </a:p>
      </dgm:t>
    </dgm:pt>
    <dgm:pt modelId="{647010FF-8892-4FB4-B42B-1A642B4DE0D8}" type="parTrans" cxnId="{43F5C675-E379-40CC-A97A-A2C05C80D59C}">
      <dgm:prSet/>
      <dgm:spPr/>
      <dgm:t>
        <a:bodyPr/>
        <a:lstStyle/>
        <a:p>
          <a:endParaRPr lang="en-US"/>
        </a:p>
      </dgm:t>
    </dgm:pt>
    <dgm:pt modelId="{C4C9EF43-824E-4F1C-98EB-49E60DE29FA3}" type="sibTrans" cxnId="{43F5C675-E379-40CC-A97A-A2C05C80D59C}">
      <dgm:prSet/>
      <dgm:spPr/>
      <dgm:t>
        <a:bodyPr/>
        <a:lstStyle/>
        <a:p>
          <a:endParaRPr lang="en-US"/>
        </a:p>
      </dgm:t>
    </dgm:pt>
    <dgm:pt modelId="{2B046816-1E39-447B-A8BE-83293B76BBBA}">
      <dgm:prSet custT="1"/>
      <dgm:spPr/>
      <dgm:t>
        <a:bodyPr/>
        <a:lstStyle/>
        <a:p>
          <a:r>
            <a:rPr lang="en-US" sz="1600" b="0" i="0" dirty="0"/>
            <a:t>Conduct a thorough review of existing literature on power electronics and numerical simulation techniques to establish a foundational understanding of the subject.</a:t>
          </a:r>
          <a:endParaRPr lang="en-US" sz="1600" dirty="0"/>
        </a:p>
      </dgm:t>
    </dgm:pt>
    <dgm:pt modelId="{E2A061AB-B160-47D7-ABCF-051B10E07A9A}" type="parTrans" cxnId="{D2E4BEF6-DD7D-494D-9639-033E3FF5DAF5}">
      <dgm:prSet/>
      <dgm:spPr/>
      <dgm:t>
        <a:bodyPr/>
        <a:lstStyle/>
        <a:p>
          <a:endParaRPr lang="en-US"/>
        </a:p>
      </dgm:t>
    </dgm:pt>
    <dgm:pt modelId="{77C0F671-A51A-4158-9E57-52F56D0110F3}" type="sibTrans" cxnId="{D2E4BEF6-DD7D-494D-9639-033E3FF5DAF5}">
      <dgm:prSet/>
      <dgm:spPr/>
      <dgm:t>
        <a:bodyPr/>
        <a:lstStyle/>
        <a:p>
          <a:endParaRPr lang="en-US"/>
        </a:p>
      </dgm:t>
    </dgm:pt>
    <dgm:pt modelId="{E8B05451-C00D-4681-8440-6C9F9F456878}">
      <dgm:prSet/>
      <dgm:spPr/>
      <dgm:t>
        <a:bodyPr/>
        <a:lstStyle/>
        <a:p>
          <a:pPr>
            <a:defRPr b="1"/>
          </a:pPr>
          <a:r>
            <a:rPr lang="en-US" b="0" i="0" dirty="0"/>
            <a:t>Software Setup</a:t>
          </a:r>
          <a:endParaRPr lang="en-US" dirty="0"/>
        </a:p>
      </dgm:t>
    </dgm:pt>
    <dgm:pt modelId="{F392A116-55CA-45AA-80F8-195A63F14D7B}" type="parTrans" cxnId="{C343A548-8303-4FAD-BA83-B980E8D4DA76}">
      <dgm:prSet/>
      <dgm:spPr/>
      <dgm:t>
        <a:bodyPr/>
        <a:lstStyle/>
        <a:p>
          <a:endParaRPr lang="en-US"/>
        </a:p>
      </dgm:t>
    </dgm:pt>
    <dgm:pt modelId="{EF5B8D55-8987-4797-A163-108C602A58DD}" type="sibTrans" cxnId="{C343A548-8303-4FAD-BA83-B980E8D4DA76}">
      <dgm:prSet/>
      <dgm:spPr/>
      <dgm:t>
        <a:bodyPr/>
        <a:lstStyle/>
        <a:p>
          <a:endParaRPr lang="en-US"/>
        </a:p>
      </dgm:t>
    </dgm:pt>
    <dgm:pt modelId="{390D24EE-A550-4928-AB02-B05CE085AAAE}">
      <dgm:prSet custT="1"/>
      <dgm:spPr/>
      <dgm:t>
        <a:bodyPr/>
        <a:lstStyle/>
        <a:p>
          <a:r>
            <a:rPr lang="en-US" sz="1600" b="0" i="0" dirty="0"/>
            <a:t>Install and configure simulation software such as </a:t>
          </a:r>
          <a:r>
            <a:rPr lang="en-US" sz="1600" b="0" i="0" dirty="0" err="1"/>
            <a:t>LTspice</a:t>
          </a:r>
          <a:r>
            <a:rPr lang="en-US" sz="1600" b="0" i="0" dirty="0"/>
            <a:t> for circuit simulation and Altium Designer for PCB design, ensuring all necessary libraries and components are available.</a:t>
          </a:r>
          <a:endParaRPr lang="en-US" sz="1600" dirty="0"/>
        </a:p>
      </dgm:t>
    </dgm:pt>
    <dgm:pt modelId="{68694946-A2E5-4513-8C89-AEC37D2AB101}" type="parTrans" cxnId="{DB81CA96-3228-490D-A672-85524A633D4A}">
      <dgm:prSet/>
      <dgm:spPr/>
      <dgm:t>
        <a:bodyPr/>
        <a:lstStyle/>
        <a:p>
          <a:endParaRPr lang="en-US"/>
        </a:p>
      </dgm:t>
    </dgm:pt>
    <dgm:pt modelId="{D89703F8-3B1D-4F5C-AE77-347CDED26BA1}" type="sibTrans" cxnId="{DB81CA96-3228-490D-A672-85524A633D4A}">
      <dgm:prSet/>
      <dgm:spPr/>
      <dgm:t>
        <a:bodyPr/>
        <a:lstStyle/>
        <a:p>
          <a:endParaRPr lang="en-US"/>
        </a:p>
      </dgm:t>
    </dgm:pt>
    <dgm:pt modelId="{E2E8F8E3-01A0-4816-BF05-060EF6328CB7}">
      <dgm:prSet/>
      <dgm:spPr/>
      <dgm:t>
        <a:bodyPr/>
        <a:lstStyle/>
        <a:p>
          <a:pPr>
            <a:defRPr b="1"/>
          </a:pPr>
          <a:r>
            <a:rPr lang="en-US" b="0" i="0" dirty="0"/>
            <a:t>Circuit Design</a:t>
          </a:r>
          <a:endParaRPr lang="en-US" dirty="0"/>
        </a:p>
      </dgm:t>
    </dgm:pt>
    <dgm:pt modelId="{9DAC1E04-4CC0-4627-808D-B78EE5EA7B9F}" type="parTrans" cxnId="{6C8DC4FD-ED44-4410-A04E-F9456794F8B2}">
      <dgm:prSet/>
      <dgm:spPr/>
      <dgm:t>
        <a:bodyPr/>
        <a:lstStyle/>
        <a:p>
          <a:endParaRPr lang="en-US"/>
        </a:p>
      </dgm:t>
    </dgm:pt>
    <dgm:pt modelId="{E5D6691E-CF64-4C01-B784-04B8F86CCE9B}" type="sibTrans" cxnId="{6C8DC4FD-ED44-4410-A04E-F9456794F8B2}">
      <dgm:prSet/>
      <dgm:spPr/>
      <dgm:t>
        <a:bodyPr/>
        <a:lstStyle/>
        <a:p>
          <a:endParaRPr lang="en-US"/>
        </a:p>
      </dgm:t>
    </dgm:pt>
    <dgm:pt modelId="{59BA6CC4-C871-4614-928C-435E09E1DE70}">
      <dgm:prSet custT="1"/>
      <dgm:spPr/>
      <dgm:t>
        <a:bodyPr/>
        <a:lstStyle/>
        <a:p>
          <a:r>
            <a:rPr lang="en-US" sz="1600" b="0" i="0" dirty="0"/>
            <a:t>Design various power electronic circuits (e.g., Buck, Boost, Buck-Boost, Flyback, Forward, and Push-Pull converters) using theoretical principles and simulation tools.</a:t>
          </a:r>
          <a:endParaRPr lang="en-US" sz="1600" dirty="0"/>
        </a:p>
      </dgm:t>
    </dgm:pt>
    <dgm:pt modelId="{D987B5B5-DA14-444C-830A-315D92926F5F}" type="parTrans" cxnId="{04AE8ABA-7BA3-4B34-85D1-260BE135B047}">
      <dgm:prSet/>
      <dgm:spPr/>
      <dgm:t>
        <a:bodyPr/>
        <a:lstStyle/>
        <a:p>
          <a:endParaRPr lang="en-US"/>
        </a:p>
      </dgm:t>
    </dgm:pt>
    <dgm:pt modelId="{8B38CB0B-AFD8-42F4-81E8-99B4816FE46E}" type="sibTrans" cxnId="{04AE8ABA-7BA3-4B34-85D1-260BE135B047}">
      <dgm:prSet/>
      <dgm:spPr/>
      <dgm:t>
        <a:bodyPr/>
        <a:lstStyle/>
        <a:p>
          <a:endParaRPr lang="en-US"/>
        </a:p>
      </dgm:t>
    </dgm:pt>
    <dgm:pt modelId="{44648818-144F-45CB-B604-D70250AD537F}">
      <dgm:prSet/>
      <dgm:spPr/>
      <dgm:t>
        <a:bodyPr/>
        <a:lstStyle/>
        <a:p>
          <a:pPr>
            <a:defRPr b="1"/>
          </a:pPr>
          <a:r>
            <a:rPr lang="en-US" b="0" i="0" dirty="0"/>
            <a:t>Numerical Simulations</a:t>
          </a:r>
          <a:endParaRPr lang="en-US" dirty="0"/>
        </a:p>
      </dgm:t>
    </dgm:pt>
    <dgm:pt modelId="{3D3DCF48-19C8-4CF1-8347-66399E12E7B1}" type="parTrans" cxnId="{E521BEE4-0DE2-4558-A42C-9754552ACE4B}">
      <dgm:prSet/>
      <dgm:spPr/>
      <dgm:t>
        <a:bodyPr/>
        <a:lstStyle/>
        <a:p>
          <a:endParaRPr lang="en-US"/>
        </a:p>
      </dgm:t>
    </dgm:pt>
    <dgm:pt modelId="{8202A68B-E17C-4C25-B2D7-1400F19E4394}" type="sibTrans" cxnId="{E521BEE4-0DE2-4558-A42C-9754552ACE4B}">
      <dgm:prSet/>
      <dgm:spPr/>
      <dgm:t>
        <a:bodyPr/>
        <a:lstStyle/>
        <a:p>
          <a:endParaRPr lang="en-US"/>
        </a:p>
      </dgm:t>
    </dgm:pt>
    <dgm:pt modelId="{4CC1FCAC-19FF-4F60-A7BA-6C92304CDFA0}">
      <dgm:prSet custT="1"/>
      <dgm:spPr/>
      <dgm:t>
        <a:bodyPr/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Perform numerical simulations of the designed circuits in </a:t>
          </a:r>
          <a:r>
            <a:rPr lang="en-US" sz="1600" b="0" i="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LTspice</a:t>
          </a:r>
          <a:r>
            <a:rPr lang="en-US" sz="16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, analyzing parameters such as voltage, current, and efficiency under different operating conditions.</a:t>
          </a:r>
        </a:p>
      </dgm:t>
    </dgm:pt>
    <dgm:pt modelId="{C5557B84-B600-4CBD-B68F-68236435897A}" type="parTrans" cxnId="{CE5A3A78-23FE-4B2C-AD8D-1107BA4EC0E3}">
      <dgm:prSet/>
      <dgm:spPr/>
      <dgm:t>
        <a:bodyPr/>
        <a:lstStyle/>
        <a:p>
          <a:endParaRPr lang="en-US"/>
        </a:p>
      </dgm:t>
    </dgm:pt>
    <dgm:pt modelId="{A9C95D37-527C-408C-B922-3D57A93498FF}" type="sibTrans" cxnId="{CE5A3A78-23FE-4B2C-AD8D-1107BA4EC0E3}">
      <dgm:prSet/>
      <dgm:spPr/>
      <dgm:t>
        <a:bodyPr/>
        <a:lstStyle/>
        <a:p>
          <a:endParaRPr lang="en-US"/>
        </a:p>
      </dgm:t>
    </dgm:pt>
    <dgm:pt modelId="{B8246D99-C9A9-4F5C-B08B-26B42A90F6A2}">
      <dgm:prSet/>
      <dgm:spPr/>
      <dgm:t>
        <a:bodyPr/>
        <a:lstStyle/>
        <a:p>
          <a:pPr>
            <a:defRPr b="1"/>
          </a:pPr>
          <a:r>
            <a:rPr lang="en-US" b="0" i="0" dirty="0"/>
            <a:t>MOSFET &amp; Gate Driver Design</a:t>
          </a:r>
          <a:endParaRPr lang="en-US" dirty="0"/>
        </a:p>
      </dgm:t>
    </dgm:pt>
    <dgm:pt modelId="{7D21C186-3C3C-43FC-BFB8-89003828399C}" type="parTrans" cxnId="{181CD317-93AE-42E1-BC48-29BA2D3C4A1E}">
      <dgm:prSet/>
      <dgm:spPr/>
      <dgm:t>
        <a:bodyPr/>
        <a:lstStyle/>
        <a:p>
          <a:endParaRPr lang="en-US"/>
        </a:p>
      </dgm:t>
    </dgm:pt>
    <dgm:pt modelId="{D827A6CC-D026-4A7E-B2B6-33349AD9F5A5}" type="sibTrans" cxnId="{181CD317-93AE-42E1-BC48-29BA2D3C4A1E}">
      <dgm:prSet/>
      <dgm:spPr/>
      <dgm:t>
        <a:bodyPr/>
        <a:lstStyle/>
        <a:p>
          <a:endParaRPr lang="en-US"/>
        </a:p>
      </dgm:t>
    </dgm:pt>
    <dgm:pt modelId="{2934D2EB-ED61-48D2-9B49-570C0AECFD0D}">
      <dgm:prSet custT="1"/>
      <dgm:spPr/>
      <dgm:t>
        <a:bodyPr/>
        <a:lstStyle/>
        <a:p>
          <a:r>
            <a:rPr lang="en-US" sz="16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Develop and simulate gate driver circuits, specifically the NCP51820, to control </a:t>
          </a:r>
          <a:r>
            <a:rPr lang="en-US" sz="1600" b="0" i="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GaN</a:t>
          </a:r>
          <a:r>
            <a:rPr lang="en-US" sz="16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 MOSFETs effectively, ensuring proper operation within the designed circuits.</a:t>
          </a:r>
        </a:p>
      </dgm:t>
    </dgm:pt>
    <dgm:pt modelId="{FA65F80C-9067-4603-ABFB-4A23F5AEA61C}" type="parTrans" cxnId="{6FB51871-D9BC-414F-9478-BCDA1B941C27}">
      <dgm:prSet/>
      <dgm:spPr/>
      <dgm:t>
        <a:bodyPr/>
        <a:lstStyle/>
        <a:p>
          <a:endParaRPr lang="en-US"/>
        </a:p>
      </dgm:t>
    </dgm:pt>
    <dgm:pt modelId="{A1825C0F-7B19-48F9-8953-BEB777A3ED5F}" type="sibTrans" cxnId="{6FB51871-D9BC-414F-9478-BCDA1B941C27}">
      <dgm:prSet/>
      <dgm:spPr/>
      <dgm:t>
        <a:bodyPr/>
        <a:lstStyle/>
        <a:p>
          <a:endParaRPr lang="en-US"/>
        </a:p>
      </dgm:t>
    </dgm:pt>
    <dgm:pt modelId="{5E26E8DE-34F6-4A90-BD8E-A41320582AC0}">
      <dgm:prSet/>
      <dgm:spPr/>
      <dgm:t>
        <a:bodyPr/>
        <a:lstStyle/>
        <a:p>
          <a:pPr>
            <a:defRPr b="1"/>
          </a:pPr>
          <a:r>
            <a:rPr lang="en-US" b="0" i="0" dirty="0"/>
            <a:t>Validation and Testing</a:t>
          </a:r>
          <a:endParaRPr lang="en-US" dirty="0"/>
        </a:p>
      </dgm:t>
    </dgm:pt>
    <dgm:pt modelId="{5B813197-053D-4ABD-9CB9-8D6E41D128F6}" type="parTrans" cxnId="{310D9FF7-4035-4C98-847E-70E245C24C29}">
      <dgm:prSet/>
      <dgm:spPr/>
      <dgm:t>
        <a:bodyPr/>
        <a:lstStyle/>
        <a:p>
          <a:endParaRPr lang="en-US"/>
        </a:p>
      </dgm:t>
    </dgm:pt>
    <dgm:pt modelId="{7772F0D8-28C8-4323-9470-DB66D4EF54B0}" type="sibTrans" cxnId="{310D9FF7-4035-4C98-847E-70E245C24C29}">
      <dgm:prSet/>
      <dgm:spPr/>
      <dgm:t>
        <a:bodyPr/>
        <a:lstStyle/>
        <a:p>
          <a:endParaRPr lang="en-US"/>
        </a:p>
      </dgm:t>
    </dgm:pt>
    <dgm:pt modelId="{AE309976-282A-4C3C-8969-383116EB59EE}">
      <dgm:prSet custT="1"/>
      <dgm:spPr/>
      <dgm:t>
        <a:bodyPr/>
        <a:lstStyle/>
        <a:p>
          <a:r>
            <a:rPr lang="en-US" sz="1600" b="0" i="0" dirty="0"/>
            <a:t>Validate simulation results through comparison with theoretical calculations and perform boundary tests to assess the performance of the circuits under various input conditions.</a:t>
          </a:r>
          <a:endParaRPr lang="en-US" sz="1600" dirty="0"/>
        </a:p>
      </dgm:t>
    </dgm:pt>
    <dgm:pt modelId="{2446270B-EBEB-4552-AD13-8645EC4698E2}" type="parTrans" cxnId="{F39CE420-7CD3-4E9C-BAC1-1488A4597842}">
      <dgm:prSet/>
      <dgm:spPr/>
      <dgm:t>
        <a:bodyPr/>
        <a:lstStyle/>
        <a:p>
          <a:endParaRPr lang="en-US"/>
        </a:p>
      </dgm:t>
    </dgm:pt>
    <dgm:pt modelId="{1400725A-92C9-43A5-8088-5E0069B9EB7F}" type="sibTrans" cxnId="{F39CE420-7CD3-4E9C-BAC1-1488A4597842}">
      <dgm:prSet/>
      <dgm:spPr/>
      <dgm:t>
        <a:bodyPr/>
        <a:lstStyle/>
        <a:p>
          <a:endParaRPr lang="en-US"/>
        </a:p>
      </dgm:t>
    </dgm:pt>
    <dgm:pt modelId="{5D2D027D-58F9-4974-A84E-A8B547658952}" type="pres">
      <dgm:prSet presAssocID="{93AD312C-0B81-46E1-A3C8-E2335500AB60}" presName="Name0" presStyleCnt="0">
        <dgm:presLayoutVars>
          <dgm:dir/>
          <dgm:animLvl val="lvl"/>
          <dgm:resizeHandles val="exact"/>
        </dgm:presLayoutVars>
      </dgm:prSet>
      <dgm:spPr/>
    </dgm:pt>
    <dgm:pt modelId="{D284F9C1-1728-4497-B246-3D8940FC7E0B}" type="pres">
      <dgm:prSet presAssocID="{304C5672-E7F4-48FD-806C-354AC592180F}" presName="linNode" presStyleCnt="0"/>
      <dgm:spPr/>
    </dgm:pt>
    <dgm:pt modelId="{B60FB389-34BA-4C3B-94AA-2CB1ECD0C67D}" type="pres">
      <dgm:prSet presAssocID="{304C5672-E7F4-48FD-806C-354AC592180F}" presName="parentText" presStyleLbl="node1" presStyleIdx="0" presStyleCnt="6" custLinFactNeighborX="-3483" custLinFactNeighborY="-31778">
        <dgm:presLayoutVars>
          <dgm:chMax val="1"/>
          <dgm:bulletEnabled val="1"/>
        </dgm:presLayoutVars>
      </dgm:prSet>
      <dgm:spPr/>
    </dgm:pt>
    <dgm:pt modelId="{80C845AB-D9E0-4A05-B87E-BDD61C81EA9C}" type="pres">
      <dgm:prSet presAssocID="{304C5672-E7F4-48FD-806C-354AC592180F}" presName="descendantText" presStyleLbl="alignAccFollowNode1" presStyleIdx="0" presStyleCnt="6" custScaleY="126166">
        <dgm:presLayoutVars>
          <dgm:bulletEnabled val="1"/>
        </dgm:presLayoutVars>
      </dgm:prSet>
      <dgm:spPr/>
    </dgm:pt>
    <dgm:pt modelId="{2AFD7EDE-1132-4B26-B76C-778850C73A59}" type="pres">
      <dgm:prSet presAssocID="{C4C9EF43-824E-4F1C-98EB-49E60DE29FA3}" presName="sp" presStyleCnt="0"/>
      <dgm:spPr/>
    </dgm:pt>
    <dgm:pt modelId="{325F2EFA-68CC-4A2F-A207-3CE85AAF76BC}" type="pres">
      <dgm:prSet presAssocID="{E8B05451-C00D-4681-8440-6C9F9F456878}" presName="linNode" presStyleCnt="0"/>
      <dgm:spPr/>
    </dgm:pt>
    <dgm:pt modelId="{9A28126A-3075-478D-88B0-020E23EF126A}" type="pres">
      <dgm:prSet presAssocID="{E8B05451-C00D-4681-8440-6C9F9F456878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A559C5CD-B3B7-45AD-BFA4-2317EC69DD21}" type="pres">
      <dgm:prSet presAssocID="{E8B05451-C00D-4681-8440-6C9F9F456878}" presName="descendantText" presStyleLbl="alignAccFollowNode1" presStyleIdx="1" presStyleCnt="6" custScaleY="153776">
        <dgm:presLayoutVars>
          <dgm:bulletEnabled val="1"/>
        </dgm:presLayoutVars>
      </dgm:prSet>
      <dgm:spPr/>
    </dgm:pt>
    <dgm:pt modelId="{A2C749CB-D405-4262-AE1A-3EA7265600B3}" type="pres">
      <dgm:prSet presAssocID="{EF5B8D55-8987-4797-A163-108C602A58DD}" presName="sp" presStyleCnt="0"/>
      <dgm:spPr/>
    </dgm:pt>
    <dgm:pt modelId="{D8B5EA4F-0531-4B9A-9452-F724EBBCCAEF}" type="pres">
      <dgm:prSet presAssocID="{E2E8F8E3-01A0-4816-BF05-060EF6328CB7}" presName="linNode" presStyleCnt="0"/>
      <dgm:spPr/>
    </dgm:pt>
    <dgm:pt modelId="{DC95F24F-707D-47F8-9C7B-9B93B286927F}" type="pres">
      <dgm:prSet presAssocID="{E2E8F8E3-01A0-4816-BF05-060EF6328CB7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69EFBF5E-7594-4405-90A0-9EDDD8A193F0}" type="pres">
      <dgm:prSet presAssocID="{E2E8F8E3-01A0-4816-BF05-060EF6328CB7}" presName="descendantText" presStyleLbl="alignAccFollowNode1" presStyleIdx="2" presStyleCnt="6">
        <dgm:presLayoutVars>
          <dgm:bulletEnabled val="1"/>
        </dgm:presLayoutVars>
      </dgm:prSet>
      <dgm:spPr/>
    </dgm:pt>
    <dgm:pt modelId="{EDA3CB50-ECB1-400A-81C9-BAA7505E838E}" type="pres">
      <dgm:prSet presAssocID="{E5D6691E-CF64-4C01-B784-04B8F86CCE9B}" presName="sp" presStyleCnt="0"/>
      <dgm:spPr/>
    </dgm:pt>
    <dgm:pt modelId="{BC493014-19FB-41B8-9B14-E3DE38DE46A4}" type="pres">
      <dgm:prSet presAssocID="{44648818-144F-45CB-B604-D70250AD537F}" presName="linNode" presStyleCnt="0"/>
      <dgm:spPr/>
    </dgm:pt>
    <dgm:pt modelId="{EDD400D2-E07F-4CA5-86BD-8C7DAF86002A}" type="pres">
      <dgm:prSet presAssocID="{44648818-144F-45CB-B604-D70250AD537F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8D0FE3E4-2BC9-4019-B210-1219CB3A76CB}" type="pres">
      <dgm:prSet presAssocID="{44648818-144F-45CB-B604-D70250AD537F}" presName="descendantText" presStyleLbl="alignAccFollowNode1" presStyleIdx="3" presStyleCnt="6">
        <dgm:presLayoutVars>
          <dgm:bulletEnabled val="1"/>
        </dgm:presLayoutVars>
      </dgm:prSet>
      <dgm:spPr/>
    </dgm:pt>
    <dgm:pt modelId="{5B0E6BA0-1F29-4CE0-AFF1-58BBFC0DB0D5}" type="pres">
      <dgm:prSet presAssocID="{8202A68B-E17C-4C25-B2D7-1400F19E4394}" presName="sp" presStyleCnt="0"/>
      <dgm:spPr/>
    </dgm:pt>
    <dgm:pt modelId="{6B229C98-92B4-4D62-9C69-7C51B6DF6E03}" type="pres">
      <dgm:prSet presAssocID="{B8246D99-C9A9-4F5C-B08B-26B42A90F6A2}" presName="linNode" presStyleCnt="0"/>
      <dgm:spPr/>
    </dgm:pt>
    <dgm:pt modelId="{BB634D9E-38EC-4C3B-9F2B-0EAAE53C7444}" type="pres">
      <dgm:prSet presAssocID="{B8246D99-C9A9-4F5C-B08B-26B42A90F6A2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1E8E9DAC-96FF-4783-A84E-502EF35BFB23}" type="pres">
      <dgm:prSet presAssocID="{B8246D99-C9A9-4F5C-B08B-26B42A90F6A2}" presName="descendantText" presStyleLbl="alignAccFollowNode1" presStyleIdx="4" presStyleCnt="6" custScaleY="130940">
        <dgm:presLayoutVars>
          <dgm:bulletEnabled val="1"/>
        </dgm:presLayoutVars>
      </dgm:prSet>
      <dgm:spPr/>
    </dgm:pt>
    <dgm:pt modelId="{B5D3EB3F-4863-40C2-9286-18AAA5A30B51}" type="pres">
      <dgm:prSet presAssocID="{D827A6CC-D026-4A7E-B2B6-33349AD9F5A5}" presName="sp" presStyleCnt="0"/>
      <dgm:spPr/>
    </dgm:pt>
    <dgm:pt modelId="{BFBC5D28-71D6-4321-AEAF-AB5A67C64E47}" type="pres">
      <dgm:prSet presAssocID="{5E26E8DE-34F6-4A90-BD8E-A41320582AC0}" presName="linNode" presStyleCnt="0"/>
      <dgm:spPr/>
    </dgm:pt>
    <dgm:pt modelId="{BBBBD1A4-8632-4920-B83E-03B5BF40AF0D}" type="pres">
      <dgm:prSet presAssocID="{5E26E8DE-34F6-4A90-BD8E-A41320582AC0}" presName="parentText" presStyleLbl="node1" presStyleIdx="5" presStyleCnt="6">
        <dgm:presLayoutVars>
          <dgm:chMax val="1"/>
          <dgm:bulletEnabled val="1"/>
        </dgm:presLayoutVars>
      </dgm:prSet>
      <dgm:spPr/>
    </dgm:pt>
    <dgm:pt modelId="{79FFD5F7-56C1-4ED8-86F1-A0CBA52D406A}" type="pres">
      <dgm:prSet presAssocID="{5E26E8DE-34F6-4A90-BD8E-A41320582AC0}" presName="descendantText" presStyleLbl="alignAccFollowNode1" presStyleIdx="5" presStyleCnt="6">
        <dgm:presLayoutVars>
          <dgm:bulletEnabled val="1"/>
        </dgm:presLayoutVars>
      </dgm:prSet>
      <dgm:spPr/>
    </dgm:pt>
  </dgm:ptLst>
  <dgm:cxnLst>
    <dgm:cxn modelId="{017B6B0E-54A2-420C-8213-6265FCB081B5}" type="presOf" srcId="{2934D2EB-ED61-48D2-9B49-570C0AECFD0D}" destId="{1E8E9DAC-96FF-4783-A84E-502EF35BFB23}" srcOrd="0" destOrd="0" presId="urn:microsoft.com/office/officeart/2005/8/layout/vList5"/>
    <dgm:cxn modelId="{181CD317-93AE-42E1-BC48-29BA2D3C4A1E}" srcId="{93AD312C-0B81-46E1-A3C8-E2335500AB60}" destId="{B8246D99-C9A9-4F5C-B08B-26B42A90F6A2}" srcOrd="4" destOrd="0" parTransId="{7D21C186-3C3C-43FC-BFB8-89003828399C}" sibTransId="{D827A6CC-D026-4A7E-B2B6-33349AD9F5A5}"/>
    <dgm:cxn modelId="{F39CE420-7CD3-4E9C-BAC1-1488A4597842}" srcId="{5E26E8DE-34F6-4A90-BD8E-A41320582AC0}" destId="{AE309976-282A-4C3C-8969-383116EB59EE}" srcOrd="0" destOrd="0" parTransId="{2446270B-EBEB-4552-AD13-8645EC4698E2}" sibTransId="{1400725A-92C9-43A5-8088-5E0069B9EB7F}"/>
    <dgm:cxn modelId="{A7DE6E67-8508-464B-856A-46BC98810245}" type="presOf" srcId="{E2E8F8E3-01A0-4816-BF05-060EF6328CB7}" destId="{DC95F24F-707D-47F8-9C7B-9B93B286927F}" srcOrd="0" destOrd="0" presId="urn:microsoft.com/office/officeart/2005/8/layout/vList5"/>
    <dgm:cxn modelId="{C343A548-8303-4FAD-BA83-B980E8D4DA76}" srcId="{93AD312C-0B81-46E1-A3C8-E2335500AB60}" destId="{E8B05451-C00D-4681-8440-6C9F9F456878}" srcOrd="1" destOrd="0" parTransId="{F392A116-55CA-45AA-80F8-195A63F14D7B}" sibTransId="{EF5B8D55-8987-4797-A163-108C602A58DD}"/>
    <dgm:cxn modelId="{F16E646B-3516-4E30-B277-1EA593C70252}" type="presOf" srcId="{2B046816-1E39-447B-A8BE-83293B76BBBA}" destId="{80C845AB-D9E0-4A05-B87E-BDD61C81EA9C}" srcOrd="0" destOrd="0" presId="urn:microsoft.com/office/officeart/2005/8/layout/vList5"/>
    <dgm:cxn modelId="{2440164E-DC93-4046-8C37-3E5F525D4944}" type="presOf" srcId="{93AD312C-0B81-46E1-A3C8-E2335500AB60}" destId="{5D2D027D-58F9-4974-A84E-A8B547658952}" srcOrd="0" destOrd="0" presId="urn:microsoft.com/office/officeart/2005/8/layout/vList5"/>
    <dgm:cxn modelId="{6FB51871-D9BC-414F-9478-BCDA1B941C27}" srcId="{B8246D99-C9A9-4F5C-B08B-26B42A90F6A2}" destId="{2934D2EB-ED61-48D2-9B49-570C0AECFD0D}" srcOrd="0" destOrd="0" parTransId="{FA65F80C-9067-4603-ABFB-4A23F5AEA61C}" sibTransId="{A1825C0F-7B19-48F9-8953-BEB777A3ED5F}"/>
    <dgm:cxn modelId="{43F5C675-E379-40CC-A97A-A2C05C80D59C}" srcId="{93AD312C-0B81-46E1-A3C8-E2335500AB60}" destId="{304C5672-E7F4-48FD-806C-354AC592180F}" srcOrd="0" destOrd="0" parTransId="{647010FF-8892-4FB4-B42B-1A642B4DE0D8}" sibTransId="{C4C9EF43-824E-4F1C-98EB-49E60DE29FA3}"/>
    <dgm:cxn modelId="{12EF5F77-103B-4CA6-B9FE-CD2A0DFB2BF2}" type="presOf" srcId="{B8246D99-C9A9-4F5C-B08B-26B42A90F6A2}" destId="{BB634D9E-38EC-4C3B-9F2B-0EAAE53C7444}" srcOrd="0" destOrd="0" presId="urn:microsoft.com/office/officeart/2005/8/layout/vList5"/>
    <dgm:cxn modelId="{CE5A3A78-23FE-4B2C-AD8D-1107BA4EC0E3}" srcId="{44648818-144F-45CB-B604-D70250AD537F}" destId="{4CC1FCAC-19FF-4F60-A7BA-6C92304CDFA0}" srcOrd="0" destOrd="0" parTransId="{C5557B84-B600-4CBD-B68F-68236435897A}" sibTransId="{A9C95D37-527C-408C-B922-3D57A93498FF}"/>
    <dgm:cxn modelId="{70655879-F174-4166-8824-ED3A5E8E1846}" type="presOf" srcId="{AE309976-282A-4C3C-8969-383116EB59EE}" destId="{79FFD5F7-56C1-4ED8-86F1-A0CBA52D406A}" srcOrd="0" destOrd="0" presId="urn:microsoft.com/office/officeart/2005/8/layout/vList5"/>
    <dgm:cxn modelId="{B9178B81-82B5-4D87-A754-D27FA4C0D3A0}" type="presOf" srcId="{390D24EE-A550-4928-AB02-B05CE085AAAE}" destId="{A559C5CD-B3B7-45AD-BFA4-2317EC69DD21}" srcOrd="0" destOrd="0" presId="urn:microsoft.com/office/officeart/2005/8/layout/vList5"/>
    <dgm:cxn modelId="{DDF54B8B-2361-41E8-B997-CFA3B9647A80}" type="presOf" srcId="{59BA6CC4-C871-4614-928C-435E09E1DE70}" destId="{69EFBF5E-7594-4405-90A0-9EDDD8A193F0}" srcOrd="0" destOrd="0" presId="urn:microsoft.com/office/officeart/2005/8/layout/vList5"/>
    <dgm:cxn modelId="{DB81CA96-3228-490D-A672-85524A633D4A}" srcId="{E8B05451-C00D-4681-8440-6C9F9F456878}" destId="{390D24EE-A550-4928-AB02-B05CE085AAAE}" srcOrd="0" destOrd="0" parTransId="{68694946-A2E5-4513-8C89-AEC37D2AB101}" sibTransId="{D89703F8-3B1D-4F5C-AE77-347CDED26BA1}"/>
    <dgm:cxn modelId="{5B3041A0-1DA0-4523-8513-B8D2F26D27D1}" type="presOf" srcId="{304C5672-E7F4-48FD-806C-354AC592180F}" destId="{B60FB389-34BA-4C3B-94AA-2CB1ECD0C67D}" srcOrd="0" destOrd="0" presId="urn:microsoft.com/office/officeart/2005/8/layout/vList5"/>
    <dgm:cxn modelId="{7A02D9AE-6A0E-4703-8DDD-92E60296960D}" type="presOf" srcId="{44648818-144F-45CB-B604-D70250AD537F}" destId="{EDD400D2-E07F-4CA5-86BD-8C7DAF86002A}" srcOrd="0" destOrd="0" presId="urn:microsoft.com/office/officeart/2005/8/layout/vList5"/>
    <dgm:cxn modelId="{8FDFDDB7-1B40-4353-900A-1C491C5C408E}" type="presOf" srcId="{E8B05451-C00D-4681-8440-6C9F9F456878}" destId="{9A28126A-3075-478D-88B0-020E23EF126A}" srcOrd="0" destOrd="0" presId="urn:microsoft.com/office/officeart/2005/8/layout/vList5"/>
    <dgm:cxn modelId="{04AE8ABA-7BA3-4B34-85D1-260BE135B047}" srcId="{E2E8F8E3-01A0-4816-BF05-060EF6328CB7}" destId="{59BA6CC4-C871-4614-928C-435E09E1DE70}" srcOrd="0" destOrd="0" parTransId="{D987B5B5-DA14-444C-830A-315D92926F5F}" sibTransId="{8B38CB0B-AFD8-42F4-81E8-99B4816FE46E}"/>
    <dgm:cxn modelId="{AA4EEADB-0B90-4A07-9764-EBEFF0288E75}" type="presOf" srcId="{4CC1FCAC-19FF-4F60-A7BA-6C92304CDFA0}" destId="{8D0FE3E4-2BC9-4019-B210-1219CB3A76CB}" srcOrd="0" destOrd="0" presId="urn:microsoft.com/office/officeart/2005/8/layout/vList5"/>
    <dgm:cxn modelId="{E521BEE4-0DE2-4558-A42C-9754552ACE4B}" srcId="{93AD312C-0B81-46E1-A3C8-E2335500AB60}" destId="{44648818-144F-45CB-B604-D70250AD537F}" srcOrd="3" destOrd="0" parTransId="{3D3DCF48-19C8-4CF1-8347-66399E12E7B1}" sibTransId="{8202A68B-E17C-4C25-B2D7-1400F19E4394}"/>
    <dgm:cxn modelId="{25C115ED-08AA-417E-A096-B98AC034C928}" type="presOf" srcId="{5E26E8DE-34F6-4A90-BD8E-A41320582AC0}" destId="{BBBBD1A4-8632-4920-B83E-03B5BF40AF0D}" srcOrd="0" destOrd="0" presId="urn:microsoft.com/office/officeart/2005/8/layout/vList5"/>
    <dgm:cxn modelId="{D2E4BEF6-DD7D-494D-9639-033E3FF5DAF5}" srcId="{304C5672-E7F4-48FD-806C-354AC592180F}" destId="{2B046816-1E39-447B-A8BE-83293B76BBBA}" srcOrd="0" destOrd="0" parTransId="{E2A061AB-B160-47D7-ABCF-051B10E07A9A}" sibTransId="{77C0F671-A51A-4158-9E57-52F56D0110F3}"/>
    <dgm:cxn modelId="{310D9FF7-4035-4C98-847E-70E245C24C29}" srcId="{93AD312C-0B81-46E1-A3C8-E2335500AB60}" destId="{5E26E8DE-34F6-4A90-BD8E-A41320582AC0}" srcOrd="5" destOrd="0" parTransId="{5B813197-053D-4ABD-9CB9-8D6E41D128F6}" sibTransId="{7772F0D8-28C8-4323-9470-DB66D4EF54B0}"/>
    <dgm:cxn modelId="{6C8DC4FD-ED44-4410-A04E-F9456794F8B2}" srcId="{93AD312C-0B81-46E1-A3C8-E2335500AB60}" destId="{E2E8F8E3-01A0-4816-BF05-060EF6328CB7}" srcOrd="2" destOrd="0" parTransId="{9DAC1E04-4CC0-4627-808D-B78EE5EA7B9F}" sibTransId="{E5D6691E-CF64-4C01-B784-04B8F86CCE9B}"/>
    <dgm:cxn modelId="{7A76372B-F7EB-4ED6-9373-2EFDA213A3E2}" type="presParOf" srcId="{5D2D027D-58F9-4974-A84E-A8B547658952}" destId="{D284F9C1-1728-4497-B246-3D8940FC7E0B}" srcOrd="0" destOrd="0" presId="urn:microsoft.com/office/officeart/2005/8/layout/vList5"/>
    <dgm:cxn modelId="{BD6BF3ED-87CC-4CF2-B773-C2CFEB54ABEE}" type="presParOf" srcId="{D284F9C1-1728-4497-B246-3D8940FC7E0B}" destId="{B60FB389-34BA-4C3B-94AA-2CB1ECD0C67D}" srcOrd="0" destOrd="0" presId="urn:microsoft.com/office/officeart/2005/8/layout/vList5"/>
    <dgm:cxn modelId="{A8F5BB1D-9F1D-40F2-AE9B-283F4B8899B4}" type="presParOf" srcId="{D284F9C1-1728-4497-B246-3D8940FC7E0B}" destId="{80C845AB-D9E0-4A05-B87E-BDD61C81EA9C}" srcOrd="1" destOrd="0" presId="urn:microsoft.com/office/officeart/2005/8/layout/vList5"/>
    <dgm:cxn modelId="{B7D7F770-48BB-40CE-A471-0B90727E16F8}" type="presParOf" srcId="{5D2D027D-58F9-4974-A84E-A8B547658952}" destId="{2AFD7EDE-1132-4B26-B76C-778850C73A59}" srcOrd="1" destOrd="0" presId="urn:microsoft.com/office/officeart/2005/8/layout/vList5"/>
    <dgm:cxn modelId="{FA65E051-4A3E-4537-8638-BDA31FA28D08}" type="presParOf" srcId="{5D2D027D-58F9-4974-A84E-A8B547658952}" destId="{325F2EFA-68CC-4A2F-A207-3CE85AAF76BC}" srcOrd="2" destOrd="0" presId="urn:microsoft.com/office/officeart/2005/8/layout/vList5"/>
    <dgm:cxn modelId="{E1AC737F-DF99-4863-AED8-34161E52214C}" type="presParOf" srcId="{325F2EFA-68CC-4A2F-A207-3CE85AAF76BC}" destId="{9A28126A-3075-478D-88B0-020E23EF126A}" srcOrd="0" destOrd="0" presId="urn:microsoft.com/office/officeart/2005/8/layout/vList5"/>
    <dgm:cxn modelId="{BD929CA1-267A-4300-B0D2-BF0DD0F80D09}" type="presParOf" srcId="{325F2EFA-68CC-4A2F-A207-3CE85AAF76BC}" destId="{A559C5CD-B3B7-45AD-BFA4-2317EC69DD21}" srcOrd="1" destOrd="0" presId="urn:microsoft.com/office/officeart/2005/8/layout/vList5"/>
    <dgm:cxn modelId="{E7CFFF2A-4836-4437-B484-A13CDD81557A}" type="presParOf" srcId="{5D2D027D-58F9-4974-A84E-A8B547658952}" destId="{A2C749CB-D405-4262-AE1A-3EA7265600B3}" srcOrd="3" destOrd="0" presId="urn:microsoft.com/office/officeart/2005/8/layout/vList5"/>
    <dgm:cxn modelId="{A48F5E42-E7F2-4317-91D6-A0DCD5F49C26}" type="presParOf" srcId="{5D2D027D-58F9-4974-A84E-A8B547658952}" destId="{D8B5EA4F-0531-4B9A-9452-F724EBBCCAEF}" srcOrd="4" destOrd="0" presId="urn:microsoft.com/office/officeart/2005/8/layout/vList5"/>
    <dgm:cxn modelId="{1E64BA85-7CB8-456B-BD3D-17E2883B5075}" type="presParOf" srcId="{D8B5EA4F-0531-4B9A-9452-F724EBBCCAEF}" destId="{DC95F24F-707D-47F8-9C7B-9B93B286927F}" srcOrd="0" destOrd="0" presId="urn:microsoft.com/office/officeart/2005/8/layout/vList5"/>
    <dgm:cxn modelId="{B1A48257-F02B-4CCE-AB4C-52922A3F45AC}" type="presParOf" srcId="{D8B5EA4F-0531-4B9A-9452-F724EBBCCAEF}" destId="{69EFBF5E-7594-4405-90A0-9EDDD8A193F0}" srcOrd="1" destOrd="0" presId="urn:microsoft.com/office/officeart/2005/8/layout/vList5"/>
    <dgm:cxn modelId="{62765069-8300-4D85-8A12-2D5A516AAC8F}" type="presParOf" srcId="{5D2D027D-58F9-4974-A84E-A8B547658952}" destId="{EDA3CB50-ECB1-400A-81C9-BAA7505E838E}" srcOrd="5" destOrd="0" presId="urn:microsoft.com/office/officeart/2005/8/layout/vList5"/>
    <dgm:cxn modelId="{D6B6D404-4CFE-4172-B875-5333AE5BC50C}" type="presParOf" srcId="{5D2D027D-58F9-4974-A84E-A8B547658952}" destId="{BC493014-19FB-41B8-9B14-E3DE38DE46A4}" srcOrd="6" destOrd="0" presId="urn:microsoft.com/office/officeart/2005/8/layout/vList5"/>
    <dgm:cxn modelId="{62EFC16F-C9C0-4D80-BE10-647585C38DBC}" type="presParOf" srcId="{BC493014-19FB-41B8-9B14-E3DE38DE46A4}" destId="{EDD400D2-E07F-4CA5-86BD-8C7DAF86002A}" srcOrd="0" destOrd="0" presId="urn:microsoft.com/office/officeart/2005/8/layout/vList5"/>
    <dgm:cxn modelId="{7B689E86-4851-4A9F-81FA-92B4450F09D7}" type="presParOf" srcId="{BC493014-19FB-41B8-9B14-E3DE38DE46A4}" destId="{8D0FE3E4-2BC9-4019-B210-1219CB3A76CB}" srcOrd="1" destOrd="0" presId="urn:microsoft.com/office/officeart/2005/8/layout/vList5"/>
    <dgm:cxn modelId="{3CBD37CA-C768-4A93-8C33-188BFECA115B}" type="presParOf" srcId="{5D2D027D-58F9-4974-A84E-A8B547658952}" destId="{5B0E6BA0-1F29-4CE0-AFF1-58BBFC0DB0D5}" srcOrd="7" destOrd="0" presId="urn:microsoft.com/office/officeart/2005/8/layout/vList5"/>
    <dgm:cxn modelId="{C9A6A6F9-458F-44D0-85F9-F89BBF9EC794}" type="presParOf" srcId="{5D2D027D-58F9-4974-A84E-A8B547658952}" destId="{6B229C98-92B4-4D62-9C69-7C51B6DF6E03}" srcOrd="8" destOrd="0" presId="urn:microsoft.com/office/officeart/2005/8/layout/vList5"/>
    <dgm:cxn modelId="{A09118C7-EE58-4AC8-B58D-8BC08A562380}" type="presParOf" srcId="{6B229C98-92B4-4D62-9C69-7C51B6DF6E03}" destId="{BB634D9E-38EC-4C3B-9F2B-0EAAE53C7444}" srcOrd="0" destOrd="0" presId="urn:microsoft.com/office/officeart/2005/8/layout/vList5"/>
    <dgm:cxn modelId="{93F2A752-567F-4B99-86BD-0678CE522ECC}" type="presParOf" srcId="{6B229C98-92B4-4D62-9C69-7C51B6DF6E03}" destId="{1E8E9DAC-96FF-4783-A84E-502EF35BFB23}" srcOrd="1" destOrd="0" presId="urn:microsoft.com/office/officeart/2005/8/layout/vList5"/>
    <dgm:cxn modelId="{F56833A2-B4D5-4678-85B8-27D8794BD1BF}" type="presParOf" srcId="{5D2D027D-58F9-4974-A84E-A8B547658952}" destId="{B5D3EB3F-4863-40C2-9286-18AAA5A30B51}" srcOrd="9" destOrd="0" presId="urn:microsoft.com/office/officeart/2005/8/layout/vList5"/>
    <dgm:cxn modelId="{F263913A-7FA9-44A3-AAE3-001084EEBF7A}" type="presParOf" srcId="{5D2D027D-58F9-4974-A84E-A8B547658952}" destId="{BFBC5D28-71D6-4321-AEAF-AB5A67C64E47}" srcOrd="10" destOrd="0" presId="urn:microsoft.com/office/officeart/2005/8/layout/vList5"/>
    <dgm:cxn modelId="{61F94ED8-E434-4154-8532-B5D6A556AA6D}" type="presParOf" srcId="{BFBC5D28-71D6-4321-AEAF-AB5A67C64E47}" destId="{BBBBD1A4-8632-4920-B83E-03B5BF40AF0D}" srcOrd="0" destOrd="0" presId="urn:microsoft.com/office/officeart/2005/8/layout/vList5"/>
    <dgm:cxn modelId="{309ED9B0-83AB-4907-A880-2D1EF371CE50}" type="presParOf" srcId="{BFBC5D28-71D6-4321-AEAF-AB5A67C64E47}" destId="{79FFD5F7-56C1-4ED8-86F1-A0CBA52D406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5D5CB77-21B8-422A-8AC0-F808DD9264CE}" type="doc">
      <dgm:prSet loTypeId="urn:microsoft.com/office/officeart/2005/8/layout/vList5" loCatId="list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BFC7402-708A-4268-89E3-B2AE14E90BF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b="1" i="0" dirty="0"/>
            <a:t>Circuit Design</a:t>
          </a:r>
          <a:endParaRPr lang="en-US" sz="2400" b="1" dirty="0"/>
        </a:p>
      </dgm:t>
    </dgm:pt>
    <dgm:pt modelId="{364F21E5-FA0B-42FC-962F-7052B9753E6C}" type="parTrans" cxnId="{AF4B8F54-0AA8-448A-9331-92C055B2B20C}">
      <dgm:prSet/>
      <dgm:spPr/>
      <dgm:t>
        <a:bodyPr/>
        <a:lstStyle/>
        <a:p>
          <a:endParaRPr lang="en-US"/>
        </a:p>
      </dgm:t>
    </dgm:pt>
    <dgm:pt modelId="{B78BC6EB-7C21-4595-B5FB-C34CB7ECB121}" type="sibTrans" cxnId="{AF4B8F54-0AA8-448A-9331-92C055B2B20C}">
      <dgm:prSet/>
      <dgm:spPr/>
      <dgm:t>
        <a:bodyPr/>
        <a:lstStyle/>
        <a:p>
          <a:endParaRPr lang="en-US"/>
        </a:p>
      </dgm:t>
    </dgm:pt>
    <dgm:pt modelId="{F93AF497-EC94-4D07-965A-C959D940EED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i="0" dirty="0"/>
            <a:t>Numerical Simulations</a:t>
          </a:r>
          <a:endParaRPr lang="en-US" sz="1600" b="1" dirty="0"/>
        </a:p>
      </dgm:t>
    </dgm:pt>
    <dgm:pt modelId="{36C13C46-C539-40E6-9CBE-E1CD58FEE6AA}" type="parTrans" cxnId="{1CAF4DC4-284A-425C-A9B9-260E4B2EAE68}">
      <dgm:prSet/>
      <dgm:spPr/>
      <dgm:t>
        <a:bodyPr/>
        <a:lstStyle/>
        <a:p>
          <a:endParaRPr lang="en-US"/>
        </a:p>
      </dgm:t>
    </dgm:pt>
    <dgm:pt modelId="{CD9FBF25-320D-4283-8DF0-A15C29AF6B54}" type="sibTrans" cxnId="{1CAF4DC4-284A-425C-A9B9-260E4B2EAE68}">
      <dgm:prSet/>
      <dgm:spPr/>
      <dgm:t>
        <a:bodyPr/>
        <a:lstStyle/>
        <a:p>
          <a:endParaRPr lang="en-US"/>
        </a:p>
      </dgm:t>
    </dgm:pt>
    <dgm:pt modelId="{A484A6D5-1C9A-4CF7-8E8C-232D05BB099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 i="0" dirty="0"/>
            <a:t>Gate Driver Design</a:t>
          </a:r>
          <a:endParaRPr lang="en-US" sz="2000" b="1" dirty="0"/>
        </a:p>
      </dgm:t>
    </dgm:pt>
    <dgm:pt modelId="{7B03E833-0590-4854-B80B-4EB14E6AA08B}" type="parTrans" cxnId="{26F1D5F2-5E21-45CA-8544-3593D2630B8C}">
      <dgm:prSet/>
      <dgm:spPr/>
      <dgm:t>
        <a:bodyPr/>
        <a:lstStyle/>
        <a:p>
          <a:endParaRPr lang="en-US"/>
        </a:p>
      </dgm:t>
    </dgm:pt>
    <dgm:pt modelId="{BB604667-FED8-43F3-9B21-830607AF7863}" type="sibTrans" cxnId="{26F1D5F2-5E21-45CA-8544-3593D2630B8C}">
      <dgm:prSet/>
      <dgm:spPr/>
      <dgm:t>
        <a:bodyPr/>
        <a:lstStyle/>
        <a:p>
          <a:endParaRPr lang="en-US"/>
        </a:p>
      </dgm:t>
    </dgm:pt>
    <dgm:pt modelId="{7B8FB262-8FB9-451A-A6A7-7AA530CDCFA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0" i="0" dirty="0"/>
            <a:t>Component Creation</a:t>
          </a:r>
          <a:endParaRPr lang="en-US" sz="1800" dirty="0"/>
        </a:p>
      </dgm:t>
    </dgm:pt>
    <dgm:pt modelId="{FC66E88B-F2BF-45F5-ABBD-EB7F4965CB9D}" type="parTrans" cxnId="{34086BF1-CBB4-478E-9998-347BF6007572}">
      <dgm:prSet/>
      <dgm:spPr/>
      <dgm:t>
        <a:bodyPr/>
        <a:lstStyle/>
        <a:p>
          <a:endParaRPr lang="en-US"/>
        </a:p>
      </dgm:t>
    </dgm:pt>
    <dgm:pt modelId="{233A8B8E-514C-466E-9AF5-73DBA97C5078}" type="sibTrans" cxnId="{34086BF1-CBB4-478E-9998-347BF6007572}">
      <dgm:prSet/>
      <dgm:spPr/>
      <dgm:t>
        <a:bodyPr/>
        <a:lstStyle/>
        <a:p>
          <a:endParaRPr lang="en-US"/>
        </a:p>
      </dgm:t>
    </dgm:pt>
    <dgm:pt modelId="{85149321-3E67-4FDD-B285-22C85CB2CCC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0" i="0" dirty="0"/>
            <a:t>PCB Layout</a:t>
          </a:r>
          <a:endParaRPr lang="en-US" sz="1800" dirty="0"/>
        </a:p>
      </dgm:t>
    </dgm:pt>
    <dgm:pt modelId="{2C81B524-5A07-4DA0-9CBD-2BE7E130A1EB}" type="parTrans" cxnId="{1A32B63E-8D79-43C1-A9D8-90EC7016831C}">
      <dgm:prSet/>
      <dgm:spPr/>
      <dgm:t>
        <a:bodyPr/>
        <a:lstStyle/>
        <a:p>
          <a:endParaRPr lang="en-US"/>
        </a:p>
      </dgm:t>
    </dgm:pt>
    <dgm:pt modelId="{2EDA802E-9619-4CAA-BBC2-6F559BCE5E9F}" type="sibTrans" cxnId="{1A32B63E-8D79-43C1-A9D8-90EC7016831C}">
      <dgm:prSet/>
      <dgm:spPr/>
      <dgm:t>
        <a:bodyPr/>
        <a:lstStyle/>
        <a:p>
          <a:endParaRPr lang="en-US"/>
        </a:p>
      </dgm:t>
    </dgm:pt>
    <dgm:pt modelId="{CA4B4584-9173-434B-8F30-A9DC6A8D0C1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i="0" dirty="0"/>
            <a:t>Spreadsheet Development</a:t>
          </a:r>
        </a:p>
        <a:p>
          <a:pPr>
            <a:lnSpc>
              <a:spcPct val="100000"/>
            </a:lnSpc>
          </a:pPr>
          <a:endParaRPr lang="en-US" sz="1500" dirty="0"/>
        </a:p>
      </dgm:t>
    </dgm:pt>
    <dgm:pt modelId="{3C5B30EC-F2C8-472C-972B-79596D0F89F5}" type="parTrans" cxnId="{A2CF13BF-22EC-4447-BD78-45972DFD278A}">
      <dgm:prSet/>
      <dgm:spPr/>
      <dgm:t>
        <a:bodyPr/>
        <a:lstStyle/>
        <a:p>
          <a:endParaRPr lang="en-US"/>
        </a:p>
      </dgm:t>
    </dgm:pt>
    <dgm:pt modelId="{F7F7E23A-9729-49FC-A804-D3FFA5E90B69}" type="sibTrans" cxnId="{A2CF13BF-22EC-4447-BD78-45972DFD278A}">
      <dgm:prSet/>
      <dgm:spPr/>
      <dgm:t>
        <a:bodyPr/>
        <a:lstStyle/>
        <a:p>
          <a:endParaRPr lang="en-US"/>
        </a:p>
      </dgm:t>
    </dgm:pt>
    <dgm:pt modelId="{15AF419E-9932-42F5-B677-AE91D55A78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Validation and Testing</a:t>
          </a:r>
          <a:endParaRPr lang="en-US" dirty="0"/>
        </a:p>
      </dgm:t>
    </dgm:pt>
    <dgm:pt modelId="{45B62C23-E141-4BB4-94DD-59CE50BB1328}" type="parTrans" cxnId="{9694D2A6-A119-4421-80BF-9AE4A605B024}">
      <dgm:prSet/>
      <dgm:spPr/>
      <dgm:t>
        <a:bodyPr/>
        <a:lstStyle/>
        <a:p>
          <a:endParaRPr lang="en-US"/>
        </a:p>
      </dgm:t>
    </dgm:pt>
    <dgm:pt modelId="{1D3C6D21-35BB-4CBC-8D07-1540F4C5E69B}" type="sibTrans" cxnId="{9694D2A6-A119-4421-80BF-9AE4A605B024}">
      <dgm:prSet/>
      <dgm:spPr/>
      <dgm:t>
        <a:bodyPr/>
        <a:lstStyle/>
        <a:p>
          <a:endParaRPr lang="en-US"/>
        </a:p>
      </dgm:t>
    </dgm:pt>
    <dgm:pt modelId="{28853D47-8F8B-418E-BA27-B34B3EAFED88}" type="pres">
      <dgm:prSet presAssocID="{B5D5CB77-21B8-422A-8AC0-F808DD9264CE}" presName="Name0" presStyleCnt="0">
        <dgm:presLayoutVars>
          <dgm:dir/>
          <dgm:animLvl val="lvl"/>
          <dgm:resizeHandles val="exact"/>
        </dgm:presLayoutVars>
      </dgm:prSet>
      <dgm:spPr/>
    </dgm:pt>
    <dgm:pt modelId="{5608F1E4-0E55-461F-BB60-76C7735859D8}" type="pres">
      <dgm:prSet presAssocID="{1BFC7402-708A-4268-89E3-B2AE14E90BF6}" presName="linNode" presStyleCnt="0"/>
      <dgm:spPr/>
    </dgm:pt>
    <dgm:pt modelId="{56FE4122-E42C-46D3-9DC5-1516A7714ADE}" type="pres">
      <dgm:prSet presAssocID="{1BFC7402-708A-4268-89E3-B2AE14E90BF6}" presName="parentText" presStyleLbl="node1" presStyleIdx="0" presStyleCnt="7">
        <dgm:presLayoutVars>
          <dgm:chMax val="1"/>
          <dgm:bulletEnabled val="1"/>
        </dgm:presLayoutVars>
      </dgm:prSet>
      <dgm:spPr/>
    </dgm:pt>
    <dgm:pt modelId="{B4AA8F87-13C7-41A7-8FA8-E633E9E537A7}" type="pres">
      <dgm:prSet presAssocID="{B78BC6EB-7C21-4595-B5FB-C34CB7ECB121}" presName="sp" presStyleCnt="0"/>
      <dgm:spPr/>
    </dgm:pt>
    <dgm:pt modelId="{8A79FA10-E87B-4755-8F4C-437A15804EC8}" type="pres">
      <dgm:prSet presAssocID="{F93AF497-EC94-4D07-965A-C959D940EED2}" presName="linNode" presStyleCnt="0"/>
      <dgm:spPr/>
    </dgm:pt>
    <dgm:pt modelId="{35F6FA14-4ABD-49C1-B618-831174F38A9B}" type="pres">
      <dgm:prSet presAssocID="{F93AF497-EC94-4D07-965A-C959D940EED2}" presName="parentText" presStyleLbl="node1" presStyleIdx="1" presStyleCnt="7">
        <dgm:presLayoutVars>
          <dgm:chMax val="1"/>
          <dgm:bulletEnabled val="1"/>
        </dgm:presLayoutVars>
      </dgm:prSet>
      <dgm:spPr/>
    </dgm:pt>
    <dgm:pt modelId="{BC78CBD2-1342-4AA7-8162-81002AD134F5}" type="pres">
      <dgm:prSet presAssocID="{CD9FBF25-320D-4283-8DF0-A15C29AF6B54}" presName="sp" presStyleCnt="0"/>
      <dgm:spPr/>
    </dgm:pt>
    <dgm:pt modelId="{15DF7310-1160-4B1B-A1CD-B3FB3AEFD104}" type="pres">
      <dgm:prSet presAssocID="{A484A6D5-1C9A-4CF7-8E8C-232D05BB099B}" presName="linNode" presStyleCnt="0"/>
      <dgm:spPr/>
    </dgm:pt>
    <dgm:pt modelId="{391D3584-C837-4B1B-9310-59B35C8AF45E}" type="pres">
      <dgm:prSet presAssocID="{A484A6D5-1C9A-4CF7-8E8C-232D05BB099B}" presName="parentText" presStyleLbl="node1" presStyleIdx="2" presStyleCnt="7">
        <dgm:presLayoutVars>
          <dgm:chMax val="1"/>
          <dgm:bulletEnabled val="1"/>
        </dgm:presLayoutVars>
      </dgm:prSet>
      <dgm:spPr/>
    </dgm:pt>
    <dgm:pt modelId="{AB9CE127-8A04-459A-A7B8-D53C0EC4768F}" type="pres">
      <dgm:prSet presAssocID="{BB604667-FED8-43F3-9B21-830607AF7863}" presName="sp" presStyleCnt="0"/>
      <dgm:spPr/>
    </dgm:pt>
    <dgm:pt modelId="{F5C2B7F5-2F6D-41D0-97F1-50ADC968D070}" type="pres">
      <dgm:prSet presAssocID="{7B8FB262-8FB9-451A-A6A7-7AA530CDCFA4}" presName="linNode" presStyleCnt="0"/>
      <dgm:spPr/>
    </dgm:pt>
    <dgm:pt modelId="{F901AC7A-9791-4583-BF36-FAC2B5C9904E}" type="pres">
      <dgm:prSet presAssocID="{7B8FB262-8FB9-451A-A6A7-7AA530CDCFA4}" presName="parentText" presStyleLbl="node1" presStyleIdx="3" presStyleCnt="7">
        <dgm:presLayoutVars>
          <dgm:chMax val="1"/>
          <dgm:bulletEnabled val="1"/>
        </dgm:presLayoutVars>
      </dgm:prSet>
      <dgm:spPr/>
    </dgm:pt>
    <dgm:pt modelId="{AF5C0E19-E717-45F2-B916-1B9A2AD6F4E1}" type="pres">
      <dgm:prSet presAssocID="{233A8B8E-514C-466E-9AF5-73DBA97C5078}" presName="sp" presStyleCnt="0"/>
      <dgm:spPr/>
    </dgm:pt>
    <dgm:pt modelId="{A522216E-0EF0-4D98-BACE-A3C3A197B290}" type="pres">
      <dgm:prSet presAssocID="{85149321-3E67-4FDD-B285-22C85CB2CCCA}" presName="linNode" presStyleCnt="0"/>
      <dgm:spPr/>
    </dgm:pt>
    <dgm:pt modelId="{6B52D363-27D8-47A4-89A1-69B7BA407D77}" type="pres">
      <dgm:prSet presAssocID="{85149321-3E67-4FDD-B285-22C85CB2CCCA}" presName="parentText" presStyleLbl="node1" presStyleIdx="4" presStyleCnt="7">
        <dgm:presLayoutVars>
          <dgm:chMax val="1"/>
          <dgm:bulletEnabled val="1"/>
        </dgm:presLayoutVars>
      </dgm:prSet>
      <dgm:spPr/>
    </dgm:pt>
    <dgm:pt modelId="{84D41E81-8920-4CF9-A4C8-C876EC44D266}" type="pres">
      <dgm:prSet presAssocID="{2EDA802E-9619-4CAA-BBC2-6F559BCE5E9F}" presName="sp" presStyleCnt="0"/>
      <dgm:spPr/>
    </dgm:pt>
    <dgm:pt modelId="{E8DB20BB-1AAE-4730-BFEC-D8141F16DB7B}" type="pres">
      <dgm:prSet presAssocID="{CA4B4584-9173-434B-8F30-A9DC6A8D0C1A}" presName="linNode" presStyleCnt="0"/>
      <dgm:spPr/>
    </dgm:pt>
    <dgm:pt modelId="{06A379A7-81DA-44D1-BCF8-54987B8E93F4}" type="pres">
      <dgm:prSet presAssocID="{CA4B4584-9173-434B-8F30-A9DC6A8D0C1A}" presName="parentText" presStyleLbl="node1" presStyleIdx="5" presStyleCnt="7">
        <dgm:presLayoutVars>
          <dgm:chMax val="1"/>
          <dgm:bulletEnabled val="1"/>
        </dgm:presLayoutVars>
      </dgm:prSet>
      <dgm:spPr/>
    </dgm:pt>
    <dgm:pt modelId="{583AF3BD-5CC1-4AF1-A1C1-09FF0E7D244E}" type="pres">
      <dgm:prSet presAssocID="{F7F7E23A-9729-49FC-A804-D3FFA5E90B69}" presName="sp" presStyleCnt="0"/>
      <dgm:spPr/>
    </dgm:pt>
    <dgm:pt modelId="{E62522A9-67C6-4DC6-A982-6076C9F66DF7}" type="pres">
      <dgm:prSet presAssocID="{15AF419E-9932-42F5-B677-AE91D55A780B}" presName="linNode" presStyleCnt="0"/>
      <dgm:spPr/>
    </dgm:pt>
    <dgm:pt modelId="{B39E4724-0F3D-4244-B52B-999CECEF368A}" type="pres">
      <dgm:prSet presAssocID="{15AF419E-9932-42F5-B677-AE91D55A780B}" presName="parentText" presStyleLbl="node1" presStyleIdx="6" presStyleCnt="7">
        <dgm:presLayoutVars>
          <dgm:chMax val="1"/>
          <dgm:bulletEnabled val="1"/>
        </dgm:presLayoutVars>
      </dgm:prSet>
      <dgm:spPr/>
    </dgm:pt>
  </dgm:ptLst>
  <dgm:cxnLst>
    <dgm:cxn modelId="{BA1E7223-7987-4DEF-90A0-9E87CBB70FDA}" type="presOf" srcId="{85149321-3E67-4FDD-B285-22C85CB2CCCA}" destId="{6B52D363-27D8-47A4-89A1-69B7BA407D77}" srcOrd="0" destOrd="0" presId="urn:microsoft.com/office/officeart/2005/8/layout/vList5"/>
    <dgm:cxn modelId="{41D38E34-FD5E-4F67-B97E-CFFDB6AC4861}" type="presOf" srcId="{B5D5CB77-21B8-422A-8AC0-F808DD9264CE}" destId="{28853D47-8F8B-418E-BA27-B34B3EAFED88}" srcOrd="0" destOrd="0" presId="urn:microsoft.com/office/officeart/2005/8/layout/vList5"/>
    <dgm:cxn modelId="{E174A537-6920-4C13-9CB3-FE6759A53906}" type="presOf" srcId="{15AF419E-9932-42F5-B677-AE91D55A780B}" destId="{B39E4724-0F3D-4244-B52B-999CECEF368A}" srcOrd="0" destOrd="0" presId="urn:microsoft.com/office/officeart/2005/8/layout/vList5"/>
    <dgm:cxn modelId="{1A32B63E-8D79-43C1-A9D8-90EC7016831C}" srcId="{B5D5CB77-21B8-422A-8AC0-F808DD9264CE}" destId="{85149321-3E67-4FDD-B285-22C85CB2CCCA}" srcOrd="4" destOrd="0" parTransId="{2C81B524-5A07-4DA0-9CBD-2BE7E130A1EB}" sibTransId="{2EDA802E-9619-4CAA-BBC2-6F559BCE5E9F}"/>
    <dgm:cxn modelId="{D505464B-1ABE-46B5-A99A-0A3EE0A37A3B}" type="presOf" srcId="{F93AF497-EC94-4D07-965A-C959D940EED2}" destId="{35F6FA14-4ABD-49C1-B618-831174F38A9B}" srcOrd="0" destOrd="0" presId="urn:microsoft.com/office/officeart/2005/8/layout/vList5"/>
    <dgm:cxn modelId="{AF4B8F54-0AA8-448A-9331-92C055B2B20C}" srcId="{B5D5CB77-21B8-422A-8AC0-F808DD9264CE}" destId="{1BFC7402-708A-4268-89E3-B2AE14E90BF6}" srcOrd="0" destOrd="0" parTransId="{364F21E5-FA0B-42FC-962F-7052B9753E6C}" sibTransId="{B78BC6EB-7C21-4595-B5FB-C34CB7ECB121}"/>
    <dgm:cxn modelId="{0C24EF97-EF53-462D-B6B3-AC124F140FE5}" type="presOf" srcId="{7B8FB262-8FB9-451A-A6A7-7AA530CDCFA4}" destId="{F901AC7A-9791-4583-BF36-FAC2B5C9904E}" srcOrd="0" destOrd="0" presId="urn:microsoft.com/office/officeart/2005/8/layout/vList5"/>
    <dgm:cxn modelId="{A9E7209D-7EA6-4DF4-894A-3474612353C2}" type="presOf" srcId="{1BFC7402-708A-4268-89E3-B2AE14E90BF6}" destId="{56FE4122-E42C-46D3-9DC5-1516A7714ADE}" srcOrd="0" destOrd="0" presId="urn:microsoft.com/office/officeart/2005/8/layout/vList5"/>
    <dgm:cxn modelId="{9694D2A6-A119-4421-80BF-9AE4A605B024}" srcId="{B5D5CB77-21B8-422A-8AC0-F808DD9264CE}" destId="{15AF419E-9932-42F5-B677-AE91D55A780B}" srcOrd="6" destOrd="0" parTransId="{45B62C23-E141-4BB4-94DD-59CE50BB1328}" sibTransId="{1D3C6D21-35BB-4CBC-8D07-1540F4C5E69B}"/>
    <dgm:cxn modelId="{580F50B9-CB3E-4772-8BFC-774E67042BC2}" type="presOf" srcId="{CA4B4584-9173-434B-8F30-A9DC6A8D0C1A}" destId="{06A379A7-81DA-44D1-BCF8-54987B8E93F4}" srcOrd="0" destOrd="0" presId="urn:microsoft.com/office/officeart/2005/8/layout/vList5"/>
    <dgm:cxn modelId="{A2CF13BF-22EC-4447-BD78-45972DFD278A}" srcId="{B5D5CB77-21B8-422A-8AC0-F808DD9264CE}" destId="{CA4B4584-9173-434B-8F30-A9DC6A8D0C1A}" srcOrd="5" destOrd="0" parTransId="{3C5B30EC-F2C8-472C-972B-79596D0F89F5}" sibTransId="{F7F7E23A-9729-49FC-A804-D3FFA5E90B69}"/>
    <dgm:cxn modelId="{1CAF4DC4-284A-425C-A9B9-260E4B2EAE68}" srcId="{B5D5CB77-21B8-422A-8AC0-F808DD9264CE}" destId="{F93AF497-EC94-4D07-965A-C959D940EED2}" srcOrd="1" destOrd="0" parTransId="{36C13C46-C539-40E6-9CBE-E1CD58FEE6AA}" sibTransId="{CD9FBF25-320D-4283-8DF0-A15C29AF6B54}"/>
    <dgm:cxn modelId="{AEB343DD-C1AF-4D56-95DC-6FCEEDF4BEF6}" type="presOf" srcId="{A484A6D5-1C9A-4CF7-8E8C-232D05BB099B}" destId="{391D3584-C837-4B1B-9310-59B35C8AF45E}" srcOrd="0" destOrd="0" presId="urn:microsoft.com/office/officeart/2005/8/layout/vList5"/>
    <dgm:cxn modelId="{34086BF1-CBB4-478E-9998-347BF6007572}" srcId="{B5D5CB77-21B8-422A-8AC0-F808DD9264CE}" destId="{7B8FB262-8FB9-451A-A6A7-7AA530CDCFA4}" srcOrd="3" destOrd="0" parTransId="{FC66E88B-F2BF-45F5-ABBD-EB7F4965CB9D}" sibTransId="{233A8B8E-514C-466E-9AF5-73DBA97C5078}"/>
    <dgm:cxn modelId="{26F1D5F2-5E21-45CA-8544-3593D2630B8C}" srcId="{B5D5CB77-21B8-422A-8AC0-F808DD9264CE}" destId="{A484A6D5-1C9A-4CF7-8E8C-232D05BB099B}" srcOrd="2" destOrd="0" parTransId="{7B03E833-0590-4854-B80B-4EB14E6AA08B}" sibTransId="{BB604667-FED8-43F3-9B21-830607AF7863}"/>
    <dgm:cxn modelId="{DB47C5D8-30FA-4DDC-8621-E63AFDFAFCC1}" type="presParOf" srcId="{28853D47-8F8B-418E-BA27-B34B3EAFED88}" destId="{5608F1E4-0E55-461F-BB60-76C7735859D8}" srcOrd="0" destOrd="0" presId="urn:microsoft.com/office/officeart/2005/8/layout/vList5"/>
    <dgm:cxn modelId="{ADDCD1AE-6D90-4750-A413-C1073B0ED8DD}" type="presParOf" srcId="{5608F1E4-0E55-461F-BB60-76C7735859D8}" destId="{56FE4122-E42C-46D3-9DC5-1516A7714ADE}" srcOrd="0" destOrd="0" presId="urn:microsoft.com/office/officeart/2005/8/layout/vList5"/>
    <dgm:cxn modelId="{C297864A-F2D9-408D-BE57-45901A5DBB7F}" type="presParOf" srcId="{28853D47-8F8B-418E-BA27-B34B3EAFED88}" destId="{B4AA8F87-13C7-41A7-8FA8-E633E9E537A7}" srcOrd="1" destOrd="0" presId="urn:microsoft.com/office/officeart/2005/8/layout/vList5"/>
    <dgm:cxn modelId="{459AC82D-A75E-48B3-A59C-BC4CACCDE81D}" type="presParOf" srcId="{28853D47-8F8B-418E-BA27-B34B3EAFED88}" destId="{8A79FA10-E87B-4755-8F4C-437A15804EC8}" srcOrd="2" destOrd="0" presId="urn:microsoft.com/office/officeart/2005/8/layout/vList5"/>
    <dgm:cxn modelId="{40D46BD5-014E-4C27-B2EE-60B9C7D93643}" type="presParOf" srcId="{8A79FA10-E87B-4755-8F4C-437A15804EC8}" destId="{35F6FA14-4ABD-49C1-B618-831174F38A9B}" srcOrd="0" destOrd="0" presId="urn:microsoft.com/office/officeart/2005/8/layout/vList5"/>
    <dgm:cxn modelId="{B8ACA3EA-4FC9-452D-A945-65308B89D027}" type="presParOf" srcId="{28853D47-8F8B-418E-BA27-B34B3EAFED88}" destId="{BC78CBD2-1342-4AA7-8162-81002AD134F5}" srcOrd="3" destOrd="0" presId="urn:microsoft.com/office/officeart/2005/8/layout/vList5"/>
    <dgm:cxn modelId="{49816EFC-B51E-4D67-A8DF-A6E916376061}" type="presParOf" srcId="{28853D47-8F8B-418E-BA27-B34B3EAFED88}" destId="{15DF7310-1160-4B1B-A1CD-B3FB3AEFD104}" srcOrd="4" destOrd="0" presId="urn:microsoft.com/office/officeart/2005/8/layout/vList5"/>
    <dgm:cxn modelId="{6DD9CF3B-C35C-4970-AF45-29206D10CDB0}" type="presParOf" srcId="{15DF7310-1160-4B1B-A1CD-B3FB3AEFD104}" destId="{391D3584-C837-4B1B-9310-59B35C8AF45E}" srcOrd="0" destOrd="0" presId="urn:microsoft.com/office/officeart/2005/8/layout/vList5"/>
    <dgm:cxn modelId="{FD2E647F-CCA5-4D11-879B-0C3F974D6782}" type="presParOf" srcId="{28853D47-8F8B-418E-BA27-B34B3EAFED88}" destId="{AB9CE127-8A04-459A-A7B8-D53C0EC4768F}" srcOrd="5" destOrd="0" presId="urn:microsoft.com/office/officeart/2005/8/layout/vList5"/>
    <dgm:cxn modelId="{9087A415-3C42-44A9-A7BA-23D3BBA21FED}" type="presParOf" srcId="{28853D47-8F8B-418E-BA27-B34B3EAFED88}" destId="{F5C2B7F5-2F6D-41D0-97F1-50ADC968D070}" srcOrd="6" destOrd="0" presId="urn:microsoft.com/office/officeart/2005/8/layout/vList5"/>
    <dgm:cxn modelId="{0701129B-3185-4437-B8BF-3427EB978491}" type="presParOf" srcId="{F5C2B7F5-2F6D-41D0-97F1-50ADC968D070}" destId="{F901AC7A-9791-4583-BF36-FAC2B5C9904E}" srcOrd="0" destOrd="0" presId="urn:microsoft.com/office/officeart/2005/8/layout/vList5"/>
    <dgm:cxn modelId="{C2FADB15-4F3D-4933-B9B4-B59264CB3987}" type="presParOf" srcId="{28853D47-8F8B-418E-BA27-B34B3EAFED88}" destId="{AF5C0E19-E717-45F2-B916-1B9A2AD6F4E1}" srcOrd="7" destOrd="0" presId="urn:microsoft.com/office/officeart/2005/8/layout/vList5"/>
    <dgm:cxn modelId="{82630C30-5B5E-4742-B4E3-5BF0B4E795EB}" type="presParOf" srcId="{28853D47-8F8B-418E-BA27-B34B3EAFED88}" destId="{A522216E-0EF0-4D98-BACE-A3C3A197B290}" srcOrd="8" destOrd="0" presId="urn:microsoft.com/office/officeart/2005/8/layout/vList5"/>
    <dgm:cxn modelId="{A33DBC3C-0837-467B-B507-1DF069ED63D9}" type="presParOf" srcId="{A522216E-0EF0-4D98-BACE-A3C3A197B290}" destId="{6B52D363-27D8-47A4-89A1-69B7BA407D77}" srcOrd="0" destOrd="0" presId="urn:microsoft.com/office/officeart/2005/8/layout/vList5"/>
    <dgm:cxn modelId="{EB107C68-AAEC-45A3-AAFC-9DFF0DA16294}" type="presParOf" srcId="{28853D47-8F8B-418E-BA27-B34B3EAFED88}" destId="{84D41E81-8920-4CF9-A4C8-C876EC44D266}" srcOrd="9" destOrd="0" presId="urn:microsoft.com/office/officeart/2005/8/layout/vList5"/>
    <dgm:cxn modelId="{E3A6C564-FEFF-4C07-A81D-86F39BDD87A8}" type="presParOf" srcId="{28853D47-8F8B-418E-BA27-B34B3EAFED88}" destId="{E8DB20BB-1AAE-4730-BFEC-D8141F16DB7B}" srcOrd="10" destOrd="0" presId="urn:microsoft.com/office/officeart/2005/8/layout/vList5"/>
    <dgm:cxn modelId="{FB541A58-1DAD-40D2-A726-976AAC576ECF}" type="presParOf" srcId="{E8DB20BB-1AAE-4730-BFEC-D8141F16DB7B}" destId="{06A379A7-81DA-44D1-BCF8-54987B8E93F4}" srcOrd="0" destOrd="0" presId="urn:microsoft.com/office/officeart/2005/8/layout/vList5"/>
    <dgm:cxn modelId="{21FCADF4-491E-49D6-B57A-EF57B04DA873}" type="presParOf" srcId="{28853D47-8F8B-418E-BA27-B34B3EAFED88}" destId="{583AF3BD-5CC1-4AF1-A1C1-09FF0E7D244E}" srcOrd="11" destOrd="0" presId="urn:microsoft.com/office/officeart/2005/8/layout/vList5"/>
    <dgm:cxn modelId="{927F23D2-486C-428B-AAF4-64A4352A6D8D}" type="presParOf" srcId="{28853D47-8F8B-418E-BA27-B34B3EAFED88}" destId="{E62522A9-67C6-4DC6-A982-6076C9F66DF7}" srcOrd="12" destOrd="0" presId="urn:microsoft.com/office/officeart/2005/8/layout/vList5"/>
    <dgm:cxn modelId="{77B8009E-732E-4E48-85C7-47D6BBD37210}" type="presParOf" srcId="{E62522A9-67C6-4DC6-A982-6076C9F66DF7}" destId="{B39E4724-0F3D-4244-B52B-999CECEF368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432F317-FF2E-48C3-B45C-18AF358E8FC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0A15819-F4AA-4F71-9AF2-B451FC22D4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High-Speed Performance: The NCP51820 is designed for fast switching applications, making it suitable for driving </a:t>
          </a:r>
          <a:r>
            <a:rPr lang="en-US" b="0" i="0" dirty="0" err="1"/>
            <a:t>GaN</a:t>
          </a:r>
          <a:r>
            <a:rPr lang="en-US" b="0" i="0" dirty="0"/>
            <a:t> and </a:t>
          </a:r>
          <a:r>
            <a:rPr lang="en-US" b="0" i="0" dirty="0" err="1"/>
            <a:t>SiC</a:t>
          </a:r>
          <a:r>
            <a:rPr lang="en-US" b="0" i="0" dirty="0"/>
            <a:t> power switches efficiently.</a:t>
          </a:r>
          <a:endParaRPr lang="en-US" dirty="0"/>
        </a:p>
      </dgm:t>
    </dgm:pt>
    <dgm:pt modelId="{16B58E6D-B2F7-4DCB-9C52-A377C386F519}" type="parTrans" cxnId="{2F0E638F-8E79-45A2-ABC6-8E19B31C642F}">
      <dgm:prSet/>
      <dgm:spPr/>
      <dgm:t>
        <a:bodyPr/>
        <a:lstStyle/>
        <a:p>
          <a:endParaRPr lang="en-US"/>
        </a:p>
      </dgm:t>
    </dgm:pt>
    <dgm:pt modelId="{437E2B1D-64C6-4998-BBBE-B4755B84EEDE}" type="sibTrans" cxnId="{2F0E638F-8E79-45A2-ABC6-8E19B31C642F}">
      <dgm:prSet/>
      <dgm:spPr/>
      <dgm:t>
        <a:bodyPr/>
        <a:lstStyle/>
        <a:p>
          <a:endParaRPr lang="en-US"/>
        </a:p>
      </dgm:t>
    </dgm:pt>
    <dgm:pt modelId="{4CD94384-BEBA-4F5C-9A98-35F4DD086F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Half-Bridge Configuration: It supports a half-bridge configuration, allowing for effective control of power converters in various applications.</a:t>
          </a:r>
          <a:endParaRPr lang="en-US"/>
        </a:p>
      </dgm:t>
    </dgm:pt>
    <dgm:pt modelId="{A435AA1E-DD94-465A-BFBE-CB910B7A7E9B}" type="parTrans" cxnId="{E10CD325-9BC2-4251-9ADD-04D164E1A46E}">
      <dgm:prSet/>
      <dgm:spPr/>
      <dgm:t>
        <a:bodyPr/>
        <a:lstStyle/>
        <a:p>
          <a:endParaRPr lang="en-US"/>
        </a:p>
      </dgm:t>
    </dgm:pt>
    <dgm:pt modelId="{C18DE030-A8AF-4D1F-8A03-3445D43CA6B2}" type="sibTrans" cxnId="{E10CD325-9BC2-4251-9ADD-04D164E1A46E}">
      <dgm:prSet/>
      <dgm:spPr/>
      <dgm:t>
        <a:bodyPr/>
        <a:lstStyle/>
        <a:p>
          <a:endParaRPr lang="en-US"/>
        </a:p>
      </dgm:t>
    </dgm:pt>
    <dgm:pt modelId="{EB5BE1BB-4036-4155-98C2-C07BFD8181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Integrated Protection Features: The driver includes built-in protection features such as under-voltage lockout and shoot-through protection to enhance reliability.</a:t>
          </a:r>
          <a:endParaRPr lang="en-US"/>
        </a:p>
      </dgm:t>
    </dgm:pt>
    <dgm:pt modelId="{E4C2E2EE-3BFB-431B-B57E-E1E2E088C247}" type="parTrans" cxnId="{AAFF71B1-923A-4A25-BE38-B7064D03BE1B}">
      <dgm:prSet/>
      <dgm:spPr/>
      <dgm:t>
        <a:bodyPr/>
        <a:lstStyle/>
        <a:p>
          <a:endParaRPr lang="en-US"/>
        </a:p>
      </dgm:t>
    </dgm:pt>
    <dgm:pt modelId="{0FB86767-EEF5-4381-932F-055650B75DC8}" type="sibTrans" cxnId="{AAFF71B1-923A-4A25-BE38-B7064D03BE1B}">
      <dgm:prSet/>
      <dgm:spPr/>
      <dgm:t>
        <a:bodyPr/>
        <a:lstStyle/>
        <a:p>
          <a:endParaRPr lang="en-US"/>
        </a:p>
      </dgm:t>
    </dgm:pt>
    <dgm:pt modelId="{AC35804D-B92D-4A3C-8C55-1D7FD18311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Flexible Supply Voltage: It operates with a wide supply voltage range, accommodating different system requirements and enhancing versatility.</a:t>
          </a:r>
          <a:endParaRPr lang="en-US"/>
        </a:p>
      </dgm:t>
    </dgm:pt>
    <dgm:pt modelId="{9704A16A-9963-44BE-A3AC-8AA80DB6C637}" type="parTrans" cxnId="{0C517EC6-D403-45FD-A1CF-5DFFFE4FD924}">
      <dgm:prSet/>
      <dgm:spPr/>
      <dgm:t>
        <a:bodyPr/>
        <a:lstStyle/>
        <a:p>
          <a:endParaRPr lang="en-US"/>
        </a:p>
      </dgm:t>
    </dgm:pt>
    <dgm:pt modelId="{61ABFBB4-8ACE-45C7-8DC6-1C64EDF19418}" type="sibTrans" cxnId="{0C517EC6-D403-45FD-A1CF-5DFFFE4FD924}">
      <dgm:prSet/>
      <dgm:spPr/>
      <dgm:t>
        <a:bodyPr/>
        <a:lstStyle/>
        <a:p>
          <a:endParaRPr lang="en-US"/>
        </a:p>
      </dgm:t>
    </dgm:pt>
    <dgm:pt modelId="{CC09217F-13F4-4C3D-87CB-5565E49F16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Compact Design: The NCP51820 comes in a compact package, making it ideal for space-constrained applications in power electronics.</a:t>
          </a:r>
          <a:endParaRPr lang="en-US"/>
        </a:p>
      </dgm:t>
    </dgm:pt>
    <dgm:pt modelId="{0AD8E4F8-8C98-4A20-8E5A-B09061D252FE}" type="parTrans" cxnId="{016D2BAA-5485-4BEC-B559-D5E7D51EA5D9}">
      <dgm:prSet/>
      <dgm:spPr/>
      <dgm:t>
        <a:bodyPr/>
        <a:lstStyle/>
        <a:p>
          <a:endParaRPr lang="en-US"/>
        </a:p>
      </dgm:t>
    </dgm:pt>
    <dgm:pt modelId="{57E492A3-EEEE-47EE-A85D-2C3490A44D9C}" type="sibTrans" cxnId="{016D2BAA-5485-4BEC-B559-D5E7D51EA5D9}">
      <dgm:prSet/>
      <dgm:spPr/>
      <dgm:t>
        <a:bodyPr/>
        <a:lstStyle/>
        <a:p>
          <a:endParaRPr lang="en-US"/>
        </a:p>
      </dgm:t>
    </dgm:pt>
    <dgm:pt modelId="{46294878-7A1B-4FB4-89FF-0F105EF4AF14}" type="pres">
      <dgm:prSet presAssocID="{D432F317-FF2E-48C3-B45C-18AF358E8FC7}" presName="root" presStyleCnt="0">
        <dgm:presLayoutVars>
          <dgm:dir/>
          <dgm:resizeHandles val="exact"/>
        </dgm:presLayoutVars>
      </dgm:prSet>
      <dgm:spPr/>
    </dgm:pt>
    <dgm:pt modelId="{9AC698FE-371D-4F1E-BEB7-3EAF17780252}" type="pres">
      <dgm:prSet presAssocID="{60A15819-F4AA-4F71-9AF2-B451FC22D443}" presName="compNode" presStyleCnt="0"/>
      <dgm:spPr/>
    </dgm:pt>
    <dgm:pt modelId="{499C003B-EDC1-4F62-A203-28FD2BF58EE1}" type="pres">
      <dgm:prSet presAssocID="{60A15819-F4AA-4F71-9AF2-B451FC22D443}" presName="bgRect" presStyleLbl="bgShp" presStyleIdx="0" presStyleCnt="5"/>
      <dgm:spPr/>
    </dgm:pt>
    <dgm:pt modelId="{2EECA969-1C16-4F34-8933-9F21C6D55F64}" type="pres">
      <dgm:prSet presAssocID="{60A15819-F4AA-4F71-9AF2-B451FC22D44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1D8E8E0D-1894-483F-85A2-E229A243772E}" type="pres">
      <dgm:prSet presAssocID="{60A15819-F4AA-4F71-9AF2-B451FC22D443}" presName="spaceRect" presStyleCnt="0"/>
      <dgm:spPr/>
    </dgm:pt>
    <dgm:pt modelId="{D927D7FA-ADC5-40DB-8275-F8FD5E73E491}" type="pres">
      <dgm:prSet presAssocID="{60A15819-F4AA-4F71-9AF2-B451FC22D443}" presName="parTx" presStyleLbl="revTx" presStyleIdx="0" presStyleCnt="5">
        <dgm:presLayoutVars>
          <dgm:chMax val="0"/>
          <dgm:chPref val="0"/>
        </dgm:presLayoutVars>
      </dgm:prSet>
      <dgm:spPr/>
    </dgm:pt>
    <dgm:pt modelId="{4D4DB21E-3244-4391-B36E-909B12B8E1F2}" type="pres">
      <dgm:prSet presAssocID="{437E2B1D-64C6-4998-BBBE-B4755B84EEDE}" presName="sibTrans" presStyleCnt="0"/>
      <dgm:spPr/>
    </dgm:pt>
    <dgm:pt modelId="{11E38509-50D0-49E9-B827-9B61DCAAC9C1}" type="pres">
      <dgm:prSet presAssocID="{4CD94384-BEBA-4F5C-9A98-35F4DD086F6C}" presName="compNode" presStyleCnt="0"/>
      <dgm:spPr/>
    </dgm:pt>
    <dgm:pt modelId="{9C96E3DE-D632-4E8A-9F12-75AA7E218408}" type="pres">
      <dgm:prSet presAssocID="{4CD94384-BEBA-4F5C-9A98-35F4DD086F6C}" presName="bgRect" presStyleLbl="bgShp" presStyleIdx="1" presStyleCnt="5"/>
      <dgm:spPr/>
    </dgm:pt>
    <dgm:pt modelId="{48E29447-1AB8-4ECB-A2D2-A45B571478E1}" type="pres">
      <dgm:prSet presAssocID="{4CD94384-BEBA-4F5C-9A98-35F4DD086F6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ABB9B869-3BF5-4F4C-87EB-2B14B0B57171}" type="pres">
      <dgm:prSet presAssocID="{4CD94384-BEBA-4F5C-9A98-35F4DD086F6C}" presName="spaceRect" presStyleCnt="0"/>
      <dgm:spPr/>
    </dgm:pt>
    <dgm:pt modelId="{059DFBB7-2A1B-4B8A-B372-40A98D418BA7}" type="pres">
      <dgm:prSet presAssocID="{4CD94384-BEBA-4F5C-9A98-35F4DD086F6C}" presName="parTx" presStyleLbl="revTx" presStyleIdx="1" presStyleCnt="5">
        <dgm:presLayoutVars>
          <dgm:chMax val="0"/>
          <dgm:chPref val="0"/>
        </dgm:presLayoutVars>
      </dgm:prSet>
      <dgm:spPr/>
    </dgm:pt>
    <dgm:pt modelId="{F7851535-3117-40CA-9D08-7B756EFAD029}" type="pres">
      <dgm:prSet presAssocID="{C18DE030-A8AF-4D1F-8A03-3445D43CA6B2}" presName="sibTrans" presStyleCnt="0"/>
      <dgm:spPr/>
    </dgm:pt>
    <dgm:pt modelId="{FCFD51EF-1589-42F4-A3BE-11E78734CEB5}" type="pres">
      <dgm:prSet presAssocID="{EB5BE1BB-4036-4155-98C2-C07BFD818152}" presName="compNode" presStyleCnt="0"/>
      <dgm:spPr/>
    </dgm:pt>
    <dgm:pt modelId="{02FF8918-67CC-46AC-916D-3F59B352B3E1}" type="pres">
      <dgm:prSet presAssocID="{EB5BE1BB-4036-4155-98C2-C07BFD818152}" presName="bgRect" presStyleLbl="bgShp" presStyleIdx="2" presStyleCnt="5"/>
      <dgm:spPr/>
    </dgm:pt>
    <dgm:pt modelId="{E27155F0-54FE-4C2C-8CED-C4749F0D0272}" type="pres">
      <dgm:prSet presAssocID="{EB5BE1BB-4036-4155-98C2-C07BFD81815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191953B4-27E7-47C1-9145-8120AF766999}" type="pres">
      <dgm:prSet presAssocID="{EB5BE1BB-4036-4155-98C2-C07BFD818152}" presName="spaceRect" presStyleCnt="0"/>
      <dgm:spPr/>
    </dgm:pt>
    <dgm:pt modelId="{00E75D0B-FBA1-4E9E-A9FC-D0D39DE0D098}" type="pres">
      <dgm:prSet presAssocID="{EB5BE1BB-4036-4155-98C2-C07BFD818152}" presName="parTx" presStyleLbl="revTx" presStyleIdx="2" presStyleCnt="5">
        <dgm:presLayoutVars>
          <dgm:chMax val="0"/>
          <dgm:chPref val="0"/>
        </dgm:presLayoutVars>
      </dgm:prSet>
      <dgm:spPr/>
    </dgm:pt>
    <dgm:pt modelId="{A2C80AC9-2BA6-4F0F-B421-3292CD9D0EB1}" type="pres">
      <dgm:prSet presAssocID="{0FB86767-EEF5-4381-932F-055650B75DC8}" presName="sibTrans" presStyleCnt="0"/>
      <dgm:spPr/>
    </dgm:pt>
    <dgm:pt modelId="{3B071C09-7CE6-4EC9-A09D-20535F2E140B}" type="pres">
      <dgm:prSet presAssocID="{AC35804D-B92D-4A3C-8C55-1D7FD1831171}" presName="compNode" presStyleCnt="0"/>
      <dgm:spPr/>
    </dgm:pt>
    <dgm:pt modelId="{005519A0-CBFF-49C1-B442-F771BACF071E}" type="pres">
      <dgm:prSet presAssocID="{AC35804D-B92D-4A3C-8C55-1D7FD1831171}" presName="bgRect" presStyleLbl="bgShp" presStyleIdx="3" presStyleCnt="5"/>
      <dgm:spPr/>
    </dgm:pt>
    <dgm:pt modelId="{CFC5786E-2F8D-4E8E-95C9-510E74A43FDA}" type="pres">
      <dgm:prSet presAssocID="{AC35804D-B92D-4A3C-8C55-1D7FD183117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A463C0B3-948D-4044-9B0E-E3A86201C92F}" type="pres">
      <dgm:prSet presAssocID="{AC35804D-B92D-4A3C-8C55-1D7FD1831171}" presName="spaceRect" presStyleCnt="0"/>
      <dgm:spPr/>
    </dgm:pt>
    <dgm:pt modelId="{D2621638-276D-436D-9ED3-F2B952E20E13}" type="pres">
      <dgm:prSet presAssocID="{AC35804D-B92D-4A3C-8C55-1D7FD1831171}" presName="parTx" presStyleLbl="revTx" presStyleIdx="3" presStyleCnt="5">
        <dgm:presLayoutVars>
          <dgm:chMax val="0"/>
          <dgm:chPref val="0"/>
        </dgm:presLayoutVars>
      </dgm:prSet>
      <dgm:spPr/>
    </dgm:pt>
    <dgm:pt modelId="{22ACFF31-ADBA-42D6-A6F8-F1209B52007C}" type="pres">
      <dgm:prSet presAssocID="{61ABFBB4-8ACE-45C7-8DC6-1C64EDF19418}" presName="sibTrans" presStyleCnt="0"/>
      <dgm:spPr/>
    </dgm:pt>
    <dgm:pt modelId="{75F527B3-DA54-400F-AF2B-BD9AD95491E9}" type="pres">
      <dgm:prSet presAssocID="{CC09217F-13F4-4C3D-87CB-5565E49F16F7}" presName="compNode" presStyleCnt="0"/>
      <dgm:spPr/>
    </dgm:pt>
    <dgm:pt modelId="{E60B6857-5620-4D70-A487-8C9F66D59677}" type="pres">
      <dgm:prSet presAssocID="{CC09217F-13F4-4C3D-87CB-5565E49F16F7}" presName="bgRect" presStyleLbl="bgShp" presStyleIdx="4" presStyleCnt="5"/>
      <dgm:spPr/>
    </dgm:pt>
    <dgm:pt modelId="{9B888442-86DE-4638-8445-D64799220B14}" type="pres">
      <dgm:prSet presAssocID="{CC09217F-13F4-4C3D-87CB-5565E49F16F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irtual RealityHeadset"/>
        </a:ext>
      </dgm:extLst>
    </dgm:pt>
    <dgm:pt modelId="{336FFD22-DA4B-4952-A546-A6292B8FF01B}" type="pres">
      <dgm:prSet presAssocID="{CC09217F-13F4-4C3D-87CB-5565E49F16F7}" presName="spaceRect" presStyleCnt="0"/>
      <dgm:spPr/>
    </dgm:pt>
    <dgm:pt modelId="{DA70E8F2-7D4D-4A2E-A143-A90784B260EC}" type="pres">
      <dgm:prSet presAssocID="{CC09217F-13F4-4C3D-87CB-5565E49F16F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4048C1D-C635-4C5B-8B9B-6110C8DD2315}" type="presOf" srcId="{AC35804D-B92D-4A3C-8C55-1D7FD1831171}" destId="{D2621638-276D-436D-9ED3-F2B952E20E13}" srcOrd="0" destOrd="0" presId="urn:microsoft.com/office/officeart/2018/2/layout/IconVerticalSolidList"/>
    <dgm:cxn modelId="{E10CD325-9BC2-4251-9ADD-04D164E1A46E}" srcId="{D432F317-FF2E-48C3-B45C-18AF358E8FC7}" destId="{4CD94384-BEBA-4F5C-9A98-35F4DD086F6C}" srcOrd="1" destOrd="0" parTransId="{A435AA1E-DD94-465A-BFBE-CB910B7A7E9B}" sibTransId="{C18DE030-A8AF-4D1F-8A03-3445D43CA6B2}"/>
    <dgm:cxn modelId="{959A6B61-8A9B-4DFB-8A16-9F513ADEF119}" type="presOf" srcId="{D432F317-FF2E-48C3-B45C-18AF358E8FC7}" destId="{46294878-7A1B-4FB4-89FF-0F105EF4AF14}" srcOrd="0" destOrd="0" presId="urn:microsoft.com/office/officeart/2018/2/layout/IconVerticalSolidList"/>
    <dgm:cxn modelId="{5469F461-D69F-4A28-BBFF-08CA2A0C2DA0}" type="presOf" srcId="{EB5BE1BB-4036-4155-98C2-C07BFD818152}" destId="{00E75D0B-FBA1-4E9E-A9FC-D0D39DE0D098}" srcOrd="0" destOrd="0" presId="urn:microsoft.com/office/officeart/2018/2/layout/IconVerticalSolidList"/>
    <dgm:cxn modelId="{FA32B679-55CC-4313-B425-8126DABACFEA}" type="presOf" srcId="{4CD94384-BEBA-4F5C-9A98-35F4DD086F6C}" destId="{059DFBB7-2A1B-4B8A-B372-40A98D418BA7}" srcOrd="0" destOrd="0" presId="urn:microsoft.com/office/officeart/2018/2/layout/IconVerticalSolidList"/>
    <dgm:cxn modelId="{2F0E638F-8E79-45A2-ABC6-8E19B31C642F}" srcId="{D432F317-FF2E-48C3-B45C-18AF358E8FC7}" destId="{60A15819-F4AA-4F71-9AF2-B451FC22D443}" srcOrd="0" destOrd="0" parTransId="{16B58E6D-B2F7-4DCB-9C52-A377C386F519}" sibTransId="{437E2B1D-64C6-4998-BBBE-B4755B84EEDE}"/>
    <dgm:cxn modelId="{C43C7791-578C-4B52-B3F0-33090DFF4CA8}" type="presOf" srcId="{60A15819-F4AA-4F71-9AF2-B451FC22D443}" destId="{D927D7FA-ADC5-40DB-8275-F8FD5E73E491}" srcOrd="0" destOrd="0" presId="urn:microsoft.com/office/officeart/2018/2/layout/IconVerticalSolidList"/>
    <dgm:cxn modelId="{016D2BAA-5485-4BEC-B559-D5E7D51EA5D9}" srcId="{D432F317-FF2E-48C3-B45C-18AF358E8FC7}" destId="{CC09217F-13F4-4C3D-87CB-5565E49F16F7}" srcOrd="4" destOrd="0" parTransId="{0AD8E4F8-8C98-4A20-8E5A-B09061D252FE}" sibTransId="{57E492A3-EEEE-47EE-A85D-2C3490A44D9C}"/>
    <dgm:cxn modelId="{AAFF71B1-923A-4A25-BE38-B7064D03BE1B}" srcId="{D432F317-FF2E-48C3-B45C-18AF358E8FC7}" destId="{EB5BE1BB-4036-4155-98C2-C07BFD818152}" srcOrd="2" destOrd="0" parTransId="{E4C2E2EE-3BFB-431B-B57E-E1E2E088C247}" sibTransId="{0FB86767-EEF5-4381-932F-055650B75DC8}"/>
    <dgm:cxn modelId="{16D52CB8-35FF-407D-BB38-E97D90623A45}" type="presOf" srcId="{CC09217F-13F4-4C3D-87CB-5565E49F16F7}" destId="{DA70E8F2-7D4D-4A2E-A143-A90784B260EC}" srcOrd="0" destOrd="0" presId="urn:microsoft.com/office/officeart/2018/2/layout/IconVerticalSolidList"/>
    <dgm:cxn modelId="{0C517EC6-D403-45FD-A1CF-5DFFFE4FD924}" srcId="{D432F317-FF2E-48C3-B45C-18AF358E8FC7}" destId="{AC35804D-B92D-4A3C-8C55-1D7FD1831171}" srcOrd="3" destOrd="0" parTransId="{9704A16A-9963-44BE-A3AC-8AA80DB6C637}" sibTransId="{61ABFBB4-8ACE-45C7-8DC6-1C64EDF19418}"/>
    <dgm:cxn modelId="{C7E2C56C-E6E8-4BCA-9F85-43B571FF732D}" type="presParOf" srcId="{46294878-7A1B-4FB4-89FF-0F105EF4AF14}" destId="{9AC698FE-371D-4F1E-BEB7-3EAF17780252}" srcOrd="0" destOrd="0" presId="urn:microsoft.com/office/officeart/2018/2/layout/IconVerticalSolidList"/>
    <dgm:cxn modelId="{D52D5CE0-D1F9-40BA-A341-7AA8BC4CF5F8}" type="presParOf" srcId="{9AC698FE-371D-4F1E-BEB7-3EAF17780252}" destId="{499C003B-EDC1-4F62-A203-28FD2BF58EE1}" srcOrd="0" destOrd="0" presId="urn:microsoft.com/office/officeart/2018/2/layout/IconVerticalSolidList"/>
    <dgm:cxn modelId="{32408B38-696E-4AEC-BA9E-383EC6287F16}" type="presParOf" srcId="{9AC698FE-371D-4F1E-BEB7-3EAF17780252}" destId="{2EECA969-1C16-4F34-8933-9F21C6D55F64}" srcOrd="1" destOrd="0" presId="urn:microsoft.com/office/officeart/2018/2/layout/IconVerticalSolidList"/>
    <dgm:cxn modelId="{74ADCDA9-993D-425A-9721-17FA009A5646}" type="presParOf" srcId="{9AC698FE-371D-4F1E-BEB7-3EAF17780252}" destId="{1D8E8E0D-1894-483F-85A2-E229A243772E}" srcOrd="2" destOrd="0" presId="urn:microsoft.com/office/officeart/2018/2/layout/IconVerticalSolidList"/>
    <dgm:cxn modelId="{98E19A67-449E-49A5-92FD-50EA2C2F241A}" type="presParOf" srcId="{9AC698FE-371D-4F1E-BEB7-3EAF17780252}" destId="{D927D7FA-ADC5-40DB-8275-F8FD5E73E491}" srcOrd="3" destOrd="0" presId="urn:microsoft.com/office/officeart/2018/2/layout/IconVerticalSolidList"/>
    <dgm:cxn modelId="{35F58C43-578B-4DD3-8E1E-42389D065BFF}" type="presParOf" srcId="{46294878-7A1B-4FB4-89FF-0F105EF4AF14}" destId="{4D4DB21E-3244-4391-B36E-909B12B8E1F2}" srcOrd="1" destOrd="0" presId="urn:microsoft.com/office/officeart/2018/2/layout/IconVerticalSolidList"/>
    <dgm:cxn modelId="{208927F0-A576-4C1D-85A7-2588DE5F1CA7}" type="presParOf" srcId="{46294878-7A1B-4FB4-89FF-0F105EF4AF14}" destId="{11E38509-50D0-49E9-B827-9B61DCAAC9C1}" srcOrd="2" destOrd="0" presId="urn:microsoft.com/office/officeart/2018/2/layout/IconVerticalSolidList"/>
    <dgm:cxn modelId="{BABD4167-2268-4104-88BF-832783E0AAD1}" type="presParOf" srcId="{11E38509-50D0-49E9-B827-9B61DCAAC9C1}" destId="{9C96E3DE-D632-4E8A-9F12-75AA7E218408}" srcOrd="0" destOrd="0" presId="urn:microsoft.com/office/officeart/2018/2/layout/IconVerticalSolidList"/>
    <dgm:cxn modelId="{D053BA6A-C041-4A93-A6B3-33ADBBB52D86}" type="presParOf" srcId="{11E38509-50D0-49E9-B827-9B61DCAAC9C1}" destId="{48E29447-1AB8-4ECB-A2D2-A45B571478E1}" srcOrd="1" destOrd="0" presId="urn:microsoft.com/office/officeart/2018/2/layout/IconVerticalSolidList"/>
    <dgm:cxn modelId="{36724456-44FE-4E76-9F61-B4781C94AB3B}" type="presParOf" srcId="{11E38509-50D0-49E9-B827-9B61DCAAC9C1}" destId="{ABB9B869-3BF5-4F4C-87EB-2B14B0B57171}" srcOrd="2" destOrd="0" presId="urn:microsoft.com/office/officeart/2018/2/layout/IconVerticalSolidList"/>
    <dgm:cxn modelId="{B26BB28A-D66F-4B2E-8A8A-43AF7EC7272A}" type="presParOf" srcId="{11E38509-50D0-49E9-B827-9B61DCAAC9C1}" destId="{059DFBB7-2A1B-4B8A-B372-40A98D418BA7}" srcOrd="3" destOrd="0" presId="urn:microsoft.com/office/officeart/2018/2/layout/IconVerticalSolidList"/>
    <dgm:cxn modelId="{5CDBBE0F-7170-4313-8807-5BC8223A48F5}" type="presParOf" srcId="{46294878-7A1B-4FB4-89FF-0F105EF4AF14}" destId="{F7851535-3117-40CA-9D08-7B756EFAD029}" srcOrd="3" destOrd="0" presId="urn:microsoft.com/office/officeart/2018/2/layout/IconVerticalSolidList"/>
    <dgm:cxn modelId="{8AD2750F-DD40-438F-9F4F-487010B0FC48}" type="presParOf" srcId="{46294878-7A1B-4FB4-89FF-0F105EF4AF14}" destId="{FCFD51EF-1589-42F4-A3BE-11E78734CEB5}" srcOrd="4" destOrd="0" presId="urn:microsoft.com/office/officeart/2018/2/layout/IconVerticalSolidList"/>
    <dgm:cxn modelId="{3C5BCE76-15F5-473C-A892-BE675880524E}" type="presParOf" srcId="{FCFD51EF-1589-42F4-A3BE-11E78734CEB5}" destId="{02FF8918-67CC-46AC-916D-3F59B352B3E1}" srcOrd="0" destOrd="0" presId="urn:microsoft.com/office/officeart/2018/2/layout/IconVerticalSolidList"/>
    <dgm:cxn modelId="{7837C694-1C47-46EA-A680-123FA971D2FE}" type="presParOf" srcId="{FCFD51EF-1589-42F4-A3BE-11E78734CEB5}" destId="{E27155F0-54FE-4C2C-8CED-C4749F0D0272}" srcOrd="1" destOrd="0" presId="urn:microsoft.com/office/officeart/2018/2/layout/IconVerticalSolidList"/>
    <dgm:cxn modelId="{7B4AA57B-66C1-42D2-99B3-C10D15C6887A}" type="presParOf" srcId="{FCFD51EF-1589-42F4-A3BE-11E78734CEB5}" destId="{191953B4-27E7-47C1-9145-8120AF766999}" srcOrd="2" destOrd="0" presId="urn:microsoft.com/office/officeart/2018/2/layout/IconVerticalSolidList"/>
    <dgm:cxn modelId="{C295315B-BFE8-474B-842D-AFCB84923B4E}" type="presParOf" srcId="{FCFD51EF-1589-42F4-A3BE-11E78734CEB5}" destId="{00E75D0B-FBA1-4E9E-A9FC-D0D39DE0D098}" srcOrd="3" destOrd="0" presId="urn:microsoft.com/office/officeart/2018/2/layout/IconVerticalSolidList"/>
    <dgm:cxn modelId="{7BAAEACA-AF82-4773-BA9C-25D3B2BB0816}" type="presParOf" srcId="{46294878-7A1B-4FB4-89FF-0F105EF4AF14}" destId="{A2C80AC9-2BA6-4F0F-B421-3292CD9D0EB1}" srcOrd="5" destOrd="0" presId="urn:microsoft.com/office/officeart/2018/2/layout/IconVerticalSolidList"/>
    <dgm:cxn modelId="{4F203D50-6DD8-452F-A5CE-D6AED60CE59C}" type="presParOf" srcId="{46294878-7A1B-4FB4-89FF-0F105EF4AF14}" destId="{3B071C09-7CE6-4EC9-A09D-20535F2E140B}" srcOrd="6" destOrd="0" presId="urn:microsoft.com/office/officeart/2018/2/layout/IconVerticalSolidList"/>
    <dgm:cxn modelId="{8761A91B-3069-4C71-BD26-CE18A4E77D5F}" type="presParOf" srcId="{3B071C09-7CE6-4EC9-A09D-20535F2E140B}" destId="{005519A0-CBFF-49C1-B442-F771BACF071E}" srcOrd="0" destOrd="0" presId="urn:microsoft.com/office/officeart/2018/2/layout/IconVerticalSolidList"/>
    <dgm:cxn modelId="{2235D2B0-C3C4-44C6-8C74-8DBBFBCB88B5}" type="presParOf" srcId="{3B071C09-7CE6-4EC9-A09D-20535F2E140B}" destId="{CFC5786E-2F8D-4E8E-95C9-510E74A43FDA}" srcOrd="1" destOrd="0" presId="urn:microsoft.com/office/officeart/2018/2/layout/IconVerticalSolidList"/>
    <dgm:cxn modelId="{76DDD862-1744-49CF-8141-07662FB11A26}" type="presParOf" srcId="{3B071C09-7CE6-4EC9-A09D-20535F2E140B}" destId="{A463C0B3-948D-4044-9B0E-E3A86201C92F}" srcOrd="2" destOrd="0" presId="urn:microsoft.com/office/officeart/2018/2/layout/IconVerticalSolidList"/>
    <dgm:cxn modelId="{89561F3F-C7D1-4E94-93A9-8EB45441ACBD}" type="presParOf" srcId="{3B071C09-7CE6-4EC9-A09D-20535F2E140B}" destId="{D2621638-276D-436D-9ED3-F2B952E20E13}" srcOrd="3" destOrd="0" presId="urn:microsoft.com/office/officeart/2018/2/layout/IconVerticalSolidList"/>
    <dgm:cxn modelId="{473FD880-1BD7-42F4-8E8F-234E27A4E018}" type="presParOf" srcId="{46294878-7A1B-4FB4-89FF-0F105EF4AF14}" destId="{22ACFF31-ADBA-42D6-A6F8-F1209B52007C}" srcOrd="7" destOrd="0" presId="urn:microsoft.com/office/officeart/2018/2/layout/IconVerticalSolidList"/>
    <dgm:cxn modelId="{52DD1AF9-F19B-4730-9753-6BF95AE24196}" type="presParOf" srcId="{46294878-7A1B-4FB4-89FF-0F105EF4AF14}" destId="{75F527B3-DA54-400F-AF2B-BD9AD95491E9}" srcOrd="8" destOrd="0" presId="urn:microsoft.com/office/officeart/2018/2/layout/IconVerticalSolidList"/>
    <dgm:cxn modelId="{67AE6E88-6A70-4B94-8A1D-10D4D51A0824}" type="presParOf" srcId="{75F527B3-DA54-400F-AF2B-BD9AD95491E9}" destId="{E60B6857-5620-4D70-A487-8C9F66D59677}" srcOrd="0" destOrd="0" presId="urn:microsoft.com/office/officeart/2018/2/layout/IconVerticalSolidList"/>
    <dgm:cxn modelId="{B6A134A7-C2F5-4A00-ADFB-AD8175FD4A76}" type="presParOf" srcId="{75F527B3-DA54-400F-AF2B-BD9AD95491E9}" destId="{9B888442-86DE-4638-8445-D64799220B14}" srcOrd="1" destOrd="0" presId="urn:microsoft.com/office/officeart/2018/2/layout/IconVerticalSolidList"/>
    <dgm:cxn modelId="{BECD9CB2-D222-46C4-ABFC-831508C41F5A}" type="presParOf" srcId="{75F527B3-DA54-400F-AF2B-BD9AD95491E9}" destId="{336FFD22-DA4B-4952-A546-A6292B8FF01B}" srcOrd="2" destOrd="0" presId="urn:microsoft.com/office/officeart/2018/2/layout/IconVerticalSolidList"/>
    <dgm:cxn modelId="{0BEA6AD6-A8F3-4F91-91E0-DD32FCC45005}" type="presParOf" srcId="{75F527B3-DA54-400F-AF2B-BD9AD95491E9}" destId="{DA70E8F2-7D4D-4A2E-A143-A90784B260E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3C03DF8-E977-4898-92C9-D602C90FAEC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47FD280-96B0-48D0-B33D-85922582A9D6}">
      <dgm:prSet/>
      <dgm:spPr/>
      <dgm:t>
        <a:bodyPr/>
        <a:lstStyle/>
        <a:p>
          <a:r>
            <a:rPr lang="en-US" b="0" i="0" dirty="0"/>
            <a:t>High Efficiency: The GaN3R2-100CBE MOSFET offers superior efficiency in power conversion applications due to its low on-resistance and fast switching capabilities.</a:t>
          </a:r>
          <a:endParaRPr lang="en-US" dirty="0"/>
        </a:p>
      </dgm:t>
    </dgm:pt>
    <dgm:pt modelId="{C9DF6EA4-381A-469E-9F98-3A2125F474D5}" type="parTrans" cxnId="{E80420A2-1A52-4A2D-A3B8-5B776C0D8F71}">
      <dgm:prSet/>
      <dgm:spPr/>
      <dgm:t>
        <a:bodyPr/>
        <a:lstStyle/>
        <a:p>
          <a:endParaRPr lang="en-US"/>
        </a:p>
      </dgm:t>
    </dgm:pt>
    <dgm:pt modelId="{D0D72FED-FC92-4F62-8E4D-D32522A3091C}" type="sibTrans" cxnId="{E80420A2-1A52-4A2D-A3B8-5B776C0D8F71}">
      <dgm:prSet/>
      <dgm:spPr/>
      <dgm:t>
        <a:bodyPr/>
        <a:lstStyle/>
        <a:p>
          <a:endParaRPr lang="en-US"/>
        </a:p>
      </dgm:t>
    </dgm:pt>
    <dgm:pt modelId="{D57458A9-6D12-4434-B628-8B8D5AD4FE92}">
      <dgm:prSet/>
      <dgm:spPr/>
      <dgm:t>
        <a:bodyPr/>
        <a:lstStyle/>
        <a:p>
          <a:r>
            <a:rPr lang="en-US" b="0" i="0"/>
            <a:t>High Voltage Rating: This MOSFET is rated for high voltage applications, making it suitable for use in demanding environments such as electric vehicles and renewable energy systems.</a:t>
          </a:r>
          <a:endParaRPr lang="en-US"/>
        </a:p>
      </dgm:t>
    </dgm:pt>
    <dgm:pt modelId="{960AD95D-63EA-4766-89AD-DA57787B73CA}" type="parTrans" cxnId="{DFD38F0B-823F-4A27-9370-074A1C1DAB9E}">
      <dgm:prSet/>
      <dgm:spPr/>
      <dgm:t>
        <a:bodyPr/>
        <a:lstStyle/>
        <a:p>
          <a:endParaRPr lang="en-US"/>
        </a:p>
      </dgm:t>
    </dgm:pt>
    <dgm:pt modelId="{CFB0ED6F-15A3-4F99-948A-20F29AFF9F12}" type="sibTrans" cxnId="{DFD38F0B-823F-4A27-9370-074A1C1DAB9E}">
      <dgm:prSet/>
      <dgm:spPr/>
      <dgm:t>
        <a:bodyPr/>
        <a:lstStyle/>
        <a:p>
          <a:endParaRPr lang="en-US"/>
        </a:p>
      </dgm:t>
    </dgm:pt>
    <dgm:pt modelId="{2605F258-618A-43D8-9AA3-1F9B1BB96CA9}">
      <dgm:prSet/>
      <dgm:spPr/>
      <dgm:t>
        <a:bodyPr/>
        <a:lstStyle/>
        <a:p>
          <a:r>
            <a:rPr lang="en-US" b="0" i="0"/>
            <a:t>Compact Size: Its compact packaging allows for space-saving designs in power electronics, contributing to lighter and more efficient systems.</a:t>
          </a:r>
          <a:endParaRPr lang="en-US"/>
        </a:p>
      </dgm:t>
    </dgm:pt>
    <dgm:pt modelId="{C4C996A6-87AE-4C50-959B-8830161AC454}" type="parTrans" cxnId="{86E2F54F-13A8-402C-969B-6280F71C62D3}">
      <dgm:prSet/>
      <dgm:spPr/>
      <dgm:t>
        <a:bodyPr/>
        <a:lstStyle/>
        <a:p>
          <a:endParaRPr lang="en-US"/>
        </a:p>
      </dgm:t>
    </dgm:pt>
    <dgm:pt modelId="{964F9CDF-48EE-479A-8945-3A8C6F60ACFE}" type="sibTrans" cxnId="{86E2F54F-13A8-402C-969B-6280F71C62D3}">
      <dgm:prSet/>
      <dgm:spPr/>
      <dgm:t>
        <a:bodyPr/>
        <a:lstStyle/>
        <a:p>
          <a:endParaRPr lang="en-US"/>
        </a:p>
      </dgm:t>
    </dgm:pt>
    <dgm:pt modelId="{C83D42B4-8873-4851-9E21-0E7CF0CF159B}">
      <dgm:prSet/>
      <dgm:spPr/>
      <dgm:t>
        <a:bodyPr/>
        <a:lstStyle/>
        <a:p>
          <a:r>
            <a:rPr lang="en-US" b="0" i="0"/>
            <a:t>Thermal Performance: The GaN3R2-100CBE provides excellent thermal performance, enabling reliable operation under high-temperature conditions.</a:t>
          </a:r>
          <a:endParaRPr lang="en-US"/>
        </a:p>
      </dgm:t>
    </dgm:pt>
    <dgm:pt modelId="{623E21FA-9B5B-45EA-AA55-8A8C93A7936F}" type="parTrans" cxnId="{100065A7-8FA8-4C95-A9CB-921E959A5C60}">
      <dgm:prSet/>
      <dgm:spPr/>
      <dgm:t>
        <a:bodyPr/>
        <a:lstStyle/>
        <a:p>
          <a:endParaRPr lang="en-US"/>
        </a:p>
      </dgm:t>
    </dgm:pt>
    <dgm:pt modelId="{105591DD-A89F-48EB-8A3A-A5F412A1E2DF}" type="sibTrans" cxnId="{100065A7-8FA8-4C95-A9CB-921E959A5C60}">
      <dgm:prSet/>
      <dgm:spPr/>
      <dgm:t>
        <a:bodyPr/>
        <a:lstStyle/>
        <a:p>
          <a:endParaRPr lang="en-US"/>
        </a:p>
      </dgm:t>
    </dgm:pt>
    <dgm:pt modelId="{18849FB2-2BC8-4C89-A748-D36716839706}" type="pres">
      <dgm:prSet presAssocID="{63C03DF8-E977-4898-92C9-D602C90FAEC5}" presName="linear" presStyleCnt="0">
        <dgm:presLayoutVars>
          <dgm:animLvl val="lvl"/>
          <dgm:resizeHandles val="exact"/>
        </dgm:presLayoutVars>
      </dgm:prSet>
      <dgm:spPr/>
    </dgm:pt>
    <dgm:pt modelId="{36675485-1AA3-4031-8DA1-CB68CA3C631A}" type="pres">
      <dgm:prSet presAssocID="{F47FD280-96B0-48D0-B33D-85922582A9D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0C281BE-E406-4087-B181-F35867E4E2FE}" type="pres">
      <dgm:prSet presAssocID="{D0D72FED-FC92-4F62-8E4D-D32522A3091C}" presName="spacer" presStyleCnt="0"/>
      <dgm:spPr/>
    </dgm:pt>
    <dgm:pt modelId="{6AD04A42-E74D-4ED7-B2A4-C3E8051FD6EC}" type="pres">
      <dgm:prSet presAssocID="{D57458A9-6D12-4434-B628-8B8D5AD4FE9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D8AC01F-A4AB-49C4-8BA7-8A516D6A3FDE}" type="pres">
      <dgm:prSet presAssocID="{CFB0ED6F-15A3-4F99-948A-20F29AFF9F12}" presName="spacer" presStyleCnt="0"/>
      <dgm:spPr/>
    </dgm:pt>
    <dgm:pt modelId="{2CACA2BB-0B77-4057-8F97-9DC5638C465E}" type="pres">
      <dgm:prSet presAssocID="{2605F258-618A-43D8-9AA3-1F9B1BB96CA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66BF063-A8D1-4461-A501-19C4234A4674}" type="pres">
      <dgm:prSet presAssocID="{964F9CDF-48EE-479A-8945-3A8C6F60ACFE}" presName="spacer" presStyleCnt="0"/>
      <dgm:spPr/>
    </dgm:pt>
    <dgm:pt modelId="{55F26522-DE35-4070-9C5A-43EE117F47E5}" type="pres">
      <dgm:prSet presAssocID="{C83D42B4-8873-4851-9E21-0E7CF0CF159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FD38F0B-823F-4A27-9370-074A1C1DAB9E}" srcId="{63C03DF8-E977-4898-92C9-D602C90FAEC5}" destId="{D57458A9-6D12-4434-B628-8B8D5AD4FE92}" srcOrd="1" destOrd="0" parTransId="{960AD95D-63EA-4766-89AD-DA57787B73CA}" sibTransId="{CFB0ED6F-15A3-4F99-948A-20F29AFF9F12}"/>
    <dgm:cxn modelId="{68A8854E-C0CF-469E-A280-DF5F6091F9AF}" type="presOf" srcId="{F47FD280-96B0-48D0-B33D-85922582A9D6}" destId="{36675485-1AA3-4031-8DA1-CB68CA3C631A}" srcOrd="0" destOrd="0" presId="urn:microsoft.com/office/officeart/2005/8/layout/vList2"/>
    <dgm:cxn modelId="{86E2F54F-13A8-402C-969B-6280F71C62D3}" srcId="{63C03DF8-E977-4898-92C9-D602C90FAEC5}" destId="{2605F258-618A-43D8-9AA3-1F9B1BB96CA9}" srcOrd="2" destOrd="0" parTransId="{C4C996A6-87AE-4C50-959B-8830161AC454}" sibTransId="{964F9CDF-48EE-479A-8945-3A8C6F60ACFE}"/>
    <dgm:cxn modelId="{40958E86-69E4-484B-B269-EBB67552DA56}" type="presOf" srcId="{C83D42B4-8873-4851-9E21-0E7CF0CF159B}" destId="{55F26522-DE35-4070-9C5A-43EE117F47E5}" srcOrd="0" destOrd="0" presId="urn:microsoft.com/office/officeart/2005/8/layout/vList2"/>
    <dgm:cxn modelId="{E80420A2-1A52-4A2D-A3B8-5B776C0D8F71}" srcId="{63C03DF8-E977-4898-92C9-D602C90FAEC5}" destId="{F47FD280-96B0-48D0-B33D-85922582A9D6}" srcOrd="0" destOrd="0" parTransId="{C9DF6EA4-381A-469E-9F98-3A2125F474D5}" sibTransId="{D0D72FED-FC92-4F62-8E4D-D32522A3091C}"/>
    <dgm:cxn modelId="{100065A7-8FA8-4C95-A9CB-921E959A5C60}" srcId="{63C03DF8-E977-4898-92C9-D602C90FAEC5}" destId="{C83D42B4-8873-4851-9E21-0E7CF0CF159B}" srcOrd="3" destOrd="0" parTransId="{623E21FA-9B5B-45EA-AA55-8A8C93A7936F}" sibTransId="{105591DD-A89F-48EB-8A3A-A5F412A1E2DF}"/>
    <dgm:cxn modelId="{E9AE88C2-AE52-4A94-9C3B-F90FC81F8E2C}" type="presOf" srcId="{D57458A9-6D12-4434-B628-8B8D5AD4FE92}" destId="{6AD04A42-E74D-4ED7-B2A4-C3E8051FD6EC}" srcOrd="0" destOrd="0" presId="urn:microsoft.com/office/officeart/2005/8/layout/vList2"/>
    <dgm:cxn modelId="{612C06DB-C50C-4385-B3E6-7000237C483A}" type="presOf" srcId="{63C03DF8-E977-4898-92C9-D602C90FAEC5}" destId="{18849FB2-2BC8-4C89-A748-D36716839706}" srcOrd="0" destOrd="0" presId="urn:microsoft.com/office/officeart/2005/8/layout/vList2"/>
    <dgm:cxn modelId="{EADD9EE8-D701-4996-BBA5-912E8C062DC9}" type="presOf" srcId="{2605F258-618A-43D8-9AA3-1F9B1BB96CA9}" destId="{2CACA2BB-0B77-4057-8F97-9DC5638C465E}" srcOrd="0" destOrd="0" presId="urn:microsoft.com/office/officeart/2005/8/layout/vList2"/>
    <dgm:cxn modelId="{77D08D1B-B0C4-410D-AA15-774BF3078BF3}" type="presParOf" srcId="{18849FB2-2BC8-4C89-A748-D36716839706}" destId="{36675485-1AA3-4031-8DA1-CB68CA3C631A}" srcOrd="0" destOrd="0" presId="urn:microsoft.com/office/officeart/2005/8/layout/vList2"/>
    <dgm:cxn modelId="{BCDC72C8-36EB-4DDD-91E6-CEAC6DF1C6DB}" type="presParOf" srcId="{18849FB2-2BC8-4C89-A748-D36716839706}" destId="{E0C281BE-E406-4087-B181-F35867E4E2FE}" srcOrd="1" destOrd="0" presId="urn:microsoft.com/office/officeart/2005/8/layout/vList2"/>
    <dgm:cxn modelId="{27603702-94BC-4B68-8B13-CA6AE21D5D94}" type="presParOf" srcId="{18849FB2-2BC8-4C89-A748-D36716839706}" destId="{6AD04A42-E74D-4ED7-B2A4-C3E8051FD6EC}" srcOrd="2" destOrd="0" presId="urn:microsoft.com/office/officeart/2005/8/layout/vList2"/>
    <dgm:cxn modelId="{DDDB5E81-808E-45FB-8D69-BF9B120FD570}" type="presParOf" srcId="{18849FB2-2BC8-4C89-A748-D36716839706}" destId="{5D8AC01F-A4AB-49C4-8BA7-8A516D6A3FDE}" srcOrd="3" destOrd="0" presId="urn:microsoft.com/office/officeart/2005/8/layout/vList2"/>
    <dgm:cxn modelId="{62D21320-55C2-4FCC-A0A4-23BE8962C2E7}" type="presParOf" srcId="{18849FB2-2BC8-4C89-A748-D36716839706}" destId="{2CACA2BB-0B77-4057-8F97-9DC5638C465E}" srcOrd="4" destOrd="0" presId="urn:microsoft.com/office/officeart/2005/8/layout/vList2"/>
    <dgm:cxn modelId="{7CA8AFB0-048B-46BA-B6ED-68B1C8B3F267}" type="presParOf" srcId="{18849FB2-2BC8-4C89-A748-D36716839706}" destId="{066BF063-A8D1-4461-A501-19C4234A4674}" srcOrd="5" destOrd="0" presId="urn:microsoft.com/office/officeart/2005/8/layout/vList2"/>
    <dgm:cxn modelId="{3B66E76A-5EA9-46BC-B6D0-108DE6046447}" type="presParOf" srcId="{18849FB2-2BC8-4C89-A748-D36716839706}" destId="{55F26522-DE35-4070-9C5A-43EE117F47E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ADC9E98-A88B-4E25-88D1-9B9A2F2EAD7B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40ADC78-7C57-4FE9-952B-72C4EDE2CCC8}">
      <dgm:prSet custT="1"/>
      <dgm:spPr/>
      <dgm:t>
        <a:bodyPr/>
        <a:lstStyle/>
        <a:p>
          <a:r>
            <a:rPr lang="en-US" sz="3200" b="1" i="0" dirty="0">
              <a:solidFill>
                <a:srgbClr val="002060"/>
              </a:solidFill>
            </a:rPr>
            <a:t>LT Spice</a:t>
          </a:r>
          <a:endParaRPr lang="en-US" sz="3200" b="1" dirty="0">
            <a:solidFill>
              <a:srgbClr val="002060"/>
            </a:solidFill>
          </a:endParaRPr>
        </a:p>
      </dgm:t>
    </dgm:pt>
    <dgm:pt modelId="{74558349-D41D-4F2E-8E5C-EEB30DEF9EB8}" type="parTrans" cxnId="{7C362E4E-2085-4428-B4BD-B7A9EFFD60BE}">
      <dgm:prSet/>
      <dgm:spPr/>
      <dgm:t>
        <a:bodyPr/>
        <a:lstStyle/>
        <a:p>
          <a:endParaRPr lang="en-US"/>
        </a:p>
      </dgm:t>
    </dgm:pt>
    <dgm:pt modelId="{4C3F6FDB-D56A-41E1-BD69-8514A15137B5}" type="sibTrans" cxnId="{7C362E4E-2085-4428-B4BD-B7A9EFFD60BE}">
      <dgm:prSet/>
      <dgm:spPr/>
      <dgm:t>
        <a:bodyPr/>
        <a:lstStyle/>
        <a:p>
          <a:endParaRPr lang="en-US"/>
        </a:p>
      </dgm:t>
    </dgm:pt>
    <dgm:pt modelId="{27D293A2-2A67-4764-9E5A-922A4A7A51C7}">
      <dgm:prSet/>
      <dgm:spPr/>
      <dgm:t>
        <a:bodyPr/>
        <a:lstStyle/>
        <a:p>
          <a:r>
            <a:rPr lang="en-US" b="0" i="0" dirty="0"/>
            <a:t>Powerful Simulation Tool: LT Spice is a free SPICE simulator that allows for fast and efficient circuit simulation, particularly suited for power electronics.</a:t>
          </a:r>
          <a:endParaRPr lang="en-US" dirty="0"/>
        </a:p>
      </dgm:t>
    </dgm:pt>
    <dgm:pt modelId="{EF33A9E0-B607-48AB-8E51-D71DCB0F5D3D}" type="parTrans" cxnId="{4D05F2C0-3222-4458-9538-BDA20F1D8974}">
      <dgm:prSet/>
      <dgm:spPr/>
      <dgm:t>
        <a:bodyPr/>
        <a:lstStyle/>
        <a:p>
          <a:endParaRPr lang="en-US"/>
        </a:p>
      </dgm:t>
    </dgm:pt>
    <dgm:pt modelId="{7B89F313-1F7A-4128-854D-74E82F9C9356}" type="sibTrans" cxnId="{4D05F2C0-3222-4458-9538-BDA20F1D8974}">
      <dgm:prSet/>
      <dgm:spPr/>
      <dgm:t>
        <a:bodyPr/>
        <a:lstStyle/>
        <a:p>
          <a:endParaRPr lang="en-US"/>
        </a:p>
      </dgm:t>
    </dgm:pt>
    <dgm:pt modelId="{D5348A5B-B7C5-4A33-8C88-9FC413F93993}">
      <dgm:prSet/>
      <dgm:spPr/>
      <dgm:t>
        <a:bodyPr/>
        <a:lstStyle/>
        <a:p>
          <a:r>
            <a:rPr lang="en-US" b="0" i="0"/>
            <a:t>Extensive Model Library: It includes a comprehensive library of over 1,100 macromodels and passive devices, facilitating circuit design and analysis.</a:t>
          </a:r>
          <a:endParaRPr lang="en-US"/>
        </a:p>
      </dgm:t>
    </dgm:pt>
    <dgm:pt modelId="{7F58F222-783F-4CCF-9AFD-2AB9A4F65ED1}" type="parTrans" cxnId="{60D3A76F-94B8-40D7-B278-0B93F62D7BD2}">
      <dgm:prSet/>
      <dgm:spPr/>
      <dgm:t>
        <a:bodyPr/>
        <a:lstStyle/>
        <a:p>
          <a:endParaRPr lang="en-US"/>
        </a:p>
      </dgm:t>
    </dgm:pt>
    <dgm:pt modelId="{FFF0C7AE-6353-45D1-B364-C1253FB7BC68}" type="sibTrans" cxnId="{60D3A76F-94B8-40D7-B278-0B93F62D7BD2}">
      <dgm:prSet/>
      <dgm:spPr/>
      <dgm:t>
        <a:bodyPr/>
        <a:lstStyle/>
        <a:p>
          <a:endParaRPr lang="en-US"/>
        </a:p>
      </dgm:t>
    </dgm:pt>
    <dgm:pt modelId="{3DC01BEE-7406-4CAE-8459-3A7A8971D3E2}">
      <dgm:prSet/>
      <dgm:spPr/>
      <dgm:t>
        <a:bodyPr/>
        <a:lstStyle/>
        <a:p>
          <a:r>
            <a:rPr lang="en-US" b="0" i="0"/>
            <a:t>Optimized for Power Electronics: LT Spice is ideal for simulating switching mode power supplies (SMPS), offering features like steady-state detection and efficiency calculations.</a:t>
          </a:r>
          <a:endParaRPr lang="en-US"/>
        </a:p>
      </dgm:t>
    </dgm:pt>
    <dgm:pt modelId="{B46CE040-4EE0-48A0-82DF-3E0A55A64CE4}" type="parTrans" cxnId="{98CEFDC6-9AB9-4C1C-BADA-5E01B2E213AD}">
      <dgm:prSet/>
      <dgm:spPr/>
      <dgm:t>
        <a:bodyPr/>
        <a:lstStyle/>
        <a:p>
          <a:endParaRPr lang="en-US"/>
        </a:p>
      </dgm:t>
    </dgm:pt>
    <dgm:pt modelId="{B39907C0-C984-400D-9B81-818FDD00D55B}" type="sibTrans" cxnId="{98CEFDC6-9AB9-4C1C-BADA-5E01B2E213AD}">
      <dgm:prSet/>
      <dgm:spPr/>
      <dgm:t>
        <a:bodyPr/>
        <a:lstStyle/>
        <a:p>
          <a:endParaRPr lang="en-US"/>
        </a:p>
      </dgm:t>
    </dgm:pt>
    <dgm:pt modelId="{4DFD312B-8CA4-4393-936A-B253820116F3}">
      <dgm:prSet custT="1"/>
      <dgm:spPr/>
      <dgm:t>
        <a:bodyPr/>
        <a:lstStyle/>
        <a:p>
          <a:r>
            <a:rPr lang="en-US" sz="3200" b="1" i="0" dirty="0">
              <a:solidFill>
                <a:srgbClr val="002060"/>
              </a:solidFill>
            </a:rPr>
            <a:t>Altium PCB Design</a:t>
          </a:r>
          <a:endParaRPr lang="en-US" sz="3200" b="1" dirty="0">
            <a:solidFill>
              <a:srgbClr val="002060"/>
            </a:solidFill>
          </a:endParaRPr>
        </a:p>
      </dgm:t>
    </dgm:pt>
    <dgm:pt modelId="{08E54A40-1397-4207-AB07-C127104E0D86}" type="parTrans" cxnId="{6F1ACC05-EC30-4915-AB38-D86A5786CC44}">
      <dgm:prSet/>
      <dgm:spPr/>
      <dgm:t>
        <a:bodyPr/>
        <a:lstStyle/>
        <a:p>
          <a:endParaRPr lang="en-US"/>
        </a:p>
      </dgm:t>
    </dgm:pt>
    <dgm:pt modelId="{A9176DD6-DE38-4A3A-A254-FDCE4FB5B6D0}" type="sibTrans" cxnId="{6F1ACC05-EC30-4915-AB38-D86A5786CC44}">
      <dgm:prSet/>
      <dgm:spPr/>
      <dgm:t>
        <a:bodyPr/>
        <a:lstStyle/>
        <a:p>
          <a:endParaRPr lang="en-US"/>
        </a:p>
      </dgm:t>
    </dgm:pt>
    <dgm:pt modelId="{E3515553-6C4C-4D1B-9184-AD4D9A6DF02E}">
      <dgm:prSet/>
      <dgm:spPr/>
      <dgm:t>
        <a:bodyPr/>
        <a:lstStyle/>
        <a:p>
          <a:r>
            <a:rPr lang="en-US" b="0" i="0"/>
            <a:t>All-in-One Design Software: Altium Designer integrates schematic capture, PCB layout, and manufacturing documentation into a single interface for streamlined design processes.</a:t>
          </a:r>
          <a:endParaRPr lang="en-US"/>
        </a:p>
      </dgm:t>
    </dgm:pt>
    <dgm:pt modelId="{DD8302D8-5EB7-4F1E-9174-92631AD77E3C}" type="parTrans" cxnId="{0FBE2052-65C8-4852-B64D-00995F37949C}">
      <dgm:prSet/>
      <dgm:spPr/>
      <dgm:t>
        <a:bodyPr/>
        <a:lstStyle/>
        <a:p>
          <a:endParaRPr lang="en-US"/>
        </a:p>
      </dgm:t>
    </dgm:pt>
    <dgm:pt modelId="{C0BF495C-4468-476D-A49D-20AB240E78D9}" type="sibTrans" cxnId="{0FBE2052-65C8-4852-B64D-00995F37949C}">
      <dgm:prSet/>
      <dgm:spPr/>
      <dgm:t>
        <a:bodyPr/>
        <a:lstStyle/>
        <a:p>
          <a:endParaRPr lang="en-US"/>
        </a:p>
      </dgm:t>
    </dgm:pt>
    <dgm:pt modelId="{57CA153E-3CFB-46D7-AF08-95FD02887BF2}">
      <dgm:prSet/>
      <dgm:spPr/>
      <dgm:t>
        <a:bodyPr/>
        <a:lstStyle/>
        <a:p>
          <a:r>
            <a:rPr lang="en-US" b="0" i="0"/>
            <a:t>3D Visualization: It provides advanced 3D visualization of PCB assemblies, allowing designers to view and verify layouts before production.</a:t>
          </a:r>
          <a:endParaRPr lang="en-US"/>
        </a:p>
      </dgm:t>
    </dgm:pt>
    <dgm:pt modelId="{487DD626-076A-4FDD-87D8-A1B90BDE909C}" type="parTrans" cxnId="{ED90FF5D-A8C0-4C41-9D36-4D83E4609652}">
      <dgm:prSet/>
      <dgm:spPr/>
      <dgm:t>
        <a:bodyPr/>
        <a:lstStyle/>
        <a:p>
          <a:endParaRPr lang="en-US"/>
        </a:p>
      </dgm:t>
    </dgm:pt>
    <dgm:pt modelId="{ABBA5927-E8AA-49AF-BFED-F70BC36020EF}" type="sibTrans" cxnId="{ED90FF5D-A8C0-4C41-9D36-4D83E4609652}">
      <dgm:prSet/>
      <dgm:spPr/>
      <dgm:t>
        <a:bodyPr/>
        <a:lstStyle/>
        <a:p>
          <a:endParaRPr lang="en-US"/>
        </a:p>
      </dgm:t>
    </dgm:pt>
    <dgm:pt modelId="{8D072CCD-EE21-4F20-AE50-BCE084400E5C}">
      <dgm:prSet/>
      <dgm:spPr/>
      <dgm:t>
        <a:bodyPr/>
        <a:lstStyle/>
        <a:p>
          <a:r>
            <a:rPr lang="en-US" b="0" i="0"/>
            <a:t>Collaboration Features: Altium 365 enables seamless collaboration among team members, facilitating co-design and efficient resource management across locations.</a:t>
          </a:r>
          <a:endParaRPr lang="en-US"/>
        </a:p>
      </dgm:t>
    </dgm:pt>
    <dgm:pt modelId="{69735D5D-FE6F-4E94-A06D-4859DF50A95A}" type="parTrans" cxnId="{E159EC56-AF58-4F5E-B84F-AB73886C0C69}">
      <dgm:prSet/>
      <dgm:spPr/>
      <dgm:t>
        <a:bodyPr/>
        <a:lstStyle/>
        <a:p>
          <a:endParaRPr lang="en-US"/>
        </a:p>
      </dgm:t>
    </dgm:pt>
    <dgm:pt modelId="{C5DF944D-3BE1-4D09-A7EF-70D2A70991E5}" type="sibTrans" cxnId="{E159EC56-AF58-4F5E-B84F-AB73886C0C69}">
      <dgm:prSet/>
      <dgm:spPr/>
      <dgm:t>
        <a:bodyPr/>
        <a:lstStyle/>
        <a:p>
          <a:endParaRPr lang="en-US"/>
        </a:p>
      </dgm:t>
    </dgm:pt>
    <dgm:pt modelId="{0FF6908D-735A-4721-A042-565272AFB79D}" type="pres">
      <dgm:prSet presAssocID="{3ADC9E98-A88B-4E25-88D1-9B9A2F2EAD7B}" presName="Name0" presStyleCnt="0">
        <dgm:presLayoutVars>
          <dgm:dir/>
          <dgm:resizeHandles val="exact"/>
        </dgm:presLayoutVars>
      </dgm:prSet>
      <dgm:spPr/>
    </dgm:pt>
    <dgm:pt modelId="{72DE411F-766F-4750-81A3-447D4A589018}" type="pres">
      <dgm:prSet presAssocID="{940ADC78-7C57-4FE9-952B-72C4EDE2CCC8}" presName="node" presStyleLbl="node1" presStyleIdx="0" presStyleCnt="8">
        <dgm:presLayoutVars>
          <dgm:bulletEnabled val="1"/>
        </dgm:presLayoutVars>
      </dgm:prSet>
      <dgm:spPr/>
    </dgm:pt>
    <dgm:pt modelId="{A67E5C31-A151-40AC-9A58-5822B0BD25EE}" type="pres">
      <dgm:prSet presAssocID="{4C3F6FDB-D56A-41E1-BD69-8514A15137B5}" presName="sibTrans" presStyleLbl="sibTrans1D1" presStyleIdx="0" presStyleCnt="7"/>
      <dgm:spPr/>
    </dgm:pt>
    <dgm:pt modelId="{2CF23644-DE7C-4738-B793-0F746BF03ED1}" type="pres">
      <dgm:prSet presAssocID="{4C3F6FDB-D56A-41E1-BD69-8514A15137B5}" presName="connectorText" presStyleLbl="sibTrans1D1" presStyleIdx="0" presStyleCnt="7"/>
      <dgm:spPr/>
    </dgm:pt>
    <dgm:pt modelId="{7D799E8F-CA53-460B-8816-FE49001DEFA8}" type="pres">
      <dgm:prSet presAssocID="{27D293A2-2A67-4764-9E5A-922A4A7A51C7}" presName="node" presStyleLbl="node1" presStyleIdx="1" presStyleCnt="8">
        <dgm:presLayoutVars>
          <dgm:bulletEnabled val="1"/>
        </dgm:presLayoutVars>
      </dgm:prSet>
      <dgm:spPr/>
    </dgm:pt>
    <dgm:pt modelId="{1BFA03C4-04AB-4B68-AFC8-8C04EBC28D7D}" type="pres">
      <dgm:prSet presAssocID="{7B89F313-1F7A-4128-854D-74E82F9C9356}" presName="sibTrans" presStyleLbl="sibTrans1D1" presStyleIdx="1" presStyleCnt="7"/>
      <dgm:spPr/>
    </dgm:pt>
    <dgm:pt modelId="{0EB3127C-0734-45A9-9E3C-FA34D6C60D68}" type="pres">
      <dgm:prSet presAssocID="{7B89F313-1F7A-4128-854D-74E82F9C9356}" presName="connectorText" presStyleLbl="sibTrans1D1" presStyleIdx="1" presStyleCnt="7"/>
      <dgm:spPr/>
    </dgm:pt>
    <dgm:pt modelId="{5E83D737-547C-4EA8-8BC2-EDBF77CD5B9A}" type="pres">
      <dgm:prSet presAssocID="{D5348A5B-B7C5-4A33-8C88-9FC413F93993}" presName="node" presStyleLbl="node1" presStyleIdx="2" presStyleCnt="8">
        <dgm:presLayoutVars>
          <dgm:bulletEnabled val="1"/>
        </dgm:presLayoutVars>
      </dgm:prSet>
      <dgm:spPr/>
    </dgm:pt>
    <dgm:pt modelId="{0D102A6F-D9F2-48B3-BE42-4A95BCA631E9}" type="pres">
      <dgm:prSet presAssocID="{FFF0C7AE-6353-45D1-B364-C1253FB7BC68}" presName="sibTrans" presStyleLbl="sibTrans1D1" presStyleIdx="2" presStyleCnt="7"/>
      <dgm:spPr/>
    </dgm:pt>
    <dgm:pt modelId="{8CAEF9B4-1998-46C2-8AAB-D6C991A6121E}" type="pres">
      <dgm:prSet presAssocID="{FFF0C7AE-6353-45D1-B364-C1253FB7BC68}" presName="connectorText" presStyleLbl="sibTrans1D1" presStyleIdx="2" presStyleCnt="7"/>
      <dgm:spPr/>
    </dgm:pt>
    <dgm:pt modelId="{7841F7B8-B0E5-474D-8B96-ADE15EC59578}" type="pres">
      <dgm:prSet presAssocID="{3DC01BEE-7406-4CAE-8459-3A7A8971D3E2}" presName="node" presStyleLbl="node1" presStyleIdx="3" presStyleCnt="8">
        <dgm:presLayoutVars>
          <dgm:bulletEnabled val="1"/>
        </dgm:presLayoutVars>
      </dgm:prSet>
      <dgm:spPr/>
    </dgm:pt>
    <dgm:pt modelId="{742AF2E4-E961-4BF2-96A9-E926DF320332}" type="pres">
      <dgm:prSet presAssocID="{B39907C0-C984-400D-9B81-818FDD00D55B}" presName="sibTrans" presStyleLbl="sibTrans1D1" presStyleIdx="3" presStyleCnt="7"/>
      <dgm:spPr/>
    </dgm:pt>
    <dgm:pt modelId="{41812A33-5F63-48E8-AE77-CAC6FFEE657E}" type="pres">
      <dgm:prSet presAssocID="{B39907C0-C984-400D-9B81-818FDD00D55B}" presName="connectorText" presStyleLbl="sibTrans1D1" presStyleIdx="3" presStyleCnt="7"/>
      <dgm:spPr/>
    </dgm:pt>
    <dgm:pt modelId="{4C9CCC34-E551-4AC0-A54B-AD4E93BC42A0}" type="pres">
      <dgm:prSet presAssocID="{4DFD312B-8CA4-4393-936A-B253820116F3}" presName="node" presStyleLbl="node1" presStyleIdx="4" presStyleCnt="8">
        <dgm:presLayoutVars>
          <dgm:bulletEnabled val="1"/>
        </dgm:presLayoutVars>
      </dgm:prSet>
      <dgm:spPr/>
    </dgm:pt>
    <dgm:pt modelId="{2ED56D24-0893-4F7C-9CA8-E7E911504ABB}" type="pres">
      <dgm:prSet presAssocID="{A9176DD6-DE38-4A3A-A254-FDCE4FB5B6D0}" presName="sibTrans" presStyleLbl="sibTrans1D1" presStyleIdx="4" presStyleCnt="7"/>
      <dgm:spPr/>
    </dgm:pt>
    <dgm:pt modelId="{D8D445DA-116F-49CC-B05F-B7C4532C0BE6}" type="pres">
      <dgm:prSet presAssocID="{A9176DD6-DE38-4A3A-A254-FDCE4FB5B6D0}" presName="connectorText" presStyleLbl="sibTrans1D1" presStyleIdx="4" presStyleCnt="7"/>
      <dgm:spPr/>
    </dgm:pt>
    <dgm:pt modelId="{9148E4E7-2D09-491D-A2DA-9E41D8C80E7A}" type="pres">
      <dgm:prSet presAssocID="{E3515553-6C4C-4D1B-9184-AD4D9A6DF02E}" presName="node" presStyleLbl="node1" presStyleIdx="5" presStyleCnt="8">
        <dgm:presLayoutVars>
          <dgm:bulletEnabled val="1"/>
        </dgm:presLayoutVars>
      </dgm:prSet>
      <dgm:spPr/>
    </dgm:pt>
    <dgm:pt modelId="{23E9B3F6-D577-4351-B1F6-664261432377}" type="pres">
      <dgm:prSet presAssocID="{C0BF495C-4468-476D-A49D-20AB240E78D9}" presName="sibTrans" presStyleLbl="sibTrans1D1" presStyleIdx="5" presStyleCnt="7"/>
      <dgm:spPr/>
    </dgm:pt>
    <dgm:pt modelId="{C5025091-F6B7-4F30-884A-5AF2E7235457}" type="pres">
      <dgm:prSet presAssocID="{C0BF495C-4468-476D-A49D-20AB240E78D9}" presName="connectorText" presStyleLbl="sibTrans1D1" presStyleIdx="5" presStyleCnt="7"/>
      <dgm:spPr/>
    </dgm:pt>
    <dgm:pt modelId="{CB26277E-2EB1-48D4-8934-47CD14FBA785}" type="pres">
      <dgm:prSet presAssocID="{57CA153E-3CFB-46D7-AF08-95FD02887BF2}" presName="node" presStyleLbl="node1" presStyleIdx="6" presStyleCnt="8">
        <dgm:presLayoutVars>
          <dgm:bulletEnabled val="1"/>
        </dgm:presLayoutVars>
      </dgm:prSet>
      <dgm:spPr/>
    </dgm:pt>
    <dgm:pt modelId="{2E1A145F-7F22-4C1B-891F-EEAA08564563}" type="pres">
      <dgm:prSet presAssocID="{ABBA5927-E8AA-49AF-BFED-F70BC36020EF}" presName="sibTrans" presStyleLbl="sibTrans1D1" presStyleIdx="6" presStyleCnt="7"/>
      <dgm:spPr/>
    </dgm:pt>
    <dgm:pt modelId="{23843ADE-2A2D-4811-A7BE-6C97D5DDF282}" type="pres">
      <dgm:prSet presAssocID="{ABBA5927-E8AA-49AF-BFED-F70BC36020EF}" presName="connectorText" presStyleLbl="sibTrans1D1" presStyleIdx="6" presStyleCnt="7"/>
      <dgm:spPr/>
    </dgm:pt>
    <dgm:pt modelId="{8226F08E-7BA8-4499-8C4C-4E1C75A0DB19}" type="pres">
      <dgm:prSet presAssocID="{8D072CCD-EE21-4F20-AE50-BCE084400E5C}" presName="node" presStyleLbl="node1" presStyleIdx="7" presStyleCnt="8">
        <dgm:presLayoutVars>
          <dgm:bulletEnabled val="1"/>
        </dgm:presLayoutVars>
      </dgm:prSet>
      <dgm:spPr/>
    </dgm:pt>
  </dgm:ptLst>
  <dgm:cxnLst>
    <dgm:cxn modelId="{BCCF4503-F4F5-49B4-8975-E7D2A7BB71C5}" type="presOf" srcId="{B39907C0-C984-400D-9B81-818FDD00D55B}" destId="{41812A33-5F63-48E8-AE77-CAC6FFEE657E}" srcOrd="1" destOrd="0" presId="urn:microsoft.com/office/officeart/2016/7/layout/RepeatingBendingProcessNew"/>
    <dgm:cxn modelId="{6F1ACC05-EC30-4915-AB38-D86A5786CC44}" srcId="{3ADC9E98-A88B-4E25-88D1-9B9A2F2EAD7B}" destId="{4DFD312B-8CA4-4393-936A-B253820116F3}" srcOrd="4" destOrd="0" parTransId="{08E54A40-1397-4207-AB07-C127104E0D86}" sibTransId="{A9176DD6-DE38-4A3A-A254-FDCE4FB5B6D0}"/>
    <dgm:cxn modelId="{A377A109-95D9-425C-ACD9-30124FD27145}" type="presOf" srcId="{FFF0C7AE-6353-45D1-B364-C1253FB7BC68}" destId="{8CAEF9B4-1998-46C2-8AAB-D6C991A6121E}" srcOrd="1" destOrd="0" presId="urn:microsoft.com/office/officeart/2016/7/layout/RepeatingBendingProcessNew"/>
    <dgm:cxn modelId="{ED90FF5D-A8C0-4C41-9D36-4D83E4609652}" srcId="{3ADC9E98-A88B-4E25-88D1-9B9A2F2EAD7B}" destId="{57CA153E-3CFB-46D7-AF08-95FD02887BF2}" srcOrd="6" destOrd="0" parTransId="{487DD626-076A-4FDD-87D8-A1B90BDE909C}" sibTransId="{ABBA5927-E8AA-49AF-BFED-F70BC36020EF}"/>
    <dgm:cxn modelId="{9AF2F743-7BBF-404A-95A9-894C23F8A0EB}" type="presOf" srcId="{27D293A2-2A67-4764-9E5A-922A4A7A51C7}" destId="{7D799E8F-CA53-460B-8816-FE49001DEFA8}" srcOrd="0" destOrd="0" presId="urn:microsoft.com/office/officeart/2016/7/layout/RepeatingBendingProcessNew"/>
    <dgm:cxn modelId="{6B72A264-B553-45B8-9BD0-3BB7A066ABE9}" type="presOf" srcId="{E3515553-6C4C-4D1B-9184-AD4D9A6DF02E}" destId="{9148E4E7-2D09-491D-A2DA-9E41D8C80E7A}" srcOrd="0" destOrd="0" presId="urn:microsoft.com/office/officeart/2016/7/layout/RepeatingBendingProcessNew"/>
    <dgm:cxn modelId="{9128B844-0E31-425E-A2A5-6AD9708AB172}" type="presOf" srcId="{3DC01BEE-7406-4CAE-8459-3A7A8971D3E2}" destId="{7841F7B8-B0E5-474D-8B96-ADE15EC59578}" srcOrd="0" destOrd="0" presId="urn:microsoft.com/office/officeart/2016/7/layout/RepeatingBendingProcessNew"/>
    <dgm:cxn modelId="{70D0FF4A-8D88-4505-AC69-B759249B5237}" type="presOf" srcId="{C0BF495C-4468-476D-A49D-20AB240E78D9}" destId="{C5025091-F6B7-4F30-884A-5AF2E7235457}" srcOrd="1" destOrd="0" presId="urn:microsoft.com/office/officeart/2016/7/layout/RepeatingBendingProcessNew"/>
    <dgm:cxn modelId="{D95EBB6D-84DA-4987-AE9D-FED7F5376B5B}" type="presOf" srcId="{3ADC9E98-A88B-4E25-88D1-9B9A2F2EAD7B}" destId="{0FF6908D-735A-4721-A042-565272AFB79D}" srcOrd="0" destOrd="0" presId="urn:microsoft.com/office/officeart/2016/7/layout/RepeatingBendingProcessNew"/>
    <dgm:cxn modelId="{3FCBD76D-17D4-46AC-8779-62A562C153A6}" type="presOf" srcId="{4C3F6FDB-D56A-41E1-BD69-8514A15137B5}" destId="{A67E5C31-A151-40AC-9A58-5822B0BD25EE}" srcOrd="0" destOrd="0" presId="urn:microsoft.com/office/officeart/2016/7/layout/RepeatingBendingProcessNew"/>
    <dgm:cxn modelId="{7C362E4E-2085-4428-B4BD-B7A9EFFD60BE}" srcId="{3ADC9E98-A88B-4E25-88D1-9B9A2F2EAD7B}" destId="{940ADC78-7C57-4FE9-952B-72C4EDE2CCC8}" srcOrd="0" destOrd="0" parTransId="{74558349-D41D-4F2E-8E5C-EEB30DEF9EB8}" sibTransId="{4C3F6FDB-D56A-41E1-BD69-8514A15137B5}"/>
    <dgm:cxn modelId="{D2D4986F-58C1-4758-8C75-AA53E456075D}" type="presOf" srcId="{A9176DD6-DE38-4A3A-A254-FDCE4FB5B6D0}" destId="{D8D445DA-116F-49CC-B05F-B7C4532C0BE6}" srcOrd="1" destOrd="0" presId="urn:microsoft.com/office/officeart/2016/7/layout/RepeatingBendingProcessNew"/>
    <dgm:cxn modelId="{60D3A76F-94B8-40D7-B278-0B93F62D7BD2}" srcId="{3ADC9E98-A88B-4E25-88D1-9B9A2F2EAD7B}" destId="{D5348A5B-B7C5-4A33-8C88-9FC413F93993}" srcOrd="2" destOrd="0" parTransId="{7F58F222-783F-4CCF-9AFD-2AB9A4F65ED1}" sibTransId="{FFF0C7AE-6353-45D1-B364-C1253FB7BC68}"/>
    <dgm:cxn modelId="{0FBE2052-65C8-4852-B64D-00995F37949C}" srcId="{3ADC9E98-A88B-4E25-88D1-9B9A2F2EAD7B}" destId="{E3515553-6C4C-4D1B-9184-AD4D9A6DF02E}" srcOrd="5" destOrd="0" parTransId="{DD8302D8-5EB7-4F1E-9174-92631AD77E3C}" sibTransId="{C0BF495C-4468-476D-A49D-20AB240E78D9}"/>
    <dgm:cxn modelId="{E159EC56-AF58-4F5E-B84F-AB73886C0C69}" srcId="{3ADC9E98-A88B-4E25-88D1-9B9A2F2EAD7B}" destId="{8D072CCD-EE21-4F20-AE50-BCE084400E5C}" srcOrd="7" destOrd="0" parTransId="{69735D5D-FE6F-4E94-A06D-4859DF50A95A}" sibTransId="{C5DF944D-3BE1-4D09-A7EF-70D2A70991E5}"/>
    <dgm:cxn modelId="{9282C077-282D-4AA8-9C82-A854CE5C53EC}" type="presOf" srcId="{4DFD312B-8CA4-4393-936A-B253820116F3}" destId="{4C9CCC34-E551-4AC0-A54B-AD4E93BC42A0}" srcOrd="0" destOrd="0" presId="urn:microsoft.com/office/officeart/2016/7/layout/RepeatingBendingProcessNew"/>
    <dgm:cxn modelId="{5D09D692-5E31-449C-B7D7-ECD10FC768E0}" type="presOf" srcId="{7B89F313-1F7A-4128-854D-74E82F9C9356}" destId="{1BFA03C4-04AB-4B68-AFC8-8C04EBC28D7D}" srcOrd="0" destOrd="0" presId="urn:microsoft.com/office/officeart/2016/7/layout/RepeatingBendingProcessNew"/>
    <dgm:cxn modelId="{39B15F96-BA68-4AA2-BB4D-D6EDC5284EDB}" type="presOf" srcId="{57CA153E-3CFB-46D7-AF08-95FD02887BF2}" destId="{CB26277E-2EB1-48D4-8934-47CD14FBA785}" srcOrd="0" destOrd="0" presId="urn:microsoft.com/office/officeart/2016/7/layout/RepeatingBendingProcessNew"/>
    <dgm:cxn modelId="{77F47199-D1A2-4941-8718-EC56E85AAC6B}" type="presOf" srcId="{C0BF495C-4468-476D-A49D-20AB240E78D9}" destId="{23E9B3F6-D577-4351-B1F6-664261432377}" srcOrd="0" destOrd="0" presId="urn:microsoft.com/office/officeart/2016/7/layout/RepeatingBendingProcessNew"/>
    <dgm:cxn modelId="{4820D79D-46FA-487D-ACC4-0696EA03AB21}" type="presOf" srcId="{4C3F6FDB-D56A-41E1-BD69-8514A15137B5}" destId="{2CF23644-DE7C-4738-B793-0F746BF03ED1}" srcOrd="1" destOrd="0" presId="urn:microsoft.com/office/officeart/2016/7/layout/RepeatingBendingProcessNew"/>
    <dgm:cxn modelId="{1DB886A8-7804-491B-9042-A55C5180A6F8}" type="presOf" srcId="{A9176DD6-DE38-4A3A-A254-FDCE4FB5B6D0}" destId="{2ED56D24-0893-4F7C-9CA8-E7E911504ABB}" srcOrd="0" destOrd="0" presId="urn:microsoft.com/office/officeart/2016/7/layout/RepeatingBendingProcessNew"/>
    <dgm:cxn modelId="{B15904B0-D041-4969-B997-052A9662E47F}" type="presOf" srcId="{940ADC78-7C57-4FE9-952B-72C4EDE2CCC8}" destId="{72DE411F-766F-4750-81A3-447D4A589018}" srcOrd="0" destOrd="0" presId="urn:microsoft.com/office/officeart/2016/7/layout/RepeatingBendingProcessNew"/>
    <dgm:cxn modelId="{B7EA29B9-405C-4172-8B76-B023BE5F25AE}" type="presOf" srcId="{B39907C0-C984-400D-9B81-818FDD00D55B}" destId="{742AF2E4-E961-4BF2-96A9-E926DF320332}" srcOrd="0" destOrd="0" presId="urn:microsoft.com/office/officeart/2016/7/layout/RepeatingBendingProcessNew"/>
    <dgm:cxn modelId="{4D05F2C0-3222-4458-9538-BDA20F1D8974}" srcId="{3ADC9E98-A88B-4E25-88D1-9B9A2F2EAD7B}" destId="{27D293A2-2A67-4764-9E5A-922A4A7A51C7}" srcOrd="1" destOrd="0" parTransId="{EF33A9E0-B607-48AB-8E51-D71DCB0F5D3D}" sibTransId="{7B89F313-1F7A-4128-854D-74E82F9C9356}"/>
    <dgm:cxn modelId="{98CEFDC6-9AB9-4C1C-BADA-5E01B2E213AD}" srcId="{3ADC9E98-A88B-4E25-88D1-9B9A2F2EAD7B}" destId="{3DC01BEE-7406-4CAE-8459-3A7A8971D3E2}" srcOrd="3" destOrd="0" parTransId="{B46CE040-4EE0-48A0-82DF-3E0A55A64CE4}" sibTransId="{B39907C0-C984-400D-9B81-818FDD00D55B}"/>
    <dgm:cxn modelId="{9FFC9BC8-E7AD-4EAA-85E4-1E5DDC0FDA67}" type="presOf" srcId="{8D072CCD-EE21-4F20-AE50-BCE084400E5C}" destId="{8226F08E-7BA8-4499-8C4C-4E1C75A0DB19}" srcOrd="0" destOrd="0" presId="urn:microsoft.com/office/officeart/2016/7/layout/RepeatingBendingProcessNew"/>
    <dgm:cxn modelId="{FC9A17D0-F802-46D3-B917-0798965BFB7E}" type="presOf" srcId="{FFF0C7AE-6353-45D1-B364-C1253FB7BC68}" destId="{0D102A6F-D9F2-48B3-BE42-4A95BCA631E9}" srcOrd="0" destOrd="0" presId="urn:microsoft.com/office/officeart/2016/7/layout/RepeatingBendingProcessNew"/>
    <dgm:cxn modelId="{CB9D15D8-CD1F-4E0C-BA33-7450B27BEAF0}" type="presOf" srcId="{D5348A5B-B7C5-4A33-8C88-9FC413F93993}" destId="{5E83D737-547C-4EA8-8BC2-EDBF77CD5B9A}" srcOrd="0" destOrd="0" presId="urn:microsoft.com/office/officeart/2016/7/layout/RepeatingBendingProcessNew"/>
    <dgm:cxn modelId="{268B7CDA-157B-417D-91F1-E516089191AF}" type="presOf" srcId="{ABBA5927-E8AA-49AF-BFED-F70BC36020EF}" destId="{23843ADE-2A2D-4811-A7BE-6C97D5DDF282}" srcOrd="1" destOrd="0" presId="urn:microsoft.com/office/officeart/2016/7/layout/RepeatingBendingProcessNew"/>
    <dgm:cxn modelId="{804B08E0-DA83-4FA9-98C5-D6B5B00E21FC}" type="presOf" srcId="{7B89F313-1F7A-4128-854D-74E82F9C9356}" destId="{0EB3127C-0734-45A9-9E3C-FA34D6C60D68}" srcOrd="1" destOrd="0" presId="urn:microsoft.com/office/officeart/2016/7/layout/RepeatingBendingProcessNew"/>
    <dgm:cxn modelId="{D2CDE0EE-2B07-4A27-B889-8771D6D5AF51}" type="presOf" srcId="{ABBA5927-E8AA-49AF-BFED-F70BC36020EF}" destId="{2E1A145F-7F22-4C1B-891F-EEAA08564563}" srcOrd="0" destOrd="0" presId="urn:microsoft.com/office/officeart/2016/7/layout/RepeatingBendingProcessNew"/>
    <dgm:cxn modelId="{2D3E1D26-13DB-4083-BEB9-C81F6E3BC6FA}" type="presParOf" srcId="{0FF6908D-735A-4721-A042-565272AFB79D}" destId="{72DE411F-766F-4750-81A3-447D4A589018}" srcOrd="0" destOrd="0" presId="urn:microsoft.com/office/officeart/2016/7/layout/RepeatingBendingProcessNew"/>
    <dgm:cxn modelId="{6287EEB9-864B-4C24-AC94-2D9739BEFB74}" type="presParOf" srcId="{0FF6908D-735A-4721-A042-565272AFB79D}" destId="{A67E5C31-A151-40AC-9A58-5822B0BD25EE}" srcOrd="1" destOrd="0" presId="urn:microsoft.com/office/officeart/2016/7/layout/RepeatingBendingProcessNew"/>
    <dgm:cxn modelId="{4756389C-D6F8-4D29-A4C5-1C4F1063588F}" type="presParOf" srcId="{A67E5C31-A151-40AC-9A58-5822B0BD25EE}" destId="{2CF23644-DE7C-4738-B793-0F746BF03ED1}" srcOrd="0" destOrd="0" presId="urn:microsoft.com/office/officeart/2016/7/layout/RepeatingBendingProcessNew"/>
    <dgm:cxn modelId="{B9672E80-D529-4667-9257-5EF33010DAFB}" type="presParOf" srcId="{0FF6908D-735A-4721-A042-565272AFB79D}" destId="{7D799E8F-CA53-460B-8816-FE49001DEFA8}" srcOrd="2" destOrd="0" presId="urn:microsoft.com/office/officeart/2016/7/layout/RepeatingBendingProcessNew"/>
    <dgm:cxn modelId="{B335F32C-3E39-4FFB-89F1-AAC0989FC576}" type="presParOf" srcId="{0FF6908D-735A-4721-A042-565272AFB79D}" destId="{1BFA03C4-04AB-4B68-AFC8-8C04EBC28D7D}" srcOrd="3" destOrd="0" presId="urn:microsoft.com/office/officeart/2016/7/layout/RepeatingBendingProcessNew"/>
    <dgm:cxn modelId="{3BEFA4B7-C2CC-4325-9880-C9D4468A59EC}" type="presParOf" srcId="{1BFA03C4-04AB-4B68-AFC8-8C04EBC28D7D}" destId="{0EB3127C-0734-45A9-9E3C-FA34D6C60D68}" srcOrd="0" destOrd="0" presId="urn:microsoft.com/office/officeart/2016/7/layout/RepeatingBendingProcessNew"/>
    <dgm:cxn modelId="{21A05BCA-23F9-46C6-A80D-9CF32B6391A3}" type="presParOf" srcId="{0FF6908D-735A-4721-A042-565272AFB79D}" destId="{5E83D737-547C-4EA8-8BC2-EDBF77CD5B9A}" srcOrd="4" destOrd="0" presId="urn:microsoft.com/office/officeart/2016/7/layout/RepeatingBendingProcessNew"/>
    <dgm:cxn modelId="{C32DDCE0-6FA7-4A93-8763-302918DACEB8}" type="presParOf" srcId="{0FF6908D-735A-4721-A042-565272AFB79D}" destId="{0D102A6F-D9F2-48B3-BE42-4A95BCA631E9}" srcOrd="5" destOrd="0" presId="urn:microsoft.com/office/officeart/2016/7/layout/RepeatingBendingProcessNew"/>
    <dgm:cxn modelId="{67C642D4-B7D7-46A8-B132-FB132E1C7C51}" type="presParOf" srcId="{0D102A6F-D9F2-48B3-BE42-4A95BCA631E9}" destId="{8CAEF9B4-1998-46C2-8AAB-D6C991A6121E}" srcOrd="0" destOrd="0" presId="urn:microsoft.com/office/officeart/2016/7/layout/RepeatingBendingProcessNew"/>
    <dgm:cxn modelId="{29D7FE5F-E92A-46D5-86AA-C056A77139DA}" type="presParOf" srcId="{0FF6908D-735A-4721-A042-565272AFB79D}" destId="{7841F7B8-B0E5-474D-8B96-ADE15EC59578}" srcOrd="6" destOrd="0" presId="urn:microsoft.com/office/officeart/2016/7/layout/RepeatingBendingProcessNew"/>
    <dgm:cxn modelId="{88C51CE3-F064-4F0A-9B72-ADB106E6FF9D}" type="presParOf" srcId="{0FF6908D-735A-4721-A042-565272AFB79D}" destId="{742AF2E4-E961-4BF2-96A9-E926DF320332}" srcOrd="7" destOrd="0" presId="urn:microsoft.com/office/officeart/2016/7/layout/RepeatingBendingProcessNew"/>
    <dgm:cxn modelId="{9826485A-BC6A-4C82-B887-44D1D7F4C884}" type="presParOf" srcId="{742AF2E4-E961-4BF2-96A9-E926DF320332}" destId="{41812A33-5F63-48E8-AE77-CAC6FFEE657E}" srcOrd="0" destOrd="0" presId="urn:microsoft.com/office/officeart/2016/7/layout/RepeatingBendingProcessNew"/>
    <dgm:cxn modelId="{EF7A0B20-8011-4EC6-8A7B-001740702B97}" type="presParOf" srcId="{0FF6908D-735A-4721-A042-565272AFB79D}" destId="{4C9CCC34-E551-4AC0-A54B-AD4E93BC42A0}" srcOrd="8" destOrd="0" presId="urn:microsoft.com/office/officeart/2016/7/layout/RepeatingBendingProcessNew"/>
    <dgm:cxn modelId="{5C2C000A-940E-4648-A682-E4C035B615B7}" type="presParOf" srcId="{0FF6908D-735A-4721-A042-565272AFB79D}" destId="{2ED56D24-0893-4F7C-9CA8-E7E911504ABB}" srcOrd="9" destOrd="0" presId="urn:microsoft.com/office/officeart/2016/7/layout/RepeatingBendingProcessNew"/>
    <dgm:cxn modelId="{D4B74C38-6433-4D5D-A3E1-7464C50CBE91}" type="presParOf" srcId="{2ED56D24-0893-4F7C-9CA8-E7E911504ABB}" destId="{D8D445DA-116F-49CC-B05F-B7C4532C0BE6}" srcOrd="0" destOrd="0" presId="urn:microsoft.com/office/officeart/2016/7/layout/RepeatingBendingProcessNew"/>
    <dgm:cxn modelId="{24955591-6216-4120-870A-B98ED8EB7FDF}" type="presParOf" srcId="{0FF6908D-735A-4721-A042-565272AFB79D}" destId="{9148E4E7-2D09-491D-A2DA-9E41D8C80E7A}" srcOrd="10" destOrd="0" presId="urn:microsoft.com/office/officeart/2016/7/layout/RepeatingBendingProcessNew"/>
    <dgm:cxn modelId="{7216F411-09BB-412A-8B13-FB864292F9CC}" type="presParOf" srcId="{0FF6908D-735A-4721-A042-565272AFB79D}" destId="{23E9B3F6-D577-4351-B1F6-664261432377}" srcOrd="11" destOrd="0" presId="urn:microsoft.com/office/officeart/2016/7/layout/RepeatingBendingProcessNew"/>
    <dgm:cxn modelId="{B772BCC5-8105-46B7-9FFE-8A97864646E3}" type="presParOf" srcId="{23E9B3F6-D577-4351-B1F6-664261432377}" destId="{C5025091-F6B7-4F30-884A-5AF2E7235457}" srcOrd="0" destOrd="0" presId="urn:microsoft.com/office/officeart/2016/7/layout/RepeatingBendingProcessNew"/>
    <dgm:cxn modelId="{E03E38E6-AE3C-498C-8D34-836F79B20E09}" type="presParOf" srcId="{0FF6908D-735A-4721-A042-565272AFB79D}" destId="{CB26277E-2EB1-48D4-8934-47CD14FBA785}" srcOrd="12" destOrd="0" presId="urn:microsoft.com/office/officeart/2016/7/layout/RepeatingBendingProcessNew"/>
    <dgm:cxn modelId="{44F0709D-3241-4521-9BBD-EFDA75776088}" type="presParOf" srcId="{0FF6908D-735A-4721-A042-565272AFB79D}" destId="{2E1A145F-7F22-4C1B-891F-EEAA08564563}" srcOrd="13" destOrd="0" presId="urn:microsoft.com/office/officeart/2016/7/layout/RepeatingBendingProcessNew"/>
    <dgm:cxn modelId="{4B9820C4-41F0-4A98-95E7-2BC486A0CA16}" type="presParOf" srcId="{2E1A145F-7F22-4C1B-891F-EEAA08564563}" destId="{23843ADE-2A2D-4811-A7BE-6C97D5DDF282}" srcOrd="0" destOrd="0" presId="urn:microsoft.com/office/officeart/2016/7/layout/RepeatingBendingProcessNew"/>
    <dgm:cxn modelId="{F8EE9310-6206-4747-8F45-D45441010C40}" type="presParOf" srcId="{0FF6908D-735A-4721-A042-565272AFB79D}" destId="{8226F08E-7BA8-4499-8C4C-4E1C75A0DB19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006D6DB-9446-4B14-BB7A-A601BB73F7BB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70FD09E-A1A8-491A-80FD-A64EC2390B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Power electronic converters, such as buck, boost, and flyback, are crucial in modern electrical engineering. </a:t>
          </a:r>
          <a:endParaRPr lang="en-US"/>
        </a:p>
      </dgm:t>
    </dgm:pt>
    <dgm:pt modelId="{9C8D002D-84C1-4DF9-A058-507F91B08CD8}" type="parTrans" cxnId="{E7CED932-ABCC-449D-9968-D8381D1BA41D}">
      <dgm:prSet/>
      <dgm:spPr/>
      <dgm:t>
        <a:bodyPr/>
        <a:lstStyle/>
        <a:p>
          <a:endParaRPr lang="en-US"/>
        </a:p>
      </dgm:t>
    </dgm:pt>
    <dgm:pt modelId="{C11C7376-5042-4E9F-8D38-9D616593BEBC}" type="sibTrans" cxnId="{E7CED932-ABCC-449D-9968-D8381D1BA41D}">
      <dgm:prSet/>
      <dgm:spPr/>
      <dgm:t>
        <a:bodyPr/>
        <a:lstStyle/>
        <a:p>
          <a:endParaRPr lang="en-US"/>
        </a:p>
      </dgm:t>
    </dgm:pt>
    <dgm:pt modelId="{8FAB5287-F8B1-45DD-8445-E8186A14EF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They efficiently manage and convert electrical power across various applications, improving energy </a:t>
          </a:r>
          <a:endParaRPr lang="en-US"/>
        </a:p>
      </dgm:t>
    </dgm:pt>
    <dgm:pt modelId="{5CC79753-2E50-4EDA-A889-0188F81FABA2}" type="parTrans" cxnId="{BDEF3925-29C7-4D44-8112-C9942B67F1DC}">
      <dgm:prSet/>
      <dgm:spPr/>
      <dgm:t>
        <a:bodyPr/>
        <a:lstStyle/>
        <a:p>
          <a:endParaRPr lang="en-US"/>
        </a:p>
      </dgm:t>
    </dgm:pt>
    <dgm:pt modelId="{6DE0378E-C5F6-4E8D-A449-74CDCCD9BF45}" type="sibTrans" cxnId="{BDEF3925-29C7-4D44-8112-C9942B67F1DC}">
      <dgm:prSet/>
      <dgm:spPr/>
      <dgm:t>
        <a:bodyPr/>
        <a:lstStyle/>
        <a:p>
          <a:endParaRPr lang="en-US"/>
        </a:p>
      </dgm:t>
    </dgm:pt>
    <dgm:pt modelId="{312FA6E3-F06D-45BA-A827-55FE5C711C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efficiency and reducing power losses. Buck converters step down voltages, boost converters step up </a:t>
          </a:r>
          <a:endParaRPr lang="en-US"/>
        </a:p>
      </dgm:t>
    </dgm:pt>
    <dgm:pt modelId="{D168DC74-B0EF-465D-AD16-417FD0E9C8C9}" type="parTrans" cxnId="{FBB80B2A-B69F-40C3-8107-A4EC3F6D7EDE}">
      <dgm:prSet/>
      <dgm:spPr/>
      <dgm:t>
        <a:bodyPr/>
        <a:lstStyle/>
        <a:p>
          <a:endParaRPr lang="en-US"/>
        </a:p>
      </dgm:t>
    </dgm:pt>
    <dgm:pt modelId="{7FB9F7CA-AAD2-45B5-8E85-D8FCB7E71A19}" type="sibTrans" cxnId="{FBB80B2A-B69F-40C3-8107-A4EC3F6D7EDE}">
      <dgm:prSet/>
      <dgm:spPr/>
      <dgm:t>
        <a:bodyPr/>
        <a:lstStyle/>
        <a:p>
          <a:endParaRPr lang="en-US"/>
        </a:p>
      </dgm:t>
    </dgm:pt>
    <dgm:pt modelId="{0FC43715-BB57-426E-80FD-18A9F97693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voltages, and buck-boost converters can do both. Flyback converters allow multiple output voltages from a </a:t>
          </a:r>
          <a:endParaRPr lang="en-US"/>
        </a:p>
      </dgm:t>
    </dgm:pt>
    <dgm:pt modelId="{260E845D-241F-49E6-81E3-8AA3050EAAB6}" type="parTrans" cxnId="{BBC6B302-B48F-486C-BA3D-1E95F52BD0D5}">
      <dgm:prSet/>
      <dgm:spPr/>
      <dgm:t>
        <a:bodyPr/>
        <a:lstStyle/>
        <a:p>
          <a:endParaRPr lang="en-US"/>
        </a:p>
      </dgm:t>
    </dgm:pt>
    <dgm:pt modelId="{5F1E3B61-FE55-427A-8E9B-A40C743D5FC9}" type="sibTrans" cxnId="{BBC6B302-B48F-486C-BA3D-1E95F52BD0D5}">
      <dgm:prSet/>
      <dgm:spPr/>
      <dgm:t>
        <a:bodyPr/>
        <a:lstStyle/>
        <a:p>
          <a:endParaRPr lang="en-US"/>
        </a:p>
      </dgm:t>
    </dgm:pt>
    <dgm:pt modelId="{C7BD6F44-5FD0-4168-B628-DF189A3EF3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single input, and forward converters are suitable for high output currents. The choice of converter depends </a:t>
          </a:r>
          <a:endParaRPr lang="en-US"/>
        </a:p>
      </dgm:t>
    </dgm:pt>
    <dgm:pt modelId="{508BBD9E-4281-4C5A-A31A-0B4877332B28}" type="parTrans" cxnId="{34D75513-89A8-46C8-8CEA-DBF4C58A886B}">
      <dgm:prSet/>
      <dgm:spPr/>
      <dgm:t>
        <a:bodyPr/>
        <a:lstStyle/>
        <a:p>
          <a:endParaRPr lang="en-US"/>
        </a:p>
      </dgm:t>
    </dgm:pt>
    <dgm:pt modelId="{C9FC3AC4-7197-421E-8193-A940425555EE}" type="sibTrans" cxnId="{34D75513-89A8-46C8-8CEA-DBF4C58A886B}">
      <dgm:prSet/>
      <dgm:spPr/>
      <dgm:t>
        <a:bodyPr/>
        <a:lstStyle/>
        <a:p>
          <a:endParaRPr lang="en-US"/>
        </a:p>
      </dgm:t>
    </dgm:pt>
    <dgm:pt modelId="{64EFCBBF-201B-4AB5-B0FE-C46E84860D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on the application's requirements, and careful selection is essential for optimal performance and energy </a:t>
          </a:r>
          <a:endParaRPr lang="en-US"/>
        </a:p>
      </dgm:t>
    </dgm:pt>
    <dgm:pt modelId="{A6A66C76-7998-4492-84B6-D21A0067FF98}" type="parTrans" cxnId="{06E2DDAE-A653-4350-A18D-2DF687022516}">
      <dgm:prSet/>
      <dgm:spPr/>
      <dgm:t>
        <a:bodyPr/>
        <a:lstStyle/>
        <a:p>
          <a:endParaRPr lang="en-US"/>
        </a:p>
      </dgm:t>
    </dgm:pt>
    <dgm:pt modelId="{1E3EB8EC-B7C4-449E-877E-5CFB9E335584}" type="sibTrans" cxnId="{06E2DDAE-A653-4350-A18D-2DF687022516}">
      <dgm:prSet/>
      <dgm:spPr/>
      <dgm:t>
        <a:bodyPr/>
        <a:lstStyle/>
        <a:p>
          <a:endParaRPr lang="en-US"/>
        </a:p>
      </dgm:t>
    </dgm:pt>
    <dgm:pt modelId="{A298FE30-2531-4C89-BE3C-7D52B8158D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efficiency. </a:t>
          </a:r>
          <a:endParaRPr lang="en-US"/>
        </a:p>
      </dgm:t>
    </dgm:pt>
    <dgm:pt modelId="{46E726D4-F0F6-4DBF-BEE3-096DBC08F87E}" type="parTrans" cxnId="{904618B8-DEBA-4D7E-B07D-D0C18B73CD5B}">
      <dgm:prSet/>
      <dgm:spPr/>
      <dgm:t>
        <a:bodyPr/>
        <a:lstStyle/>
        <a:p>
          <a:endParaRPr lang="en-US"/>
        </a:p>
      </dgm:t>
    </dgm:pt>
    <dgm:pt modelId="{A5208151-2EC0-4506-A57B-7A63A7BCCA91}" type="sibTrans" cxnId="{904618B8-DEBA-4D7E-B07D-D0C18B73CD5B}">
      <dgm:prSet/>
      <dgm:spPr/>
      <dgm:t>
        <a:bodyPr/>
        <a:lstStyle/>
        <a:p>
          <a:endParaRPr lang="en-US"/>
        </a:p>
      </dgm:t>
    </dgm:pt>
    <dgm:pt modelId="{5E8558C5-3C5D-4A7A-9AB9-50140A51E9BA}" type="pres">
      <dgm:prSet presAssocID="{6006D6DB-9446-4B14-BB7A-A601BB73F7BB}" presName="root" presStyleCnt="0">
        <dgm:presLayoutVars>
          <dgm:dir/>
          <dgm:resizeHandles val="exact"/>
        </dgm:presLayoutVars>
      </dgm:prSet>
      <dgm:spPr/>
    </dgm:pt>
    <dgm:pt modelId="{606390FC-40A1-44B6-90B4-BB9FF459E51F}" type="pres">
      <dgm:prSet presAssocID="{370FD09E-A1A8-491A-80FD-A64EC2390BB2}" presName="compNode" presStyleCnt="0"/>
      <dgm:spPr/>
    </dgm:pt>
    <dgm:pt modelId="{A29B8A54-8B0A-46E5-992B-53A2C9939F0F}" type="pres">
      <dgm:prSet presAssocID="{370FD09E-A1A8-491A-80FD-A64EC2390BB2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lectrician"/>
        </a:ext>
      </dgm:extLst>
    </dgm:pt>
    <dgm:pt modelId="{76208E56-3B52-495E-A3C1-8C9337906C85}" type="pres">
      <dgm:prSet presAssocID="{370FD09E-A1A8-491A-80FD-A64EC2390BB2}" presName="spaceRect" presStyleCnt="0"/>
      <dgm:spPr/>
    </dgm:pt>
    <dgm:pt modelId="{F4ABA1AE-F2CE-4F43-911C-C719A2AB6ED3}" type="pres">
      <dgm:prSet presAssocID="{370FD09E-A1A8-491A-80FD-A64EC2390BB2}" presName="textRect" presStyleLbl="revTx" presStyleIdx="0" presStyleCnt="7">
        <dgm:presLayoutVars>
          <dgm:chMax val="1"/>
          <dgm:chPref val="1"/>
        </dgm:presLayoutVars>
      </dgm:prSet>
      <dgm:spPr/>
    </dgm:pt>
    <dgm:pt modelId="{206866A6-8C80-4D59-AC14-6A7BE0AA50B4}" type="pres">
      <dgm:prSet presAssocID="{C11C7376-5042-4E9F-8D38-9D616593BEBC}" presName="sibTrans" presStyleCnt="0"/>
      <dgm:spPr/>
    </dgm:pt>
    <dgm:pt modelId="{FFCA9981-2FCE-4324-A989-439E3EFF0792}" type="pres">
      <dgm:prSet presAssocID="{8FAB5287-F8B1-45DD-8445-E8186A14EFEE}" presName="compNode" presStyleCnt="0"/>
      <dgm:spPr/>
    </dgm:pt>
    <dgm:pt modelId="{6AF853D8-F3B7-4EE0-A55D-5877A3CD4EDC}" type="pres">
      <dgm:prSet presAssocID="{8FAB5287-F8B1-45DD-8445-E8186A14EFEE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9AD579D9-9DF2-4E3F-84B3-4AB51771CDBE}" type="pres">
      <dgm:prSet presAssocID="{8FAB5287-F8B1-45DD-8445-E8186A14EFEE}" presName="spaceRect" presStyleCnt="0"/>
      <dgm:spPr/>
    </dgm:pt>
    <dgm:pt modelId="{966ABE56-9E6E-4AA0-A98D-D26222597506}" type="pres">
      <dgm:prSet presAssocID="{8FAB5287-F8B1-45DD-8445-E8186A14EFEE}" presName="textRect" presStyleLbl="revTx" presStyleIdx="1" presStyleCnt="7">
        <dgm:presLayoutVars>
          <dgm:chMax val="1"/>
          <dgm:chPref val="1"/>
        </dgm:presLayoutVars>
      </dgm:prSet>
      <dgm:spPr/>
    </dgm:pt>
    <dgm:pt modelId="{487F1D59-7BE6-493D-B6A9-4641081D2B8A}" type="pres">
      <dgm:prSet presAssocID="{6DE0378E-C5F6-4E8D-A449-74CDCCD9BF45}" presName="sibTrans" presStyleCnt="0"/>
      <dgm:spPr/>
    </dgm:pt>
    <dgm:pt modelId="{DA0DDCD3-50CC-4432-94BC-F40032AD7BA6}" type="pres">
      <dgm:prSet presAssocID="{312FA6E3-F06D-45BA-A827-55FE5C711C9E}" presName="compNode" presStyleCnt="0"/>
      <dgm:spPr/>
    </dgm:pt>
    <dgm:pt modelId="{DCCE2D3A-B4DF-4688-88B1-B8CCB6CE4A09}" type="pres">
      <dgm:prSet presAssocID="{312FA6E3-F06D-45BA-A827-55FE5C711C9E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F2D3BC25-2A85-4F7F-AC8B-98F64B70C71B}" type="pres">
      <dgm:prSet presAssocID="{312FA6E3-F06D-45BA-A827-55FE5C711C9E}" presName="spaceRect" presStyleCnt="0"/>
      <dgm:spPr/>
    </dgm:pt>
    <dgm:pt modelId="{1DC0F882-906F-4687-8487-BA601E162080}" type="pres">
      <dgm:prSet presAssocID="{312FA6E3-F06D-45BA-A827-55FE5C711C9E}" presName="textRect" presStyleLbl="revTx" presStyleIdx="2" presStyleCnt="7">
        <dgm:presLayoutVars>
          <dgm:chMax val="1"/>
          <dgm:chPref val="1"/>
        </dgm:presLayoutVars>
      </dgm:prSet>
      <dgm:spPr/>
    </dgm:pt>
    <dgm:pt modelId="{020443D3-C0B8-4DB0-AE99-957C102BCF35}" type="pres">
      <dgm:prSet presAssocID="{7FB9F7CA-AAD2-45B5-8E85-D8FCB7E71A19}" presName="sibTrans" presStyleCnt="0"/>
      <dgm:spPr/>
    </dgm:pt>
    <dgm:pt modelId="{22689A35-49E4-4438-8470-DD0F749D8486}" type="pres">
      <dgm:prSet presAssocID="{0FC43715-BB57-426E-80FD-18A9F9769329}" presName="compNode" presStyleCnt="0"/>
      <dgm:spPr/>
    </dgm:pt>
    <dgm:pt modelId="{F5FB4E9F-544B-4B05-9A58-5C7C6F7F5F3C}" type="pres">
      <dgm:prSet presAssocID="{0FC43715-BB57-426E-80FD-18A9F9769329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3CE9B5FF-0338-4FD6-BC32-5E9A0BBABC1E}" type="pres">
      <dgm:prSet presAssocID="{0FC43715-BB57-426E-80FD-18A9F9769329}" presName="spaceRect" presStyleCnt="0"/>
      <dgm:spPr/>
    </dgm:pt>
    <dgm:pt modelId="{86EDDE01-E02F-4280-8850-5E3AAB8400CB}" type="pres">
      <dgm:prSet presAssocID="{0FC43715-BB57-426E-80FD-18A9F9769329}" presName="textRect" presStyleLbl="revTx" presStyleIdx="3" presStyleCnt="7">
        <dgm:presLayoutVars>
          <dgm:chMax val="1"/>
          <dgm:chPref val="1"/>
        </dgm:presLayoutVars>
      </dgm:prSet>
      <dgm:spPr/>
    </dgm:pt>
    <dgm:pt modelId="{131EDF52-989E-479F-88D6-924D822F0770}" type="pres">
      <dgm:prSet presAssocID="{5F1E3B61-FE55-427A-8E9B-A40C743D5FC9}" presName="sibTrans" presStyleCnt="0"/>
      <dgm:spPr/>
    </dgm:pt>
    <dgm:pt modelId="{15BD5029-6D38-4690-A122-FD0B3E16751C}" type="pres">
      <dgm:prSet presAssocID="{C7BD6F44-5FD0-4168-B628-DF189A3EF319}" presName="compNode" presStyleCnt="0"/>
      <dgm:spPr/>
    </dgm:pt>
    <dgm:pt modelId="{594EFF9D-A172-4AB1-A484-0DC46A77A7B6}" type="pres">
      <dgm:prSet presAssocID="{C7BD6F44-5FD0-4168-B628-DF189A3EF319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AF7FAEA8-E1B1-4289-96C2-05DCD1CA9648}" type="pres">
      <dgm:prSet presAssocID="{C7BD6F44-5FD0-4168-B628-DF189A3EF319}" presName="spaceRect" presStyleCnt="0"/>
      <dgm:spPr/>
    </dgm:pt>
    <dgm:pt modelId="{971689C1-5F29-4865-A064-34FA39CB6A47}" type="pres">
      <dgm:prSet presAssocID="{C7BD6F44-5FD0-4168-B628-DF189A3EF319}" presName="textRect" presStyleLbl="revTx" presStyleIdx="4" presStyleCnt="7">
        <dgm:presLayoutVars>
          <dgm:chMax val="1"/>
          <dgm:chPref val="1"/>
        </dgm:presLayoutVars>
      </dgm:prSet>
      <dgm:spPr/>
    </dgm:pt>
    <dgm:pt modelId="{DC356795-CCE3-4E9E-A320-E36A189DBDBE}" type="pres">
      <dgm:prSet presAssocID="{C9FC3AC4-7197-421E-8193-A940425555EE}" presName="sibTrans" presStyleCnt="0"/>
      <dgm:spPr/>
    </dgm:pt>
    <dgm:pt modelId="{9F0B5F15-2F17-433E-B6DA-1149B8D418BF}" type="pres">
      <dgm:prSet presAssocID="{64EFCBBF-201B-4AB5-B0FE-C46E84860DDB}" presName="compNode" presStyleCnt="0"/>
      <dgm:spPr/>
    </dgm:pt>
    <dgm:pt modelId="{6C070715-0F0A-4714-89D8-FA9AC2217D23}" type="pres">
      <dgm:prSet presAssocID="{64EFCBBF-201B-4AB5-B0FE-C46E84860DDB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47E54462-6F48-4F70-A9D5-A07C08B81E34}" type="pres">
      <dgm:prSet presAssocID="{64EFCBBF-201B-4AB5-B0FE-C46E84860DDB}" presName="spaceRect" presStyleCnt="0"/>
      <dgm:spPr/>
    </dgm:pt>
    <dgm:pt modelId="{946E2F6A-CA7D-45A9-92EF-ABD961986BEE}" type="pres">
      <dgm:prSet presAssocID="{64EFCBBF-201B-4AB5-B0FE-C46E84860DDB}" presName="textRect" presStyleLbl="revTx" presStyleIdx="5" presStyleCnt="7">
        <dgm:presLayoutVars>
          <dgm:chMax val="1"/>
          <dgm:chPref val="1"/>
        </dgm:presLayoutVars>
      </dgm:prSet>
      <dgm:spPr/>
    </dgm:pt>
    <dgm:pt modelId="{2A41A340-D4EB-4018-804C-EDCA95733153}" type="pres">
      <dgm:prSet presAssocID="{1E3EB8EC-B7C4-449E-877E-5CFB9E335584}" presName="sibTrans" presStyleCnt="0"/>
      <dgm:spPr/>
    </dgm:pt>
    <dgm:pt modelId="{C83AAE57-EBB6-49EA-8BFE-FFB18458C2EF}" type="pres">
      <dgm:prSet presAssocID="{A298FE30-2531-4C89-BE3C-7D52B8158D8D}" presName="compNode" presStyleCnt="0"/>
      <dgm:spPr/>
    </dgm:pt>
    <dgm:pt modelId="{753F8829-1DF5-4B7A-B814-E1551CFFD18B}" type="pres">
      <dgm:prSet presAssocID="{A298FE30-2531-4C89-BE3C-7D52B8158D8D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10A62BF6-5A36-4DB0-A3A7-6FCE8A5E997C}" type="pres">
      <dgm:prSet presAssocID="{A298FE30-2531-4C89-BE3C-7D52B8158D8D}" presName="spaceRect" presStyleCnt="0"/>
      <dgm:spPr/>
    </dgm:pt>
    <dgm:pt modelId="{F7EAFFB7-98FC-4AA7-9504-47896B9D95C2}" type="pres">
      <dgm:prSet presAssocID="{A298FE30-2531-4C89-BE3C-7D52B8158D8D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BBC6B302-B48F-486C-BA3D-1E95F52BD0D5}" srcId="{6006D6DB-9446-4B14-BB7A-A601BB73F7BB}" destId="{0FC43715-BB57-426E-80FD-18A9F9769329}" srcOrd="3" destOrd="0" parTransId="{260E845D-241F-49E6-81E3-8AA3050EAAB6}" sibTransId="{5F1E3B61-FE55-427A-8E9B-A40C743D5FC9}"/>
    <dgm:cxn modelId="{34D75513-89A8-46C8-8CEA-DBF4C58A886B}" srcId="{6006D6DB-9446-4B14-BB7A-A601BB73F7BB}" destId="{C7BD6F44-5FD0-4168-B628-DF189A3EF319}" srcOrd="4" destOrd="0" parTransId="{508BBD9E-4281-4C5A-A31A-0B4877332B28}" sibTransId="{C9FC3AC4-7197-421E-8193-A940425555EE}"/>
    <dgm:cxn modelId="{7E4D201C-616E-4F83-83A7-AE040FCB0F43}" type="presOf" srcId="{8FAB5287-F8B1-45DD-8445-E8186A14EFEE}" destId="{966ABE56-9E6E-4AA0-A98D-D26222597506}" srcOrd="0" destOrd="0" presId="urn:microsoft.com/office/officeart/2018/2/layout/IconLabelList"/>
    <dgm:cxn modelId="{F1EFA223-B2D6-4E06-A910-C673E933D401}" type="presOf" srcId="{0FC43715-BB57-426E-80FD-18A9F9769329}" destId="{86EDDE01-E02F-4280-8850-5E3AAB8400CB}" srcOrd="0" destOrd="0" presId="urn:microsoft.com/office/officeart/2018/2/layout/IconLabelList"/>
    <dgm:cxn modelId="{59062B24-E488-48C0-ABA1-49508DC716B1}" type="presOf" srcId="{64EFCBBF-201B-4AB5-B0FE-C46E84860DDB}" destId="{946E2F6A-CA7D-45A9-92EF-ABD961986BEE}" srcOrd="0" destOrd="0" presId="urn:microsoft.com/office/officeart/2018/2/layout/IconLabelList"/>
    <dgm:cxn modelId="{BDEF3925-29C7-4D44-8112-C9942B67F1DC}" srcId="{6006D6DB-9446-4B14-BB7A-A601BB73F7BB}" destId="{8FAB5287-F8B1-45DD-8445-E8186A14EFEE}" srcOrd="1" destOrd="0" parTransId="{5CC79753-2E50-4EDA-A889-0188F81FABA2}" sibTransId="{6DE0378E-C5F6-4E8D-A449-74CDCCD9BF45}"/>
    <dgm:cxn modelId="{FBB80B2A-B69F-40C3-8107-A4EC3F6D7EDE}" srcId="{6006D6DB-9446-4B14-BB7A-A601BB73F7BB}" destId="{312FA6E3-F06D-45BA-A827-55FE5C711C9E}" srcOrd="2" destOrd="0" parTransId="{D168DC74-B0EF-465D-AD16-417FD0E9C8C9}" sibTransId="{7FB9F7CA-AAD2-45B5-8E85-D8FCB7E71A19}"/>
    <dgm:cxn modelId="{E7CED932-ABCC-449D-9968-D8381D1BA41D}" srcId="{6006D6DB-9446-4B14-BB7A-A601BB73F7BB}" destId="{370FD09E-A1A8-491A-80FD-A64EC2390BB2}" srcOrd="0" destOrd="0" parTransId="{9C8D002D-84C1-4DF9-A058-507F91B08CD8}" sibTransId="{C11C7376-5042-4E9F-8D38-9D616593BEBC}"/>
    <dgm:cxn modelId="{A250E56D-D4D7-4395-90C6-9C385D699809}" type="presOf" srcId="{6006D6DB-9446-4B14-BB7A-A601BB73F7BB}" destId="{5E8558C5-3C5D-4A7A-9AB9-50140A51E9BA}" srcOrd="0" destOrd="0" presId="urn:microsoft.com/office/officeart/2018/2/layout/IconLabelList"/>
    <dgm:cxn modelId="{7A56175A-13A3-4E88-BDFD-20CC4A1ED47E}" type="presOf" srcId="{C7BD6F44-5FD0-4168-B628-DF189A3EF319}" destId="{971689C1-5F29-4865-A064-34FA39CB6A47}" srcOrd="0" destOrd="0" presId="urn:microsoft.com/office/officeart/2018/2/layout/IconLabelList"/>
    <dgm:cxn modelId="{06E2DDAE-A653-4350-A18D-2DF687022516}" srcId="{6006D6DB-9446-4B14-BB7A-A601BB73F7BB}" destId="{64EFCBBF-201B-4AB5-B0FE-C46E84860DDB}" srcOrd="5" destOrd="0" parTransId="{A6A66C76-7998-4492-84B6-D21A0067FF98}" sibTransId="{1E3EB8EC-B7C4-449E-877E-5CFB9E335584}"/>
    <dgm:cxn modelId="{3046E2AE-6957-403B-9F24-827A944F0803}" type="presOf" srcId="{312FA6E3-F06D-45BA-A827-55FE5C711C9E}" destId="{1DC0F882-906F-4687-8487-BA601E162080}" srcOrd="0" destOrd="0" presId="urn:microsoft.com/office/officeart/2018/2/layout/IconLabelList"/>
    <dgm:cxn modelId="{904618B8-DEBA-4D7E-B07D-D0C18B73CD5B}" srcId="{6006D6DB-9446-4B14-BB7A-A601BB73F7BB}" destId="{A298FE30-2531-4C89-BE3C-7D52B8158D8D}" srcOrd="6" destOrd="0" parTransId="{46E726D4-F0F6-4DBF-BEE3-096DBC08F87E}" sibTransId="{A5208151-2EC0-4506-A57B-7A63A7BCCA91}"/>
    <dgm:cxn modelId="{F6D06EEB-0312-406E-A5A1-35C0E4BE59EF}" type="presOf" srcId="{370FD09E-A1A8-491A-80FD-A64EC2390BB2}" destId="{F4ABA1AE-F2CE-4F43-911C-C719A2AB6ED3}" srcOrd="0" destOrd="0" presId="urn:microsoft.com/office/officeart/2018/2/layout/IconLabelList"/>
    <dgm:cxn modelId="{B4F6C3FE-4001-4E0F-9F09-5CE7D0E592FC}" type="presOf" srcId="{A298FE30-2531-4C89-BE3C-7D52B8158D8D}" destId="{F7EAFFB7-98FC-4AA7-9504-47896B9D95C2}" srcOrd="0" destOrd="0" presId="urn:microsoft.com/office/officeart/2018/2/layout/IconLabelList"/>
    <dgm:cxn modelId="{1B4AE1CA-8666-48C5-A2A7-9A8ABF3E8077}" type="presParOf" srcId="{5E8558C5-3C5D-4A7A-9AB9-50140A51E9BA}" destId="{606390FC-40A1-44B6-90B4-BB9FF459E51F}" srcOrd="0" destOrd="0" presId="urn:microsoft.com/office/officeart/2018/2/layout/IconLabelList"/>
    <dgm:cxn modelId="{1666175E-6882-4D4B-8750-FE9B46A6167A}" type="presParOf" srcId="{606390FC-40A1-44B6-90B4-BB9FF459E51F}" destId="{A29B8A54-8B0A-46E5-992B-53A2C9939F0F}" srcOrd="0" destOrd="0" presId="urn:microsoft.com/office/officeart/2018/2/layout/IconLabelList"/>
    <dgm:cxn modelId="{E2BBE2C6-EB00-4526-AF0E-AEA4FA83F600}" type="presParOf" srcId="{606390FC-40A1-44B6-90B4-BB9FF459E51F}" destId="{76208E56-3B52-495E-A3C1-8C9337906C85}" srcOrd="1" destOrd="0" presId="urn:microsoft.com/office/officeart/2018/2/layout/IconLabelList"/>
    <dgm:cxn modelId="{2CF1E0C5-1B0A-485B-9A0A-FF7D1DACCCEA}" type="presParOf" srcId="{606390FC-40A1-44B6-90B4-BB9FF459E51F}" destId="{F4ABA1AE-F2CE-4F43-911C-C719A2AB6ED3}" srcOrd="2" destOrd="0" presId="urn:microsoft.com/office/officeart/2018/2/layout/IconLabelList"/>
    <dgm:cxn modelId="{521540D1-EF86-41E2-A7D6-4B82CD0CC303}" type="presParOf" srcId="{5E8558C5-3C5D-4A7A-9AB9-50140A51E9BA}" destId="{206866A6-8C80-4D59-AC14-6A7BE0AA50B4}" srcOrd="1" destOrd="0" presId="urn:microsoft.com/office/officeart/2018/2/layout/IconLabelList"/>
    <dgm:cxn modelId="{7DCD946F-3E6D-4FDE-83BC-74230ECD90BD}" type="presParOf" srcId="{5E8558C5-3C5D-4A7A-9AB9-50140A51E9BA}" destId="{FFCA9981-2FCE-4324-A989-439E3EFF0792}" srcOrd="2" destOrd="0" presId="urn:microsoft.com/office/officeart/2018/2/layout/IconLabelList"/>
    <dgm:cxn modelId="{0EA657FB-D678-4039-940D-6004856B7595}" type="presParOf" srcId="{FFCA9981-2FCE-4324-A989-439E3EFF0792}" destId="{6AF853D8-F3B7-4EE0-A55D-5877A3CD4EDC}" srcOrd="0" destOrd="0" presId="urn:microsoft.com/office/officeart/2018/2/layout/IconLabelList"/>
    <dgm:cxn modelId="{97F4276E-12C0-443C-BA55-378118379934}" type="presParOf" srcId="{FFCA9981-2FCE-4324-A989-439E3EFF0792}" destId="{9AD579D9-9DF2-4E3F-84B3-4AB51771CDBE}" srcOrd="1" destOrd="0" presId="urn:microsoft.com/office/officeart/2018/2/layout/IconLabelList"/>
    <dgm:cxn modelId="{ABE2AB42-355F-41AA-8FA9-A176CB07C662}" type="presParOf" srcId="{FFCA9981-2FCE-4324-A989-439E3EFF0792}" destId="{966ABE56-9E6E-4AA0-A98D-D26222597506}" srcOrd="2" destOrd="0" presId="urn:microsoft.com/office/officeart/2018/2/layout/IconLabelList"/>
    <dgm:cxn modelId="{AEA53E05-DD27-4E34-9A36-0383FEF9CC0F}" type="presParOf" srcId="{5E8558C5-3C5D-4A7A-9AB9-50140A51E9BA}" destId="{487F1D59-7BE6-493D-B6A9-4641081D2B8A}" srcOrd="3" destOrd="0" presId="urn:microsoft.com/office/officeart/2018/2/layout/IconLabelList"/>
    <dgm:cxn modelId="{85C319E4-3EF6-4F70-8F42-BDD7A21858DA}" type="presParOf" srcId="{5E8558C5-3C5D-4A7A-9AB9-50140A51E9BA}" destId="{DA0DDCD3-50CC-4432-94BC-F40032AD7BA6}" srcOrd="4" destOrd="0" presId="urn:microsoft.com/office/officeart/2018/2/layout/IconLabelList"/>
    <dgm:cxn modelId="{529184C7-003A-450F-A177-A859A619ABF3}" type="presParOf" srcId="{DA0DDCD3-50CC-4432-94BC-F40032AD7BA6}" destId="{DCCE2D3A-B4DF-4688-88B1-B8CCB6CE4A09}" srcOrd="0" destOrd="0" presId="urn:microsoft.com/office/officeart/2018/2/layout/IconLabelList"/>
    <dgm:cxn modelId="{AC9CAB3F-672C-4BC1-9697-426D7003A7AC}" type="presParOf" srcId="{DA0DDCD3-50CC-4432-94BC-F40032AD7BA6}" destId="{F2D3BC25-2A85-4F7F-AC8B-98F64B70C71B}" srcOrd="1" destOrd="0" presId="urn:microsoft.com/office/officeart/2018/2/layout/IconLabelList"/>
    <dgm:cxn modelId="{B9A1D019-06D5-4ED6-AA17-E12FF6221D87}" type="presParOf" srcId="{DA0DDCD3-50CC-4432-94BC-F40032AD7BA6}" destId="{1DC0F882-906F-4687-8487-BA601E162080}" srcOrd="2" destOrd="0" presId="urn:microsoft.com/office/officeart/2018/2/layout/IconLabelList"/>
    <dgm:cxn modelId="{BB285F1C-519E-40A6-8DD8-369A8CBB8091}" type="presParOf" srcId="{5E8558C5-3C5D-4A7A-9AB9-50140A51E9BA}" destId="{020443D3-C0B8-4DB0-AE99-957C102BCF35}" srcOrd="5" destOrd="0" presId="urn:microsoft.com/office/officeart/2018/2/layout/IconLabelList"/>
    <dgm:cxn modelId="{D8450468-114B-4088-B3FC-6A0329951FD8}" type="presParOf" srcId="{5E8558C5-3C5D-4A7A-9AB9-50140A51E9BA}" destId="{22689A35-49E4-4438-8470-DD0F749D8486}" srcOrd="6" destOrd="0" presId="urn:microsoft.com/office/officeart/2018/2/layout/IconLabelList"/>
    <dgm:cxn modelId="{256A33C2-EDD8-4D2F-82D4-2142DC7B0664}" type="presParOf" srcId="{22689A35-49E4-4438-8470-DD0F749D8486}" destId="{F5FB4E9F-544B-4B05-9A58-5C7C6F7F5F3C}" srcOrd="0" destOrd="0" presId="urn:microsoft.com/office/officeart/2018/2/layout/IconLabelList"/>
    <dgm:cxn modelId="{1B2742A0-688F-497F-BBBC-D9763C733052}" type="presParOf" srcId="{22689A35-49E4-4438-8470-DD0F749D8486}" destId="{3CE9B5FF-0338-4FD6-BC32-5E9A0BBABC1E}" srcOrd="1" destOrd="0" presId="urn:microsoft.com/office/officeart/2018/2/layout/IconLabelList"/>
    <dgm:cxn modelId="{888CE3EA-0569-48AA-8B39-87A211ADAFCB}" type="presParOf" srcId="{22689A35-49E4-4438-8470-DD0F749D8486}" destId="{86EDDE01-E02F-4280-8850-5E3AAB8400CB}" srcOrd="2" destOrd="0" presId="urn:microsoft.com/office/officeart/2018/2/layout/IconLabelList"/>
    <dgm:cxn modelId="{691844FB-667D-45D9-820D-774001B6EDDC}" type="presParOf" srcId="{5E8558C5-3C5D-4A7A-9AB9-50140A51E9BA}" destId="{131EDF52-989E-479F-88D6-924D822F0770}" srcOrd="7" destOrd="0" presId="urn:microsoft.com/office/officeart/2018/2/layout/IconLabelList"/>
    <dgm:cxn modelId="{006678F3-F881-48DE-B966-83E02B4D30E6}" type="presParOf" srcId="{5E8558C5-3C5D-4A7A-9AB9-50140A51E9BA}" destId="{15BD5029-6D38-4690-A122-FD0B3E16751C}" srcOrd="8" destOrd="0" presId="urn:microsoft.com/office/officeart/2018/2/layout/IconLabelList"/>
    <dgm:cxn modelId="{3B71A93D-5159-4976-9A7C-32034D8AC494}" type="presParOf" srcId="{15BD5029-6D38-4690-A122-FD0B3E16751C}" destId="{594EFF9D-A172-4AB1-A484-0DC46A77A7B6}" srcOrd="0" destOrd="0" presId="urn:microsoft.com/office/officeart/2018/2/layout/IconLabelList"/>
    <dgm:cxn modelId="{777AB244-7BFC-467B-938B-DADE0C6CB05F}" type="presParOf" srcId="{15BD5029-6D38-4690-A122-FD0B3E16751C}" destId="{AF7FAEA8-E1B1-4289-96C2-05DCD1CA9648}" srcOrd="1" destOrd="0" presId="urn:microsoft.com/office/officeart/2018/2/layout/IconLabelList"/>
    <dgm:cxn modelId="{8B6113A7-0A3C-4313-87D3-0FCB73A1FA8E}" type="presParOf" srcId="{15BD5029-6D38-4690-A122-FD0B3E16751C}" destId="{971689C1-5F29-4865-A064-34FA39CB6A47}" srcOrd="2" destOrd="0" presId="urn:microsoft.com/office/officeart/2018/2/layout/IconLabelList"/>
    <dgm:cxn modelId="{515AB1A1-E11D-4665-9130-1F0DEA9E52B0}" type="presParOf" srcId="{5E8558C5-3C5D-4A7A-9AB9-50140A51E9BA}" destId="{DC356795-CCE3-4E9E-A320-E36A189DBDBE}" srcOrd="9" destOrd="0" presId="urn:microsoft.com/office/officeart/2018/2/layout/IconLabelList"/>
    <dgm:cxn modelId="{7C49990B-5E1C-4DC6-B81C-EBD96BCE76CD}" type="presParOf" srcId="{5E8558C5-3C5D-4A7A-9AB9-50140A51E9BA}" destId="{9F0B5F15-2F17-433E-B6DA-1149B8D418BF}" srcOrd="10" destOrd="0" presId="urn:microsoft.com/office/officeart/2018/2/layout/IconLabelList"/>
    <dgm:cxn modelId="{C2452AE2-F777-4B38-95D9-2B8E2A1B7CC4}" type="presParOf" srcId="{9F0B5F15-2F17-433E-B6DA-1149B8D418BF}" destId="{6C070715-0F0A-4714-89D8-FA9AC2217D23}" srcOrd="0" destOrd="0" presId="urn:microsoft.com/office/officeart/2018/2/layout/IconLabelList"/>
    <dgm:cxn modelId="{081AC4BB-6082-4677-8A18-591848372063}" type="presParOf" srcId="{9F0B5F15-2F17-433E-B6DA-1149B8D418BF}" destId="{47E54462-6F48-4F70-A9D5-A07C08B81E34}" srcOrd="1" destOrd="0" presId="urn:microsoft.com/office/officeart/2018/2/layout/IconLabelList"/>
    <dgm:cxn modelId="{61881C88-0899-4A95-B71B-7CD81B978F17}" type="presParOf" srcId="{9F0B5F15-2F17-433E-B6DA-1149B8D418BF}" destId="{946E2F6A-CA7D-45A9-92EF-ABD961986BEE}" srcOrd="2" destOrd="0" presId="urn:microsoft.com/office/officeart/2018/2/layout/IconLabelList"/>
    <dgm:cxn modelId="{BDF5DD7F-B91E-4E81-9216-73B8E28BD458}" type="presParOf" srcId="{5E8558C5-3C5D-4A7A-9AB9-50140A51E9BA}" destId="{2A41A340-D4EB-4018-804C-EDCA95733153}" srcOrd="11" destOrd="0" presId="urn:microsoft.com/office/officeart/2018/2/layout/IconLabelList"/>
    <dgm:cxn modelId="{B27F7F83-1CCF-4E10-A84D-2B3F89A978D2}" type="presParOf" srcId="{5E8558C5-3C5D-4A7A-9AB9-50140A51E9BA}" destId="{C83AAE57-EBB6-49EA-8BFE-FFB18458C2EF}" srcOrd="12" destOrd="0" presId="urn:microsoft.com/office/officeart/2018/2/layout/IconLabelList"/>
    <dgm:cxn modelId="{6A8AB342-B0BC-4936-AE18-8908A9748B2F}" type="presParOf" srcId="{C83AAE57-EBB6-49EA-8BFE-FFB18458C2EF}" destId="{753F8829-1DF5-4B7A-B814-E1551CFFD18B}" srcOrd="0" destOrd="0" presId="urn:microsoft.com/office/officeart/2018/2/layout/IconLabelList"/>
    <dgm:cxn modelId="{B33098CE-71A1-4957-B701-61072292B301}" type="presParOf" srcId="{C83AAE57-EBB6-49EA-8BFE-FFB18458C2EF}" destId="{10A62BF6-5A36-4DB0-A3A7-6FCE8A5E997C}" srcOrd="1" destOrd="0" presId="urn:microsoft.com/office/officeart/2018/2/layout/IconLabelList"/>
    <dgm:cxn modelId="{95F8BA1F-9FA8-444A-A9D9-CD7587AD6232}" type="presParOf" srcId="{C83AAE57-EBB6-49EA-8BFE-FFB18458C2EF}" destId="{F7EAFFB7-98FC-4AA7-9504-47896B9D95C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F5795C-E8BF-4648-A1EE-031E306D9520}">
      <dsp:nvSpPr>
        <dsp:cNvPr id="0" name=""/>
        <dsp:cNvSpPr/>
      </dsp:nvSpPr>
      <dsp:spPr>
        <a:xfrm>
          <a:off x="349170" y="1300202"/>
          <a:ext cx="1080843" cy="108084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BE86C4-700C-46FD-87C0-E6951EBF2AA4}">
      <dsp:nvSpPr>
        <dsp:cNvPr id="0" name=""/>
        <dsp:cNvSpPr/>
      </dsp:nvSpPr>
      <dsp:spPr>
        <a:xfrm>
          <a:off x="579514" y="1530546"/>
          <a:ext cx="620156" cy="6201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E088BA-12F2-45C0-B981-3D92A93377FE}">
      <dsp:nvSpPr>
        <dsp:cNvPr id="0" name=""/>
        <dsp:cNvSpPr/>
      </dsp:nvSpPr>
      <dsp:spPr>
        <a:xfrm>
          <a:off x="3654" y="2717702"/>
          <a:ext cx="1771875" cy="1018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dirty="0"/>
            <a:t>Definition of Power Electronics: Power electronics involves the conversion and control of electrical power using electronic devices.</a:t>
          </a:r>
          <a:endParaRPr lang="en-US" sz="1100" kern="1200" dirty="0"/>
        </a:p>
      </dsp:txBody>
      <dsp:txXfrm>
        <a:off x="3654" y="2717702"/>
        <a:ext cx="1771875" cy="1018828"/>
      </dsp:txXfrm>
    </dsp:sp>
    <dsp:sp modelId="{5B0828B1-F8CB-4ACB-8146-8FD99B9A7BAD}">
      <dsp:nvSpPr>
        <dsp:cNvPr id="0" name=""/>
        <dsp:cNvSpPr/>
      </dsp:nvSpPr>
      <dsp:spPr>
        <a:xfrm>
          <a:off x="2431123" y="1300202"/>
          <a:ext cx="1080843" cy="108084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64551A-9843-429B-8B24-7C6A1C4083E2}">
      <dsp:nvSpPr>
        <dsp:cNvPr id="0" name=""/>
        <dsp:cNvSpPr/>
      </dsp:nvSpPr>
      <dsp:spPr>
        <a:xfrm>
          <a:off x="2661467" y="1530546"/>
          <a:ext cx="620156" cy="6201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2D016C-CD16-4285-8658-26EFC146588B}">
      <dsp:nvSpPr>
        <dsp:cNvPr id="0" name=""/>
        <dsp:cNvSpPr/>
      </dsp:nvSpPr>
      <dsp:spPr>
        <a:xfrm>
          <a:off x="2085607" y="2717702"/>
          <a:ext cx="1771875" cy="1018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dirty="0"/>
            <a:t>Importance: It plays a crucial role in enhancing energy efficiency and enabling renewable energy applications.</a:t>
          </a:r>
          <a:endParaRPr lang="en-US" sz="1100" kern="1200" dirty="0"/>
        </a:p>
      </dsp:txBody>
      <dsp:txXfrm>
        <a:off x="2085607" y="2717702"/>
        <a:ext cx="1771875" cy="1018828"/>
      </dsp:txXfrm>
    </dsp:sp>
    <dsp:sp modelId="{FBD0CAA1-6A8A-47CC-896F-7D1D37683D59}">
      <dsp:nvSpPr>
        <dsp:cNvPr id="0" name=""/>
        <dsp:cNvSpPr/>
      </dsp:nvSpPr>
      <dsp:spPr>
        <a:xfrm>
          <a:off x="4513076" y="1300202"/>
          <a:ext cx="1080843" cy="108084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4AF418-6026-40BB-904A-BEEF7B93AF86}">
      <dsp:nvSpPr>
        <dsp:cNvPr id="0" name=""/>
        <dsp:cNvSpPr/>
      </dsp:nvSpPr>
      <dsp:spPr>
        <a:xfrm>
          <a:off x="4743420" y="1530546"/>
          <a:ext cx="620156" cy="6201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9B82AB-2EEC-48E4-B284-5202EA42F7DB}">
      <dsp:nvSpPr>
        <dsp:cNvPr id="0" name=""/>
        <dsp:cNvSpPr/>
      </dsp:nvSpPr>
      <dsp:spPr>
        <a:xfrm>
          <a:off x="4167560" y="2717702"/>
          <a:ext cx="1771875" cy="1018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Applications: Used in various fields, including consumer electronics, electric vehicles, and industrial automation.</a:t>
          </a:r>
          <a:endParaRPr lang="en-US" sz="1100" kern="1200"/>
        </a:p>
      </dsp:txBody>
      <dsp:txXfrm>
        <a:off x="4167560" y="2717702"/>
        <a:ext cx="1771875" cy="1018828"/>
      </dsp:txXfrm>
    </dsp:sp>
    <dsp:sp modelId="{FF591632-DBA9-436A-9C10-DDF8AFC2159A}">
      <dsp:nvSpPr>
        <dsp:cNvPr id="0" name=""/>
        <dsp:cNvSpPr/>
      </dsp:nvSpPr>
      <dsp:spPr>
        <a:xfrm>
          <a:off x="6595029" y="1300202"/>
          <a:ext cx="1080843" cy="108084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394CEF-8E99-460C-B0E3-DD07FFE6EE74}">
      <dsp:nvSpPr>
        <dsp:cNvPr id="0" name=""/>
        <dsp:cNvSpPr/>
      </dsp:nvSpPr>
      <dsp:spPr>
        <a:xfrm>
          <a:off x="6825373" y="1530546"/>
          <a:ext cx="620156" cy="6201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988CA8-B868-4EEA-9688-0137D2038EB9}">
      <dsp:nvSpPr>
        <dsp:cNvPr id="0" name=""/>
        <dsp:cNvSpPr/>
      </dsp:nvSpPr>
      <dsp:spPr>
        <a:xfrm>
          <a:off x="6249514" y="2717702"/>
          <a:ext cx="1771875" cy="1018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Numerical Simulations: Numerical simulations help analyze and validate the performance of power electronic circuits.</a:t>
          </a:r>
          <a:endParaRPr lang="en-US" sz="1100" kern="1200"/>
        </a:p>
      </dsp:txBody>
      <dsp:txXfrm>
        <a:off x="6249514" y="2717702"/>
        <a:ext cx="1771875" cy="1018828"/>
      </dsp:txXfrm>
    </dsp:sp>
    <dsp:sp modelId="{4F416B7A-65BF-4233-8540-6AC8DEE4335C}">
      <dsp:nvSpPr>
        <dsp:cNvPr id="0" name=""/>
        <dsp:cNvSpPr/>
      </dsp:nvSpPr>
      <dsp:spPr>
        <a:xfrm>
          <a:off x="8676982" y="1300202"/>
          <a:ext cx="1080843" cy="108084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1E6F68-2362-4620-9B60-3F68A0844D5C}">
      <dsp:nvSpPr>
        <dsp:cNvPr id="0" name=""/>
        <dsp:cNvSpPr/>
      </dsp:nvSpPr>
      <dsp:spPr>
        <a:xfrm>
          <a:off x="8907326" y="1530546"/>
          <a:ext cx="620156" cy="6201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99288F-3876-41DF-B919-1992A5B45F72}">
      <dsp:nvSpPr>
        <dsp:cNvPr id="0" name=""/>
        <dsp:cNvSpPr/>
      </dsp:nvSpPr>
      <dsp:spPr>
        <a:xfrm>
          <a:off x="8331467" y="2717702"/>
          <a:ext cx="1771875" cy="1018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Key Components: Common circuits include converters like Buck, Boost, and Buck-Boost converters.</a:t>
          </a:r>
          <a:endParaRPr lang="en-US" sz="1100" kern="1200"/>
        </a:p>
      </dsp:txBody>
      <dsp:txXfrm>
        <a:off x="8331467" y="2717702"/>
        <a:ext cx="1771875" cy="1018828"/>
      </dsp:txXfrm>
    </dsp:sp>
    <dsp:sp modelId="{7F3C037F-47E4-4310-8D0C-A0AF6E16DCC0}">
      <dsp:nvSpPr>
        <dsp:cNvPr id="0" name=""/>
        <dsp:cNvSpPr/>
      </dsp:nvSpPr>
      <dsp:spPr>
        <a:xfrm>
          <a:off x="10758935" y="1300202"/>
          <a:ext cx="1080843" cy="108084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D0988D-3893-4518-BC90-B00667396B75}">
      <dsp:nvSpPr>
        <dsp:cNvPr id="0" name=""/>
        <dsp:cNvSpPr/>
      </dsp:nvSpPr>
      <dsp:spPr>
        <a:xfrm>
          <a:off x="10989279" y="1530546"/>
          <a:ext cx="620156" cy="62015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FABE9C-B627-4772-A893-501FFA14CCB4}">
      <dsp:nvSpPr>
        <dsp:cNvPr id="0" name=""/>
        <dsp:cNvSpPr/>
      </dsp:nvSpPr>
      <dsp:spPr>
        <a:xfrm>
          <a:off x="10413420" y="2717702"/>
          <a:ext cx="1771875" cy="1018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Project Goal: The project focuses on designing and simulating power electronic circuits to improve understanding and application.</a:t>
          </a:r>
          <a:endParaRPr lang="en-US" sz="1100" kern="1200"/>
        </a:p>
      </dsp:txBody>
      <dsp:txXfrm>
        <a:off x="10413420" y="2717702"/>
        <a:ext cx="1771875" cy="10188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ABEC04-977C-4657-AB94-90CFF9F6F882}">
      <dsp:nvSpPr>
        <dsp:cNvPr id="0" name=""/>
        <dsp:cNvSpPr/>
      </dsp:nvSpPr>
      <dsp:spPr>
        <a:xfrm>
          <a:off x="3042955" y="871848"/>
          <a:ext cx="66666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6660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8854" y="914078"/>
        <a:ext cx="34863" cy="6979"/>
      </dsp:txXfrm>
    </dsp:sp>
    <dsp:sp modelId="{6ACA3268-1C1D-4887-BAE1-A2BEC4AE0DEC}">
      <dsp:nvSpPr>
        <dsp:cNvPr id="0" name=""/>
        <dsp:cNvSpPr/>
      </dsp:nvSpPr>
      <dsp:spPr>
        <a:xfrm>
          <a:off x="13187" y="8098"/>
          <a:ext cx="3031567" cy="181894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49" tIns="155929" rIns="148549" bIns="155929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>
              <a:solidFill>
                <a:srgbClr val="002060"/>
              </a:solidFill>
            </a:rPr>
            <a:t>Design and Analyze Power Electronics Converters: </a:t>
          </a:r>
          <a:r>
            <a:rPr lang="en-US" sz="1600" b="0" i="0" kern="1200" dirty="0"/>
            <a:t>Develop and evaluate various power electronic converter topologies, including buck, boost, buck-boost, flyback, forward, and push-pull converters.</a:t>
          </a:r>
          <a:endParaRPr lang="en-US" sz="1600" kern="1200" dirty="0"/>
        </a:p>
      </dsp:txBody>
      <dsp:txXfrm>
        <a:off x="13187" y="8098"/>
        <a:ext cx="3031567" cy="1818940"/>
      </dsp:txXfrm>
    </dsp:sp>
    <dsp:sp modelId="{A0AA1D21-3594-4385-BCDB-41CBEDA07CD5}">
      <dsp:nvSpPr>
        <dsp:cNvPr id="0" name=""/>
        <dsp:cNvSpPr/>
      </dsp:nvSpPr>
      <dsp:spPr>
        <a:xfrm>
          <a:off x="6771783" y="871848"/>
          <a:ext cx="66666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6660" y="45720"/>
              </a:lnTo>
            </a:path>
          </a:pathLst>
        </a:custGeom>
        <a:noFill/>
        <a:ln w="6350" cap="flat" cmpd="sng" algn="ctr">
          <a:solidFill>
            <a:schemeClr val="accent2">
              <a:hueOff val="-363841"/>
              <a:satOff val="-20982"/>
              <a:lumOff val="215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7682" y="914078"/>
        <a:ext cx="34863" cy="6979"/>
      </dsp:txXfrm>
    </dsp:sp>
    <dsp:sp modelId="{E72CA326-3A7C-43FA-9051-910935E58F31}">
      <dsp:nvSpPr>
        <dsp:cNvPr id="0" name=""/>
        <dsp:cNvSpPr/>
      </dsp:nvSpPr>
      <dsp:spPr>
        <a:xfrm>
          <a:off x="3742016" y="8098"/>
          <a:ext cx="3031567" cy="1818940"/>
        </a:xfrm>
        <a:prstGeom prst="rect">
          <a:avLst/>
        </a:prstGeom>
        <a:solidFill>
          <a:schemeClr val="accent2">
            <a:hueOff val="-291073"/>
            <a:satOff val="-16786"/>
            <a:lumOff val="17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49" tIns="155929" rIns="148549" bIns="155929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>
              <a:solidFill>
                <a:srgbClr val="002060"/>
              </a:solidFill>
            </a:rPr>
            <a:t>Conduct Numerical Calculations: </a:t>
          </a:r>
          <a:r>
            <a:rPr lang="en-US" sz="1800" b="0" i="0" kern="1200" dirty="0"/>
            <a:t>Perform numerical analyses and calculations for the efficiency and performance of different converter configurations.</a:t>
          </a:r>
          <a:endParaRPr lang="en-US" sz="1800" kern="1200" dirty="0"/>
        </a:p>
      </dsp:txBody>
      <dsp:txXfrm>
        <a:off x="3742016" y="8098"/>
        <a:ext cx="3031567" cy="1818940"/>
      </dsp:txXfrm>
    </dsp:sp>
    <dsp:sp modelId="{5E123F6E-55A0-46FB-8D02-0CE30B900BAB}">
      <dsp:nvSpPr>
        <dsp:cNvPr id="0" name=""/>
        <dsp:cNvSpPr/>
      </dsp:nvSpPr>
      <dsp:spPr>
        <a:xfrm>
          <a:off x="1528971" y="1825238"/>
          <a:ext cx="7457656" cy="666660"/>
        </a:xfrm>
        <a:custGeom>
          <a:avLst/>
          <a:gdLst/>
          <a:ahLst/>
          <a:cxnLst/>
          <a:rect l="0" t="0" r="0" b="0"/>
          <a:pathLst>
            <a:path>
              <a:moveTo>
                <a:pt x="7457656" y="0"/>
              </a:moveTo>
              <a:lnTo>
                <a:pt x="7457656" y="350430"/>
              </a:lnTo>
              <a:lnTo>
                <a:pt x="0" y="350430"/>
              </a:lnTo>
              <a:lnTo>
                <a:pt x="0" y="666660"/>
              </a:lnTo>
            </a:path>
          </a:pathLst>
        </a:custGeom>
        <a:noFill/>
        <a:ln w="635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70545" y="2155079"/>
        <a:ext cx="374509" cy="6979"/>
      </dsp:txXfrm>
    </dsp:sp>
    <dsp:sp modelId="{280CB804-10C3-4C60-B1BD-00793CEF6DCC}">
      <dsp:nvSpPr>
        <dsp:cNvPr id="0" name=""/>
        <dsp:cNvSpPr/>
      </dsp:nvSpPr>
      <dsp:spPr>
        <a:xfrm>
          <a:off x="7470844" y="8098"/>
          <a:ext cx="3031567" cy="1818940"/>
        </a:xfrm>
        <a:prstGeom prst="rect">
          <a:avLst/>
        </a:prstGeom>
        <a:solidFill>
          <a:schemeClr val="accent2">
            <a:hueOff val="-582145"/>
            <a:satOff val="-33571"/>
            <a:lumOff val="34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49" tIns="155929" rIns="148549" bIns="155929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>
              <a:solidFill>
                <a:srgbClr val="002060"/>
              </a:solidFill>
            </a:rPr>
            <a:t>Create Comprehensive Spreadsheets: </a:t>
          </a:r>
          <a:r>
            <a:rPr lang="en-US" sz="1800" b="0" i="0" kern="1200" dirty="0"/>
            <a:t>Develop a formula-based spreadsheet to facilitate converter calculations and streamline the design process.</a:t>
          </a:r>
          <a:endParaRPr lang="en-US" sz="1800" kern="1200" dirty="0"/>
        </a:p>
      </dsp:txBody>
      <dsp:txXfrm>
        <a:off x="7470844" y="8098"/>
        <a:ext cx="3031567" cy="1818940"/>
      </dsp:txXfrm>
    </dsp:sp>
    <dsp:sp modelId="{85C9E282-35C0-4542-B8F7-9DB7876292C3}">
      <dsp:nvSpPr>
        <dsp:cNvPr id="0" name=""/>
        <dsp:cNvSpPr/>
      </dsp:nvSpPr>
      <dsp:spPr>
        <a:xfrm>
          <a:off x="3042955" y="3388049"/>
          <a:ext cx="66666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6660" y="45720"/>
              </a:lnTo>
            </a:path>
          </a:pathLst>
        </a:custGeom>
        <a:noFill/>
        <a:ln w="6350" cap="flat" cmpd="sng" algn="ctr">
          <a:solidFill>
            <a:schemeClr val="accent2">
              <a:hueOff val="-1091522"/>
              <a:satOff val="-62946"/>
              <a:lumOff val="647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8854" y="3430279"/>
        <a:ext cx="34863" cy="6979"/>
      </dsp:txXfrm>
    </dsp:sp>
    <dsp:sp modelId="{78C1E78E-713F-4931-B1B5-509475B640CA}">
      <dsp:nvSpPr>
        <dsp:cNvPr id="0" name=""/>
        <dsp:cNvSpPr/>
      </dsp:nvSpPr>
      <dsp:spPr>
        <a:xfrm>
          <a:off x="13187" y="2524299"/>
          <a:ext cx="3031567" cy="1818940"/>
        </a:xfrm>
        <a:prstGeom prst="rect">
          <a:avLst/>
        </a:prstGeom>
        <a:solidFill>
          <a:schemeClr val="accent2">
            <a:hueOff val="-873218"/>
            <a:satOff val="-50357"/>
            <a:lumOff val="5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49" tIns="155929" rIns="148549" bIns="155929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>
              <a:solidFill>
                <a:srgbClr val="002060"/>
              </a:solidFill>
            </a:rPr>
            <a:t>Simulate Circuits Using LT Spice: </a:t>
          </a:r>
          <a:r>
            <a:rPr lang="en-US" sz="1800" b="0" i="0" kern="1200" dirty="0"/>
            <a:t>Validate designs and calculations through simulation in LT Spice to ensure accuracy and reliability.</a:t>
          </a:r>
          <a:endParaRPr lang="en-US" sz="1800" kern="1200" dirty="0"/>
        </a:p>
      </dsp:txBody>
      <dsp:txXfrm>
        <a:off x="13187" y="2524299"/>
        <a:ext cx="3031567" cy="1818940"/>
      </dsp:txXfrm>
    </dsp:sp>
    <dsp:sp modelId="{2B226618-C5AB-4B86-AD77-8E3DE7D7E024}">
      <dsp:nvSpPr>
        <dsp:cNvPr id="0" name=""/>
        <dsp:cNvSpPr/>
      </dsp:nvSpPr>
      <dsp:spPr>
        <a:xfrm>
          <a:off x="6771783" y="3388049"/>
          <a:ext cx="66666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6660" y="45720"/>
              </a:lnTo>
            </a:path>
          </a:pathLst>
        </a:custGeom>
        <a:noFill/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7682" y="3430279"/>
        <a:ext cx="34863" cy="6979"/>
      </dsp:txXfrm>
    </dsp:sp>
    <dsp:sp modelId="{39046861-706B-4F6C-B9C0-CCDF5997FC6D}">
      <dsp:nvSpPr>
        <dsp:cNvPr id="0" name=""/>
        <dsp:cNvSpPr/>
      </dsp:nvSpPr>
      <dsp:spPr>
        <a:xfrm>
          <a:off x="3742016" y="2524299"/>
          <a:ext cx="3031567" cy="1818940"/>
        </a:xfrm>
        <a:prstGeom prst="rect">
          <a:avLst/>
        </a:prstGeom>
        <a:solidFill>
          <a:schemeClr val="accent2">
            <a:hueOff val="-1164290"/>
            <a:satOff val="-67142"/>
            <a:lumOff val="6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49" tIns="155929" rIns="148549" bIns="155929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>
              <a:solidFill>
                <a:srgbClr val="002060"/>
              </a:solidFill>
            </a:rPr>
            <a:t>Design Gate Driver Circuits: </a:t>
          </a:r>
          <a:r>
            <a:rPr lang="en-US" sz="1800" b="0" i="0" kern="1200" dirty="0"/>
            <a:t>Create and implement the NCP51820 gate driver circuit to control </a:t>
          </a:r>
          <a:r>
            <a:rPr lang="en-US" sz="1800" b="0" i="0" kern="1200" dirty="0" err="1"/>
            <a:t>GaN</a:t>
          </a:r>
          <a:r>
            <a:rPr lang="en-US" sz="1800" b="0" i="0" kern="1200" dirty="0"/>
            <a:t> MOSFETs effectively.</a:t>
          </a:r>
          <a:endParaRPr lang="en-US" sz="1800" kern="1200" dirty="0"/>
        </a:p>
      </dsp:txBody>
      <dsp:txXfrm>
        <a:off x="3742016" y="2524299"/>
        <a:ext cx="3031567" cy="1818940"/>
      </dsp:txXfrm>
    </dsp:sp>
    <dsp:sp modelId="{23AAD9FC-D349-4CDC-BBEC-1E40F82C5FEF}">
      <dsp:nvSpPr>
        <dsp:cNvPr id="0" name=""/>
        <dsp:cNvSpPr/>
      </dsp:nvSpPr>
      <dsp:spPr>
        <a:xfrm>
          <a:off x="7470844" y="2524299"/>
          <a:ext cx="3031567" cy="1818940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49" tIns="155929" rIns="148549" bIns="155929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>
              <a:solidFill>
                <a:srgbClr val="002060"/>
              </a:solidFill>
            </a:rPr>
            <a:t>Develop Schematic and PCB Designs: </a:t>
          </a:r>
          <a:r>
            <a:rPr lang="en-US" sz="1800" b="0" i="0" kern="1200" dirty="0"/>
            <a:t>Utilize Altium for detailed schematic creation and PCB layout to integrate the designed circuits into practical applications.</a:t>
          </a:r>
          <a:endParaRPr lang="en-US" sz="1800" kern="1200" dirty="0"/>
        </a:p>
      </dsp:txBody>
      <dsp:txXfrm>
        <a:off x="7470844" y="2524299"/>
        <a:ext cx="3031567" cy="18189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C845AB-D9E0-4A05-B87E-BDD61C81EA9C}">
      <dsp:nvSpPr>
        <dsp:cNvPr id="0" name=""/>
        <dsp:cNvSpPr/>
      </dsp:nvSpPr>
      <dsp:spPr>
        <a:xfrm rot="5400000">
          <a:off x="7534064" y="-3304118"/>
          <a:ext cx="901416" cy="7515079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/>
            <a:t>Conduct a thorough review of existing literature on power electronics and numerical simulation techniques to establish a foundational understanding of the subject.</a:t>
          </a:r>
          <a:endParaRPr lang="en-US" sz="1600" kern="1200" dirty="0"/>
        </a:p>
      </dsp:txBody>
      <dsp:txXfrm rot="-5400000">
        <a:off x="4227233" y="46717"/>
        <a:ext cx="7471075" cy="813408"/>
      </dsp:txXfrm>
    </dsp:sp>
    <dsp:sp modelId="{B60FB389-34BA-4C3B-94AA-2CB1ECD0C67D}">
      <dsp:nvSpPr>
        <dsp:cNvPr id="0" name=""/>
        <dsp:cNvSpPr/>
      </dsp:nvSpPr>
      <dsp:spPr>
        <a:xfrm>
          <a:off x="0" y="0"/>
          <a:ext cx="4227232" cy="89308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b="0" i="0" kern="1200" dirty="0"/>
            <a:t>Literature Review</a:t>
          </a:r>
          <a:endParaRPr lang="en-US" sz="2500" kern="1200" dirty="0"/>
        </a:p>
      </dsp:txBody>
      <dsp:txXfrm>
        <a:off x="43597" y="43597"/>
        <a:ext cx="4140038" cy="805891"/>
      </dsp:txXfrm>
    </dsp:sp>
    <dsp:sp modelId="{A559C5CD-B3B7-45AD-BFA4-2317EC69DD21}">
      <dsp:nvSpPr>
        <dsp:cNvPr id="0" name=""/>
        <dsp:cNvSpPr/>
      </dsp:nvSpPr>
      <dsp:spPr>
        <a:xfrm rot="5400000">
          <a:off x="7435431" y="-2259415"/>
          <a:ext cx="1098681" cy="7515079"/>
        </a:xfrm>
        <a:prstGeom prst="round2SameRect">
          <a:avLst/>
        </a:prstGeom>
        <a:solidFill>
          <a:schemeClr val="accent2">
            <a:tint val="40000"/>
            <a:alpha val="90000"/>
            <a:hueOff val="-169845"/>
            <a:satOff val="-15069"/>
            <a:lumOff val="-15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69845"/>
              <a:satOff val="-15069"/>
              <a:lumOff val="-1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/>
            <a:t>Install and configure simulation software such as </a:t>
          </a:r>
          <a:r>
            <a:rPr lang="en-US" sz="1600" b="0" i="0" kern="1200" dirty="0" err="1"/>
            <a:t>LTspice</a:t>
          </a:r>
          <a:r>
            <a:rPr lang="en-US" sz="1600" b="0" i="0" kern="1200" dirty="0"/>
            <a:t> for circuit simulation and Altium Designer for PCB design, ensuring all necessary libraries and components are available.</a:t>
          </a:r>
          <a:endParaRPr lang="en-US" sz="1600" kern="1200" dirty="0"/>
        </a:p>
      </dsp:txBody>
      <dsp:txXfrm rot="-5400000">
        <a:off x="4227233" y="1002416"/>
        <a:ext cx="7461446" cy="991415"/>
      </dsp:txXfrm>
    </dsp:sp>
    <dsp:sp modelId="{9A28126A-3075-478D-88B0-020E23EF126A}">
      <dsp:nvSpPr>
        <dsp:cNvPr id="0" name=""/>
        <dsp:cNvSpPr/>
      </dsp:nvSpPr>
      <dsp:spPr>
        <a:xfrm>
          <a:off x="0" y="1051581"/>
          <a:ext cx="4227232" cy="893085"/>
        </a:xfrm>
        <a:prstGeom prst="roundRect">
          <a:avLst/>
        </a:prstGeom>
        <a:solidFill>
          <a:schemeClr val="accent2">
            <a:hueOff val="-291073"/>
            <a:satOff val="-16786"/>
            <a:lumOff val="17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b="0" i="0" kern="1200" dirty="0"/>
            <a:t>Software Setup</a:t>
          </a:r>
          <a:endParaRPr lang="en-US" sz="2500" kern="1200" dirty="0"/>
        </a:p>
      </dsp:txBody>
      <dsp:txXfrm>
        <a:off x="43597" y="1095178"/>
        <a:ext cx="4140038" cy="805891"/>
      </dsp:txXfrm>
    </dsp:sp>
    <dsp:sp modelId="{69EFBF5E-7594-4405-90A0-9EDDD8A193F0}">
      <dsp:nvSpPr>
        <dsp:cNvPr id="0" name=""/>
        <dsp:cNvSpPr/>
      </dsp:nvSpPr>
      <dsp:spPr>
        <a:xfrm rot="5400000">
          <a:off x="7643156" y="-1226227"/>
          <a:ext cx="714468" cy="7529779"/>
        </a:xfrm>
        <a:prstGeom prst="round2SameRect">
          <a:avLst/>
        </a:prstGeom>
        <a:solidFill>
          <a:schemeClr val="accent2">
            <a:tint val="40000"/>
            <a:alpha val="90000"/>
            <a:hueOff val="-339690"/>
            <a:satOff val="-30138"/>
            <a:lumOff val="-30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39690"/>
              <a:satOff val="-30138"/>
              <a:lumOff val="-3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/>
            <a:t>Design various power electronic circuits (e.g., Buck, Boost, Buck-Boost, Flyback, Forward, and Push-Pull converters) using theoretical principles and simulation tools.</a:t>
          </a:r>
          <a:endParaRPr lang="en-US" sz="1600" kern="1200" dirty="0"/>
        </a:p>
      </dsp:txBody>
      <dsp:txXfrm rot="-5400000">
        <a:off x="4235501" y="2216305"/>
        <a:ext cx="7494902" cy="644714"/>
      </dsp:txXfrm>
    </dsp:sp>
    <dsp:sp modelId="{DC95F24F-707D-47F8-9C7B-9B93B286927F}">
      <dsp:nvSpPr>
        <dsp:cNvPr id="0" name=""/>
        <dsp:cNvSpPr/>
      </dsp:nvSpPr>
      <dsp:spPr>
        <a:xfrm>
          <a:off x="0" y="2092118"/>
          <a:ext cx="4235500" cy="893085"/>
        </a:xfrm>
        <a:prstGeom prst="roundRect">
          <a:avLst/>
        </a:prstGeom>
        <a:solidFill>
          <a:schemeClr val="accent2">
            <a:hueOff val="-582145"/>
            <a:satOff val="-33571"/>
            <a:lumOff val="34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b="0" i="0" kern="1200" dirty="0"/>
            <a:t>Circuit Design</a:t>
          </a:r>
          <a:endParaRPr lang="en-US" sz="2500" kern="1200" dirty="0"/>
        </a:p>
      </dsp:txBody>
      <dsp:txXfrm>
        <a:off x="43597" y="2135715"/>
        <a:ext cx="4148306" cy="805891"/>
      </dsp:txXfrm>
    </dsp:sp>
    <dsp:sp modelId="{8D0FE3E4-2BC9-4019-B210-1219CB3A76CB}">
      <dsp:nvSpPr>
        <dsp:cNvPr id="0" name=""/>
        <dsp:cNvSpPr/>
      </dsp:nvSpPr>
      <dsp:spPr>
        <a:xfrm rot="5400000">
          <a:off x="7643156" y="-288487"/>
          <a:ext cx="714468" cy="7529779"/>
        </a:xfrm>
        <a:prstGeom prst="round2SameRect">
          <a:avLst/>
        </a:prstGeom>
        <a:solidFill>
          <a:schemeClr val="accent2">
            <a:tint val="40000"/>
            <a:alpha val="90000"/>
            <a:hueOff val="-509536"/>
            <a:satOff val="-45208"/>
            <a:lumOff val="-461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509536"/>
              <a:satOff val="-45208"/>
              <a:lumOff val="-4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Perform numerical simulations of the designed circuits in </a:t>
          </a:r>
          <a:r>
            <a:rPr lang="en-US" sz="1600" b="0" i="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LTspice</a:t>
          </a:r>
          <a:r>
            <a:rPr lang="en-US" sz="16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, analyzing parameters such as voltage, current, and efficiency under different operating conditions.</a:t>
          </a:r>
        </a:p>
      </dsp:txBody>
      <dsp:txXfrm rot="-5400000">
        <a:off x="4235501" y="3154045"/>
        <a:ext cx="7494902" cy="644714"/>
      </dsp:txXfrm>
    </dsp:sp>
    <dsp:sp modelId="{EDD400D2-E07F-4CA5-86BD-8C7DAF86002A}">
      <dsp:nvSpPr>
        <dsp:cNvPr id="0" name=""/>
        <dsp:cNvSpPr/>
      </dsp:nvSpPr>
      <dsp:spPr>
        <a:xfrm>
          <a:off x="0" y="3029859"/>
          <a:ext cx="4235500" cy="893085"/>
        </a:xfrm>
        <a:prstGeom prst="roundRect">
          <a:avLst/>
        </a:prstGeom>
        <a:solidFill>
          <a:schemeClr val="accent2">
            <a:hueOff val="-873218"/>
            <a:satOff val="-50357"/>
            <a:lumOff val="5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b="0" i="0" kern="1200" dirty="0"/>
            <a:t>Numerical Simulations</a:t>
          </a:r>
          <a:endParaRPr lang="en-US" sz="2500" kern="1200" dirty="0"/>
        </a:p>
      </dsp:txBody>
      <dsp:txXfrm>
        <a:off x="43597" y="3073456"/>
        <a:ext cx="4148306" cy="805891"/>
      </dsp:txXfrm>
    </dsp:sp>
    <dsp:sp modelId="{1E8E9DAC-96FF-4783-A84E-502EF35BFB23}">
      <dsp:nvSpPr>
        <dsp:cNvPr id="0" name=""/>
        <dsp:cNvSpPr/>
      </dsp:nvSpPr>
      <dsp:spPr>
        <a:xfrm rot="5400000">
          <a:off x="7524814" y="674148"/>
          <a:ext cx="935525" cy="7522425"/>
        </a:xfrm>
        <a:prstGeom prst="round2SameRect">
          <a:avLst/>
        </a:prstGeom>
        <a:solidFill>
          <a:schemeClr val="accent2">
            <a:tint val="40000"/>
            <a:alpha val="90000"/>
            <a:hueOff val="-679381"/>
            <a:satOff val="-60277"/>
            <a:lumOff val="-6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679381"/>
              <a:satOff val="-60277"/>
              <a:lumOff val="-6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Develop and simulate gate driver circuits, specifically the NCP51820, to control </a:t>
          </a:r>
          <a:r>
            <a:rPr lang="en-US" sz="1600" b="0" i="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GaN</a:t>
          </a:r>
          <a:r>
            <a:rPr lang="en-US" sz="16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 MOSFETs effectively, ensuring proper operation within the designed circuits.</a:t>
          </a:r>
        </a:p>
      </dsp:txBody>
      <dsp:txXfrm rot="-5400000">
        <a:off x="4231365" y="4013267"/>
        <a:ext cx="7476756" cy="844187"/>
      </dsp:txXfrm>
    </dsp:sp>
    <dsp:sp modelId="{BB634D9E-38EC-4C3B-9F2B-0EAAE53C7444}">
      <dsp:nvSpPr>
        <dsp:cNvPr id="0" name=""/>
        <dsp:cNvSpPr/>
      </dsp:nvSpPr>
      <dsp:spPr>
        <a:xfrm>
          <a:off x="0" y="3988818"/>
          <a:ext cx="4231364" cy="893085"/>
        </a:xfrm>
        <a:prstGeom prst="roundRect">
          <a:avLst/>
        </a:prstGeom>
        <a:solidFill>
          <a:schemeClr val="accent2">
            <a:hueOff val="-1164290"/>
            <a:satOff val="-67142"/>
            <a:lumOff val="6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b="0" i="0" kern="1200" dirty="0"/>
            <a:t>MOSFET &amp; Gate Driver Design</a:t>
          </a:r>
          <a:endParaRPr lang="en-US" sz="2500" kern="1200" dirty="0"/>
        </a:p>
      </dsp:txBody>
      <dsp:txXfrm>
        <a:off x="43597" y="4032415"/>
        <a:ext cx="4144170" cy="805891"/>
      </dsp:txXfrm>
    </dsp:sp>
    <dsp:sp modelId="{79FFD5F7-56C1-4ED8-86F1-A0CBA52D406A}">
      <dsp:nvSpPr>
        <dsp:cNvPr id="0" name=""/>
        <dsp:cNvSpPr/>
      </dsp:nvSpPr>
      <dsp:spPr>
        <a:xfrm rot="5400000">
          <a:off x="7643156" y="1629431"/>
          <a:ext cx="714468" cy="7529779"/>
        </a:xfrm>
        <a:prstGeom prst="round2Same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/>
            <a:t>Validate simulation results through comparison with theoretical calculations and perform boundary tests to assess the performance of the circuits under various input conditions.</a:t>
          </a:r>
          <a:endParaRPr lang="en-US" sz="1600" kern="1200" dirty="0"/>
        </a:p>
      </dsp:txBody>
      <dsp:txXfrm rot="-5400000">
        <a:off x="4235501" y="5071964"/>
        <a:ext cx="7494902" cy="644714"/>
      </dsp:txXfrm>
    </dsp:sp>
    <dsp:sp modelId="{BBBBD1A4-8632-4920-B83E-03B5BF40AF0D}">
      <dsp:nvSpPr>
        <dsp:cNvPr id="0" name=""/>
        <dsp:cNvSpPr/>
      </dsp:nvSpPr>
      <dsp:spPr>
        <a:xfrm>
          <a:off x="0" y="4947778"/>
          <a:ext cx="4235500" cy="893085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b="0" i="0" kern="1200" dirty="0"/>
            <a:t>Validation and Testing</a:t>
          </a:r>
          <a:endParaRPr lang="en-US" sz="2500" kern="1200" dirty="0"/>
        </a:p>
      </dsp:txBody>
      <dsp:txXfrm>
        <a:off x="43597" y="4991375"/>
        <a:ext cx="4148306" cy="80589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FE4122-E42C-46D3-9DC5-1516A7714ADE}">
      <dsp:nvSpPr>
        <dsp:cNvPr id="0" name=""/>
        <dsp:cNvSpPr/>
      </dsp:nvSpPr>
      <dsp:spPr>
        <a:xfrm>
          <a:off x="2036551" y="435"/>
          <a:ext cx="2291120" cy="6977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/>
            <a:t>Circuit Design</a:t>
          </a:r>
          <a:endParaRPr lang="en-US" sz="2400" b="1" kern="1200" dirty="0"/>
        </a:p>
      </dsp:txBody>
      <dsp:txXfrm>
        <a:off x="2070613" y="34497"/>
        <a:ext cx="2222996" cy="629635"/>
      </dsp:txXfrm>
    </dsp:sp>
    <dsp:sp modelId="{35F6FA14-4ABD-49C1-B618-831174F38A9B}">
      <dsp:nvSpPr>
        <dsp:cNvPr id="0" name=""/>
        <dsp:cNvSpPr/>
      </dsp:nvSpPr>
      <dsp:spPr>
        <a:xfrm>
          <a:off x="2036551" y="733082"/>
          <a:ext cx="2291120" cy="69775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/>
            <a:t>Numerical Simulations</a:t>
          </a:r>
          <a:endParaRPr lang="en-US" sz="1600" b="1" kern="1200" dirty="0"/>
        </a:p>
      </dsp:txBody>
      <dsp:txXfrm>
        <a:off x="2070613" y="767144"/>
        <a:ext cx="2222996" cy="629635"/>
      </dsp:txXfrm>
    </dsp:sp>
    <dsp:sp modelId="{391D3584-C837-4B1B-9310-59B35C8AF45E}">
      <dsp:nvSpPr>
        <dsp:cNvPr id="0" name=""/>
        <dsp:cNvSpPr/>
      </dsp:nvSpPr>
      <dsp:spPr>
        <a:xfrm>
          <a:off x="2036551" y="1465729"/>
          <a:ext cx="2291120" cy="69775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Gate Driver Design</a:t>
          </a:r>
          <a:endParaRPr lang="en-US" sz="2000" b="1" kern="1200" dirty="0"/>
        </a:p>
      </dsp:txBody>
      <dsp:txXfrm>
        <a:off x="2070613" y="1499791"/>
        <a:ext cx="2222996" cy="629635"/>
      </dsp:txXfrm>
    </dsp:sp>
    <dsp:sp modelId="{F901AC7A-9791-4583-BF36-FAC2B5C9904E}">
      <dsp:nvSpPr>
        <dsp:cNvPr id="0" name=""/>
        <dsp:cNvSpPr/>
      </dsp:nvSpPr>
      <dsp:spPr>
        <a:xfrm>
          <a:off x="2036551" y="2198377"/>
          <a:ext cx="2291120" cy="69775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Component Creation</a:t>
          </a:r>
          <a:endParaRPr lang="en-US" sz="1800" kern="1200" dirty="0"/>
        </a:p>
      </dsp:txBody>
      <dsp:txXfrm>
        <a:off x="2070613" y="2232439"/>
        <a:ext cx="2222996" cy="629635"/>
      </dsp:txXfrm>
    </dsp:sp>
    <dsp:sp modelId="{6B52D363-27D8-47A4-89A1-69B7BA407D77}">
      <dsp:nvSpPr>
        <dsp:cNvPr id="0" name=""/>
        <dsp:cNvSpPr/>
      </dsp:nvSpPr>
      <dsp:spPr>
        <a:xfrm>
          <a:off x="2036551" y="2931024"/>
          <a:ext cx="2291120" cy="697759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PCB Layout</a:t>
          </a:r>
          <a:endParaRPr lang="en-US" sz="1800" kern="1200" dirty="0"/>
        </a:p>
      </dsp:txBody>
      <dsp:txXfrm>
        <a:off x="2070613" y="2965086"/>
        <a:ext cx="2222996" cy="629635"/>
      </dsp:txXfrm>
    </dsp:sp>
    <dsp:sp modelId="{06A379A7-81DA-44D1-BCF8-54987B8E93F4}">
      <dsp:nvSpPr>
        <dsp:cNvPr id="0" name=""/>
        <dsp:cNvSpPr/>
      </dsp:nvSpPr>
      <dsp:spPr>
        <a:xfrm>
          <a:off x="2036551" y="3663671"/>
          <a:ext cx="2291120" cy="6977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Spreadsheet Development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 dirty="0"/>
        </a:p>
      </dsp:txBody>
      <dsp:txXfrm>
        <a:off x="2070613" y="3697733"/>
        <a:ext cx="2222996" cy="629635"/>
      </dsp:txXfrm>
    </dsp:sp>
    <dsp:sp modelId="{B39E4724-0F3D-4244-B52B-999CECEF368A}">
      <dsp:nvSpPr>
        <dsp:cNvPr id="0" name=""/>
        <dsp:cNvSpPr/>
      </dsp:nvSpPr>
      <dsp:spPr>
        <a:xfrm>
          <a:off x="2036551" y="4396319"/>
          <a:ext cx="2291120" cy="69775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Validation and Testing</a:t>
          </a:r>
          <a:endParaRPr lang="en-US" sz="1800" kern="1200" dirty="0"/>
        </a:p>
      </dsp:txBody>
      <dsp:txXfrm>
        <a:off x="2070613" y="4430381"/>
        <a:ext cx="2222996" cy="62963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9C003B-EDC1-4F62-A203-28FD2BF58EE1}">
      <dsp:nvSpPr>
        <dsp:cNvPr id="0" name=""/>
        <dsp:cNvSpPr/>
      </dsp:nvSpPr>
      <dsp:spPr>
        <a:xfrm>
          <a:off x="0" y="3623"/>
          <a:ext cx="11513975" cy="3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ECA969-1C16-4F34-8933-9F21C6D55F64}">
      <dsp:nvSpPr>
        <dsp:cNvPr id="0" name=""/>
        <dsp:cNvSpPr/>
      </dsp:nvSpPr>
      <dsp:spPr>
        <a:xfrm>
          <a:off x="120938" y="93577"/>
          <a:ext cx="220102" cy="2198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27D7FA-ADC5-40DB-8275-F8FD5E73E491}">
      <dsp:nvSpPr>
        <dsp:cNvPr id="0" name=""/>
        <dsp:cNvSpPr/>
      </dsp:nvSpPr>
      <dsp:spPr>
        <a:xfrm>
          <a:off x="461979" y="3623"/>
          <a:ext cx="11010489" cy="4747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245" tIns="50245" rIns="50245" bIns="5024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High-Speed Performance: The NCP51820 is designed for fast switching applications, making it suitable for driving </a:t>
          </a:r>
          <a:r>
            <a:rPr lang="en-US" sz="1400" b="0" i="0" kern="1200" dirty="0" err="1"/>
            <a:t>GaN</a:t>
          </a:r>
          <a:r>
            <a:rPr lang="en-US" sz="1400" b="0" i="0" kern="1200" dirty="0"/>
            <a:t> and </a:t>
          </a:r>
          <a:r>
            <a:rPr lang="en-US" sz="1400" b="0" i="0" kern="1200" dirty="0" err="1"/>
            <a:t>SiC</a:t>
          </a:r>
          <a:r>
            <a:rPr lang="en-US" sz="1400" b="0" i="0" kern="1200" dirty="0"/>
            <a:t> power switches efficiently.</a:t>
          </a:r>
          <a:endParaRPr lang="en-US" sz="1400" kern="1200" dirty="0"/>
        </a:p>
      </dsp:txBody>
      <dsp:txXfrm>
        <a:off x="461979" y="3623"/>
        <a:ext cx="11010489" cy="474757"/>
      </dsp:txXfrm>
    </dsp:sp>
    <dsp:sp modelId="{9C96E3DE-D632-4E8A-9F12-75AA7E218408}">
      <dsp:nvSpPr>
        <dsp:cNvPr id="0" name=""/>
        <dsp:cNvSpPr/>
      </dsp:nvSpPr>
      <dsp:spPr>
        <a:xfrm>
          <a:off x="0" y="597070"/>
          <a:ext cx="11513975" cy="3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E29447-1AB8-4ECB-A2D2-A45B571478E1}">
      <dsp:nvSpPr>
        <dsp:cNvPr id="0" name=""/>
        <dsp:cNvSpPr/>
      </dsp:nvSpPr>
      <dsp:spPr>
        <a:xfrm>
          <a:off x="120938" y="687024"/>
          <a:ext cx="220102" cy="2198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9DFBB7-2A1B-4B8A-B372-40A98D418BA7}">
      <dsp:nvSpPr>
        <dsp:cNvPr id="0" name=""/>
        <dsp:cNvSpPr/>
      </dsp:nvSpPr>
      <dsp:spPr>
        <a:xfrm>
          <a:off x="461979" y="597070"/>
          <a:ext cx="11010489" cy="4747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245" tIns="50245" rIns="50245" bIns="5024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Half-Bridge Configuration: It supports a half-bridge configuration, allowing for effective control of power converters in various applications.</a:t>
          </a:r>
          <a:endParaRPr lang="en-US" sz="1400" kern="1200"/>
        </a:p>
      </dsp:txBody>
      <dsp:txXfrm>
        <a:off x="461979" y="597070"/>
        <a:ext cx="11010489" cy="474757"/>
      </dsp:txXfrm>
    </dsp:sp>
    <dsp:sp modelId="{02FF8918-67CC-46AC-916D-3F59B352B3E1}">
      <dsp:nvSpPr>
        <dsp:cNvPr id="0" name=""/>
        <dsp:cNvSpPr/>
      </dsp:nvSpPr>
      <dsp:spPr>
        <a:xfrm>
          <a:off x="0" y="1190518"/>
          <a:ext cx="11513975" cy="3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7155F0-54FE-4C2C-8CED-C4749F0D0272}">
      <dsp:nvSpPr>
        <dsp:cNvPr id="0" name=""/>
        <dsp:cNvSpPr/>
      </dsp:nvSpPr>
      <dsp:spPr>
        <a:xfrm>
          <a:off x="120938" y="1280472"/>
          <a:ext cx="220102" cy="2198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E75D0B-FBA1-4E9E-A9FC-D0D39DE0D098}">
      <dsp:nvSpPr>
        <dsp:cNvPr id="0" name=""/>
        <dsp:cNvSpPr/>
      </dsp:nvSpPr>
      <dsp:spPr>
        <a:xfrm>
          <a:off x="461979" y="1190518"/>
          <a:ext cx="11010489" cy="4747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245" tIns="50245" rIns="50245" bIns="5024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Integrated Protection Features: The driver includes built-in protection features such as under-voltage lockout and shoot-through protection to enhance reliability.</a:t>
          </a:r>
          <a:endParaRPr lang="en-US" sz="1400" kern="1200"/>
        </a:p>
      </dsp:txBody>
      <dsp:txXfrm>
        <a:off x="461979" y="1190518"/>
        <a:ext cx="11010489" cy="474757"/>
      </dsp:txXfrm>
    </dsp:sp>
    <dsp:sp modelId="{005519A0-CBFF-49C1-B442-F771BACF071E}">
      <dsp:nvSpPr>
        <dsp:cNvPr id="0" name=""/>
        <dsp:cNvSpPr/>
      </dsp:nvSpPr>
      <dsp:spPr>
        <a:xfrm>
          <a:off x="0" y="1783965"/>
          <a:ext cx="11513975" cy="3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C5786E-2F8D-4E8E-95C9-510E74A43FDA}">
      <dsp:nvSpPr>
        <dsp:cNvPr id="0" name=""/>
        <dsp:cNvSpPr/>
      </dsp:nvSpPr>
      <dsp:spPr>
        <a:xfrm>
          <a:off x="120938" y="1873919"/>
          <a:ext cx="220102" cy="2198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621638-276D-436D-9ED3-F2B952E20E13}">
      <dsp:nvSpPr>
        <dsp:cNvPr id="0" name=""/>
        <dsp:cNvSpPr/>
      </dsp:nvSpPr>
      <dsp:spPr>
        <a:xfrm>
          <a:off x="461979" y="1783965"/>
          <a:ext cx="11010489" cy="4747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245" tIns="50245" rIns="50245" bIns="5024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Flexible Supply Voltage: It operates with a wide supply voltage range, accommodating different system requirements and enhancing versatility.</a:t>
          </a:r>
          <a:endParaRPr lang="en-US" sz="1400" kern="1200"/>
        </a:p>
      </dsp:txBody>
      <dsp:txXfrm>
        <a:off x="461979" y="1783965"/>
        <a:ext cx="11010489" cy="474757"/>
      </dsp:txXfrm>
    </dsp:sp>
    <dsp:sp modelId="{E60B6857-5620-4D70-A487-8C9F66D59677}">
      <dsp:nvSpPr>
        <dsp:cNvPr id="0" name=""/>
        <dsp:cNvSpPr/>
      </dsp:nvSpPr>
      <dsp:spPr>
        <a:xfrm>
          <a:off x="0" y="2377412"/>
          <a:ext cx="11513975" cy="3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888442-86DE-4638-8445-D64799220B14}">
      <dsp:nvSpPr>
        <dsp:cNvPr id="0" name=""/>
        <dsp:cNvSpPr/>
      </dsp:nvSpPr>
      <dsp:spPr>
        <a:xfrm>
          <a:off x="120938" y="2467366"/>
          <a:ext cx="220102" cy="21988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70E8F2-7D4D-4A2E-A143-A90784B260EC}">
      <dsp:nvSpPr>
        <dsp:cNvPr id="0" name=""/>
        <dsp:cNvSpPr/>
      </dsp:nvSpPr>
      <dsp:spPr>
        <a:xfrm>
          <a:off x="461979" y="2377412"/>
          <a:ext cx="11010489" cy="4747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245" tIns="50245" rIns="50245" bIns="5024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Compact Design: The NCP51820 comes in a compact package, making it ideal for space-constrained applications in power electronics.</a:t>
          </a:r>
          <a:endParaRPr lang="en-US" sz="1400" kern="1200"/>
        </a:p>
      </dsp:txBody>
      <dsp:txXfrm>
        <a:off x="461979" y="2377412"/>
        <a:ext cx="11010489" cy="47475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675485-1AA3-4031-8DA1-CB68CA3C631A}">
      <dsp:nvSpPr>
        <dsp:cNvPr id="0" name=""/>
        <dsp:cNvSpPr/>
      </dsp:nvSpPr>
      <dsp:spPr>
        <a:xfrm>
          <a:off x="0" y="31901"/>
          <a:ext cx="10515600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High Efficiency: The GaN3R2-100CBE MOSFET offers superior efficiency in power conversion applications due to its low on-resistance and fast switching capabilities.</a:t>
          </a:r>
          <a:endParaRPr lang="en-US" sz="1600" kern="1200" dirty="0"/>
        </a:p>
      </dsp:txBody>
      <dsp:txXfrm>
        <a:off x="31070" y="62971"/>
        <a:ext cx="10453460" cy="574340"/>
      </dsp:txXfrm>
    </dsp:sp>
    <dsp:sp modelId="{6AD04A42-E74D-4ED7-B2A4-C3E8051FD6EC}">
      <dsp:nvSpPr>
        <dsp:cNvPr id="0" name=""/>
        <dsp:cNvSpPr/>
      </dsp:nvSpPr>
      <dsp:spPr>
        <a:xfrm>
          <a:off x="0" y="714461"/>
          <a:ext cx="10515600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High Voltage Rating: This MOSFET is rated for high voltage applications, making it suitable for use in demanding environments such as electric vehicles and renewable energy systems.</a:t>
          </a:r>
          <a:endParaRPr lang="en-US" sz="1600" kern="1200"/>
        </a:p>
      </dsp:txBody>
      <dsp:txXfrm>
        <a:off x="31070" y="745531"/>
        <a:ext cx="10453460" cy="574340"/>
      </dsp:txXfrm>
    </dsp:sp>
    <dsp:sp modelId="{2CACA2BB-0B77-4057-8F97-9DC5638C465E}">
      <dsp:nvSpPr>
        <dsp:cNvPr id="0" name=""/>
        <dsp:cNvSpPr/>
      </dsp:nvSpPr>
      <dsp:spPr>
        <a:xfrm>
          <a:off x="0" y="1397021"/>
          <a:ext cx="10515600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Compact Size: Its compact packaging allows for space-saving designs in power electronics, contributing to lighter and more efficient systems.</a:t>
          </a:r>
          <a:endParaRPr lang="en-US" sz="1600" kern="1200"/>
        </a:p>
      </dsp:txBody>
      <dsp:txXfrm>
        <a:off x="31070" y="1428091"/>
        <a:ext cx="10453460" cy="574340"/>
      </dsp:txXfrm>
    </dsp:sp>
    <dsp:sp modelId="{55F26522-DE35-4070-9C5A-43EE117F47E5}">
      <dsp:nvSpPr>
        <dsp:cNvPr id="0" name=""/>
        <dsp:cNvSpPr/>
      </dsp:nvSpPr>
      <dsp:spPr>
        <a:xfrm>
          <a:off x="0" y="2079581"/>
          <a:ext cx="10515600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Thermal Performance: The GaN3R2-100CBE provides excellent thermal performance, enabling reliable operation under high-temperature conditions.</a:t>
          </a:r>
          <a:endParaRPr lang="en-US" sz="1600" kern="1200"/>
        </a:p>
      </dsp:txBody>
      <dsp:txXfrm>
        <a:off x="31070" y="2110651"/>
        <a:ext cx="10453460" cy="57434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7E5C31-A151-40AC-9A58-5822B0BD25EE}">
      <dsp:nvSpPr>
        <dsp:cNvPr id="0" name=""/>
        <dsp:cNvSpPr/>
      </dsp:nvSpPr>
      <dsp:spPr>
        <a:xfrm>
          <a:off x="2244476" y="1200742"/>
          <a:ext cx="48438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381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3792" y="1243885"/>
        <a:ext cx="25749" cy="5154"/>
      </dsp:txXfrm>
    </dsp:sp>
    <dsp:sp modelId="{72DE411F-766F-4750-81A3-447D4A589018}">
      <dsp:nvSpPr>
        <dsp:cNvPr id="0" name=""/>
        <dsp:cNvSpPr/>
      </dsp:nvSpPr>
      <dsp:spPr>
        <a:xfrm>
          <a:off x="7224" y="574747"/>
          <a:ext cx="2239051" cy="13434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15" tIns="115166" rIns="109715" bIns="115166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>
              <a:solidFill>
                <a:srgbClr val="002060"/>
              </a:solidFill>
            </a:rPr>
            <a:t>LT Spice</a:t>
          </a:r>
          <a:endParaRPr lang="en-US" sz="3200" b="1" kern="1200" dirty="0">
            <a:solidFill>
              <a:srgbClr val="002060"/>
            </a:solidFill>
          </a:endParaRPr>
        </a:p>
      </dsp:txBody>
      <dsp:txXfrm>
        <a:off x="7224" y="574747"/>
        <a:ext cx="2239051" cy="1343430"/>
      </dsp:txXfrm>
    </dsp:sp>
    <dsp:sp modelId="{1BFA03C4-04AB-4B68-AFC8-8C04EBC28D7D}">
      <dsp:nvSpPr>
        <dsp:cNvPr id="0" name=""/>
        <dsp:cNvSpPr/>
      </dsp:nvSpPr>
      <dsp:spPr>
        <a:xfrm>
          <a:off x="4998509" y="1200742"/>
          <a:ext cx="48438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381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25" y="1243885"/>
        <a:ext cx="25749" cy="5154"/>
      </dsp:txXfrm>
    </dsp:sp>
    <dsp:sp modelId="{7D799E8F-CA53-460B-8816-FE49001DEFA8}">
      <dsp:nvSpPr>
        <dsp:cNvPr id="0" name=""/>
        <dsp:cNvSpPr/>
      </dsp:nvSpPr>
      <dsp:spPr>
        <a:xfrm>
          <a:off x="2761257" y="574747"/>
          <a:ext cx="2239051" cy="13434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15" tIns="115166" rIns="109715" bIns="11516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Powerful Simulation Tool: LT Spice is a free SPICE simulator that allows for fast and efficient circuit simulation, particularly suited for power electronics.</a:t>
          </a:r>
          <a:endParaRPr lang="en-US" sz="1200" kern="1200" dirty="0"/>
        </a:p>
      </dsp:txBody>
      <dsp:txXfrm>
        <a:off x="2761257" y="574747"/>
        <a:ext cx="2239051" cy="1343430"/>
      </dsp:txXfrm>
    </dsp:sp>
    <dsp:sp modelId="{0D102A6F-D9F2-48B3-BE42-4A95BCA631E9}">
      <dsp:nvSpPr>
        <dsp:cNvPr id="0" name=""/>
        <dsp:cNvSpPr/>
      </dsp:nvSpPr>
      <dsp:spPr>
        <a:xfrm>
          <a:off x="7752542" y="1200742"/>
          <a:ext cx="48438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381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981858" y="1243885"/>
        <a:ext cx="25749" cy="5154"/>
      </dsp:txXfrm>
    </dsp:sp>
    <dsp:sp modelId="{5E83D737-547C-4EA8-8BC2-EDBF77CD5B9A}">
      <dsp:nvSpPr>
        <dsp:cNvPr id="0" name=""/>
        <dsp:cNvSpPr/>
      </dsp:nvSpPr>
      <dsp:spPr>
        <a:xfrm>
          <a:off x="5515290" y="574747"/>
          <a:ext cx="2239051" cy="13434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15" tIns="115166" rIns="109715" bIns="11516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Extensive Model Library: It includes a comprehensive library of over 1,100 macromodels and passive devices, facilitating circuit design and analysis.</a:t>
          </a:r>
          <a:endParaRPr lang="en-US" sz="1200" kern="1200"/>
        </a:p>
      </dsp:txBody>
      <dsp:txXfrm>
        <a:off x="5515290" y="574747"/>
        <a:ext cx="2239051" cy="1343430"/>
      </dsp:txXfrm>
    </dsp:sp>
    <dsp:sp modelId="{742AF2E4-E961-4BF2-96A9-E926DF320332}">
      <dsp:nvSpPr>
        <dsp:cNvPr id="0" name=""/>
        <dsp:cNvSpPr/>
      </dsp:nvSpPr>
      <dsp:spPr>
        <a:xfrm>
          <a:off x="1126750" y="1916378"/>
          <a:ext cx="8262099" cy="484381"/>
        </a:xfrm>
        <a:custGeom>
          <a:avLst/>
          <a:gdLst/>
          <a:ahLst/>
          <a:cxnLst/>
          <a:rect l="0" t="0" r="0" b="0"/>
          <a:pathLst>
            <a:path>
              <a:moveTo>
                <a:pt x="8262099" y="0"/>
              </a:moveTo>
              <a:lnTo>
                <a:pt x="8262099" y="259290"/>
              </a:lnTo>
              <a:lnTo>
                <a:pt x="0" y="259290"/>
              </a:lnTo>
              <a:lnTo>
                <a:pt x="0" y="484381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50846" y="2155991"/>
        <a:ext cx="413906" cy="5154"/>
      </dsp:txXfrm>
    </dsp:sp>
    <dsp:sp modelId="{7841F7B8-B0E5-474D-8B96-ADE15EC59578}">
      <dsp:nvSpPr>
        <dsp:cNvPr id="0" name=""/>
        <dsp:cNvSpPr/>
      </dsp:nvSpPr>
      <dsp:spPr>
        <a:xfrm>
          <a:off x="8269323" y="574747"/>
          <a:ext cx="2239051" cy="13434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15" tIns="115166" rIns="109715" bIns="11516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Optimized for Power Electronics: LT Spice is ideal for simulating switching mode power supplies (SMPS), offering features like steady-state detection and efficiency calculations.</a:t>
          </a:r>
          <a:endParaRPr lang="en-US" sz="1200" kern="1200"/>
        </a:p>
      </dsp:txBody>
      <dsp:txXfrm>
        <a:off x="8269323" y="574747"/>
        <a:ext cx="2239051" cy="1343430"/>
      </dsp:txXfrm>
    </dsp:sp>
    <dsp:sp modelId="{2ED56D24-0893-4F7C-9CA8-E7E911504ABB}">
      <dsp:nvSpPr>
        <dsp:cNvPr id="0" name=""/>
        <dsp:cNvSpPr/>
      </dsp:nvSpPr>
      <dsp:spPr>
        <a:xfrm>
          <a:off x="2244476" y="3059155"/>
          <a:ext cx="48438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381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3792" y="3102297"/>
        <a:ext cx="25749" cy="5154"/>
      </dsp:txXfrm>
    </dsp:sp>
    <dsp:sp modelId="{4C9CCC34-E551-4AC0-A54B-AD4E93BC42A0}">
      <dsp:nvSpPr>
        <dsp:cNvPr id="0" name=""/>
        <dsp:cNvSpPr/>
      </dsp:nvSpPr>
      <dsp:spPr>
        <a:xfrm>
          <a:off x="7224" y="2433159"/>
          <a:ext cx="2239051" cy="13434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15" tIns="115166" rIns="109715" bIns="115166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>
              <a:solidFill>
                <a:srgbClr val="002060"/>
              </a:solidFill>
            </a:rPr>
            <a:t>Altium PCB Design</a:t>
          </a:r>
          <a:endParaRPr lang="en-US" sz="3200" b="1" kern="1200" dirty="0">
            <a:solidFill>
              <a:srgbClr val="002060"/>
            </a:solidFill>
          </a:endParaRPr>
        </a:p>
      </dsp:txBody>
      <dsp:txXfrm>
        <a:off x="7224" y="2433159"/>
        <a:ext cx="2239051" cy="1343430"/>
      </dsp:txXfrm>
    </dsp:sp>
    <dsp:sp modelId="{23E9B3F6-D577-4351-B1F6-664261432377}">
      <dsp:nvSpPr>
        <dsp:cNvPr id="0" name=""/>
        <dsp:cNvSpPr/>
      </dsp:nvSpPr>
      <dsp:spPr>
        <a:xfrm>
          <a:off x="4998509" y="3059155"/>
          <a:ext cx="48438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381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25" y="3102297"/>
        <a:ext cx="25749" cy="5154"/>
      </dsp:txXfrm>
    </dsp:sp>
    <dsp:sp modelId="{9148E4E7-2D09-491D-A2DA-9E41D8C80E7A}">
      <dsp:nvSpPr>
        <dsp:cNvPr id="0" name=""/>
        <dsp:cNvSpPr/>
      </dsp:nvSpPr>
      <dsp:spPr>
        <a:xfrm>
          <a:off x="2761257" y="2433159"/>
          <a:ext cx="2239051" cy="13434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15" tIns="115166" rIns="109715" bIns="11516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All-in-One Design Software: Altium Designer integrates schematic capture, PCB layout, and manufacturing documentation into a single interface for streamlined design processes.</a:t>
          </a:r>
          <a:endParaRPr lang="en-US" sz="1200" kern="1200"/>
        </a:p>
      </dsp:txBody>
      <dsp:txXfrm>
        <a:off x="2761257" y="2433159"/>
        <a:ext cx="2239051" cy="1343430"/>
      </dsp:txXfrm>
    </dsp:sp>
    <dsp:sp modelId="{2E1A145F-7F22-4C1B-891F-EEAA08564563}">
      <dsp:nvSpPr>
        <dsp:cNvPr id="0" name=""/>
        <dsp:cNvSpPr/>
      </dsp:nvSpPr>
      <dsp:spPr>
        <a:xfrm>
          <a:off x="7752542" y="3059155"/>
          <a:ext cx="48438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381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981858" y="3102297"/>
        <a:ext cx="25749" cy="5154"/>
      </dsp:txXfrm>
    </dsp:sp>
    <dsp:sp modelId="{CB26277E-2EB1-48D4-8934-47CD14FBA785}">
      <dsp:nvSpPr>
        <dsp:cNvPr id="0" name=""/>
        <dsp:cNvSpPr/>
      </dsp:nvSpPr>
      <dsp:spPr>
        <a:xfrm>
          <a:off x="5515290" y="2433159"/>
          <a:ext cx="2239051" cy="13434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15" tIns="115166" rIns="109715" bIns="11516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3D Visualization: It provides advanced 3D visualization of PCB assemblies, allowing designers to view and verify layouts before production.</a:t>
          </a:r>
          <a:endParaRPr lang="en-US" sz="1200" kern="1200"/>
        </a:p>
      </dsp:txBody>
      <dsp:txXfrm>
        <a:off x="5515290" y="2433159"/>
        <a:ext cx="2239051" cy="1343430"/>
      </dsp:txXfrm>
    </dsp:sp>
    <dsp:sp modelId="{8226F08E-7BA8-4499-8C4C-4E1C75A0DB19}">
      <dsp:nvSpPr>
        <dsp:cNvPr id="0" name=""/>
        <dsp:cNvSpPr/>
      </dsp:nvSpPr>
      <dsp:spPr>
        <a:xfrm>
          <a:off x="8269323" y="2433159"/>
          <a:ext cx="2239051" cy="13434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15" tIns="115166" rIns="109715" bIns="11516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Collaboration Features: Altium 365 enables seamless collaboration among team members, facilitating co-design and efficient resource management across locations.</a:t>
          </a:r>
          <a:endParaRPr lang="en-US" sz="1200" kern="1200"/>
        </a:p>
      </dsp:txBody>
      <dsp:txXfrm>
        <a:off x="8269323" y="2433159"/>
        <a:ext cx="2239051" cy="134343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9B8A54-8B0A-46E5-992B-53A2C9939F0F}">
      <dsp:nvSpPr>
        <dsp:cNvPr id="0" name=""/>
        <dsp:cNvSpPr/>
      </dsp:nvSpPr>
      <dsp:spPr>
        <a:xfrm>
          <a:off x="916156" y="473094"/>
          <a:ext cx="617783" cy="6177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ABA1AE-F2CE-4F43-911C-C719A2AB6ED3}">
      <dsp:nvSpPr>
        <dsp:cNvPr id="0" name=""/>
        <dsp:cNvSpPr/>
      </dsp:nvSpPr>
      <dsp:spPr>
        <a:xfrm>
          <a:off x="538622" y="1351958"/>
          <a:ext cx="1372851" cy="652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Power electronic converters, such as buck, boost, and flyback, are crucial in modern electrical engineering. </a:t>
          </a:r>
          <a:endParaRPr lang="en-US" sz="1100" kern="1200"/>
        </a:p>
      </dsp:txBody>
      <dsp:txXfrm>
        <a:off x="538622" y="1351958"/>
        <a:ext cx="1372851" cy="652104"/>
      </dsp:txXfrm>
    </dsp:sp>
    <dsp:sp modelId="{6AF853D8-F3B7-4EE0-A55D-5877A3CD4EDC}">
      <dsp:nvSpPr>
        <dsp:cNvPr id="0" name=""/>
        <dsp:cNvSpPr/>
      </dsp:nvSpPr>
      <dsp:spPr>
        <a:xfrm>
          <a:off x="2529257" y="473094"/>
          <a:ext cx="617783" cy="6177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6ABE56-9E6E-4AA0-A98D-D26222597506}">
      <dsp:nvSpPr>
        <dsp:cNvPr id="0" name=""/>
        <dsp:cNvSpPr/>
      </dsp:nvSpPr>
      <dsp:spPr>
        <a:xfrm>
          <a:off x="2151723" y="1351958"/>
          <a:ext cx="1372851" cy="652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They efficiently manage and convert electrical power across various applications, improving energy </a:t>
          </a:r>
          <a:endParaRPr lang="en-US" sz="1100" kern="1200"/>
        </a:p>
      </dsp:txBody>
      <dsp:txXfrm>
        <a:off x="2151723" y="1351958"/>
        <a:ext cx="1372851" cy="652104"/>
      </dsp:txXfrm>
    </dsp:sp>
    <dsp:sp modelId="{DCCE2D3A-B4DF-4688-88B1-B8CCB6CE4A09}">
      <dsp:nvSpPr>
        <dsp:cNvPr id="0" name=""/>
        <dsp:cNvSpPr/>
      </dsp:nvSpPr>
      <dsp:spPr>
        <a:xfrm>
          <a:off x="4142358" y="473094"/>
          <a:ext cx="617783" cy="61778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C0F882-906F-4687-8487-BA601E162080}">
      <dsp:nvSpPr>
        <dsp:cNvPr id="0" name=""/>
        <dsp:cNvSpPr/>
      </dsp:nvSpPr>
      <dsp:spPr>
        <a:xfrm>
          <a:off x="3764823" y="1351958"/>
          <a:ext cx="1372851" cy="652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efficiency and reducing power losses. Buck converters step down voltages, boost converters step up </a:t>
          </a:r>
          <a:endParaRPr lang="en-US" sz="1100" kern="1200"/>
        </a:p>
      </dsp:txBody>
      <dsp:txXfrm>
        <a:off x="3764823" y="1351958"/>
        <a:ext cx="1372851" cy="652104"/>
      </dsp:txXfrm>
    </dsp:sp>
    <dsp:sp modelId="{F5FB4E9F-544B-4B05-9A58-5C7C6F7F5F3C}">
      <dsp:nvSpPr>
        <dsp:cNvPr id="0" name=""/>
        <dsp:cNvSpPr/>
      </dsp:nvSpPr>
      <dsp:spPr>
        <a:xfrm>
          <a:off x="5755458" y="473094"/>
          <a:ext cx="617783" cy="61778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EDDE01-E02F-4280-8850-5E3AAB8400CB}">
      <dsp:nvSpPr>
        <dsp:cNvPr id="0" name=""/>
        <dsp:cNvSpPr/>
      </dsp:nvSpPr>
      <dsp:spPr>
        <a:xfrm>
          <a:off x="5377924" y="1351958"/>
          <a:ext cx="1372851" cy="652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voltages, and buck-boost converters can do both. Flyback converters allow multiple output voltages from a </a:t>
          </a:r>
          <a:endParaRPr lang="en-US" sz="1100" kern="1200"/>
        </a:p>
      </dsp:txBody>
      <dsp:txXfrm>
        <a:off x="5377924" y="1351958"/>
        <a:ext cx="1372851" cy="652104"/>
      </dsp:txXfrm>
    </dsp:sp>
    <dsp:sp modelId="{594EFF9D-A172-4AB1-A484-0DC46A77A7B6}">
      <dsp:nvSpPr>
        <dsp:cNvPr id="0" name=""/>
        <dsp:cNvSpPr/>
      </dsp:nvSpPr>
      <dsp:spPr>
        <a:xfrm>
          <a:off x="7368559" y="473094"/>
          <a:ext cx="617783" cy="61778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1689C1-5F29-4865-A064-34FA39CB6A47}">
      <dsp:nvSpPr>
        <dsp:cNvPr id="0" name=""/>
        <dsp:cNvSpPr/>
      </dsp:nvSpPr>
      <dsp:spPr>
        <a:xfrm>
          <a:off x="6991025" y="1351958"/>
          <a:ext cx="1372851" cy="652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single input, and forward converters are suitable for high output currents. The choice of converter depends </a:t>
          </a:r>
          <a:endParaRPr lang="en-US" sz="1100" kern="1200"/>
        </a:p>
      </dsp:txBody>
      <dsp:txXfrm>
        <a:off x="6991025" y="1351958"/>
        <a:ext cx="1372851" cy="652104"/>
      </dsp:txXfrm>
    </dsp:sp>
    <dsp:sp modelId="{6C070715-0F0A-4714-89D8-FA9AC2217D23}">
      <dsp:nvSpPr>
        <dsp:cNvPr id="0" name=""/>
        <dsp:cNvSpPr/>
      </dsp:nvSpPr>
      <dsp:spPr>
        <a:xfrm>
          <a:off x="8981659" y="473094"/>
          <a:ext cx="617783" cy="61778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6E2F6A-CA7D-45A9-92EF-ABD961986BEE}">
      <dsp:nvSpPr>
        <dsp:cNvPr id="0" name=""/>
        <dsp:cNvSpPr/>
      </dsp:nvSpPr>
      <dsp:spPr>
        <a:xfrm>
          <a:off x="8604125" y="1351958"/>
          <a:ext cx="1372851" cy="652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on the application's requirements, and careful selection is essential for optimal performance and energy </a:t>
          </a:r>
          <a:endParaRPr lang="en-US" sz="1100" kern="1200"/>
        </a:p>
      </dsp:txBody>
      <dsp:txXfrm>
        <a:off x="8604125" y="1351958"/>
        <a:ext cx="1372851" cy="652104"/>
      </dsp:txXfrm>
    </dsp:sp>
    <dsp:sp modelId="{753F8829-1DF5-4B7A-B814-E1551CFFD18B}">
      <dsp:nvSpPr>
        <dsp:cNvPr id="0" name=""/>
        <dsp:cNvSpPr/>
      </dsp:nvSpPr>
      <dsp:spPr>
        <a:xfrm>
          <a:off x="4948908" y="2347275"/>
          <a:ext cx="617783" cy="617783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EAFFB7-98FC-4AA7-9504-47896B9D95C2}">
      <dsp:nvSpPr>
        <dsp:cNvPr id="0" name=""/>
        <dsp:cNvSpPr/>
      </dsp:nvSpPr>
      <dsp:spPr>
        <a:xfrm>
          <a:off x="4571374" y="3226138"/>
          <a:ext cx="1372851" cy="652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efficiency. </a:t>
          </a:r>
          <a:endParaRPr lang="en-US" sz="1100" kern="1200"/>
        </a:p>
      </dsp:txBody>
      <dsp:txXfrm>
        <a:off x="4571374" y="3226138"/>
        <a:ext cx="1372851" cy="6521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10E9D3-35D6-41A2-8721-35E54E97FBB5}" type="datetimeFigureOut">
              <a:rPr lang="en-IN" smtClean="0"/>
              <a:t>08-08-2024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206C1D-2A15-49D1-94AC-58C619396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779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01CDD-2765-4E0B-8E1E-74E5DF634D54}" type="datetime1">
              <a:rPr lang="en-US" smtClean="0"/>
              <a:t>8/8/2024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9762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8/8/2024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813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841D3-185F-47D8-BDE4-D8016A7347DF}" type="datetime1">
              <a:rPr lang="en-US" smtClean="0"/>
              <a:t>8/8/2024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911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F884-9D0E-4B7A-AF59-2FB766C47657}" type="datetime1">
              <a:rPr lang="en-US" smtClean="0"/>
              <a:t>8/8/2024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026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0DF7-C5E0-43EE-B2C3-C8F633061D7B}" type="datetime1">
              <a:rPr lang="en-US" smtClean="0"/>
              <a:t>8/8/2024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506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16347-16FC-498A-8B0A-492B3F8815B1}" type="datetime1">
              <a:rPr lang="en-US" smtClean="0"/>
              <a:t>8/8/2024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073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4F80B-C6ED-4090-B072-93657F87519D}" type="datetime1">
              <a:rPr lang="en-US" smtClean="0"/>
              <a:t>8/8/2024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406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4B027-1FEE-41E9-8565-0460820AFA68}" type="datetime1">
              <a:rPr lang="en-US" smtClean="0"/>
              <a:t>8/8/2024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935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CD37-D6CD-4F25-B941-5CDE0236D7C2}" type="datetime1">
              <a:rPr lang="en-US" smtClean="0"/>
              <a:t>8/8/2024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518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9B75-EBAB-4ABC-81F0-E36206D12060}" type="datetime1">
              <a:rPr lang="en-US" smtClean="0"/>
              <a:t>8/8/2024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612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49227-6DC0-4EAA-81BA-D4C0E6A15063}" type="datetime1">
              <a:rPr lang="en-US" smtClean="0"/>
              <a:t>8/8/2024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08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7EF508-18F7-4B4E-977E-A553DA988B11}" type="datetime1">
              <a:rPr lang="en-US" smtClean="0"/>
              <a:t>8/8/2024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79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microsoft.com/office/2007/relationships/hdphoto" Target="../media/hdphoto1.wdp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4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27.png"/><Relationship Id="rId7" Type="http://schemas.openxmlformats.org/officeDocument/2006/relationships/diagramQuickStyle" Target="../diagrams/quickStyl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microsoft.com/office/2007/relationships/hdphoto" Target="../media/hdphoto3.wdp"/><Relationship Id="rId9" Type="http://schemas.microsoft.com/office/2007/relationships/diagramDrawing" Target="../diagrams/drawing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4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9.jpeg"/><Relationship Id="rId7" Type="http://schemas.openxmlformats.org/officeDocument/2006/relationships/image" Target="../media/image33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eg"/><Relationship Id="rId5" Type="http://schemas.openxmlformats.org/officeDocument/2006/relationships/image" Target="../media/image31.png"/><Relationship Id="rId4" Type="http://schemas.openxmlformats.org/officeDocument/2006/relationships/image" Target="../media/image3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41.emf"/><Relationship Id="rId4" Type="http://schemas.openxmlformats.org/officeDocument/2006/relationships/image" Target="../media/image40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image" Target="../media/image43.jpeg"/><Relationship Id="rId7" Type="http://schemas.openxmlformats.org/officeDocument/2006/relationships/image" Target="../media/image47.emf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emf"/><Relationship Id="rId11" Type="http://schemas.openxmlformats.org/officeDocument/2006/relationships/image" Target="../media/image14.png"/><Relationship Id="rId5" Type="http://schemas.openxmlformats.org/officeDocument/2006/relationships/image" Target="../media/image45.jpeg"/><Relationship Id="rId10" Type="http://schemas.openxmlformats.org/officeDocument/2006/relationships/image" Target="../media/image50.jpeg"/><Relationship Id="rId4" Type="http://schemas.openxmlformats.org/officeDocument/2006/relationships/image" Target="../media/image44.jpeg"/><Relationship Id="rId9" Type="http://schemas.openxmlformats.org/officeDocument/2006/relationships/image" Target="../media/image49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12" Type="http://schemas.openxmlformats.org/officeDocument/2006/relationships/image" Target="../media/image61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14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14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ations.iitpkd.ac.in/unit/department/department-of-electrical-engineering-4" TargetMode="External"/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2539" y="517198"/>
            <a:ext cx="7356458" cy="135271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br>
              <a:rPr lang="en-US" sz="1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3600" b="1" spc="3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Power Electronic Circuits -   </a:t>
            </a:r>
            <a:br>
              <a:rPr lang="en-US" sz="3600" b="1" spc="3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3600" b="1" spc="3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Numerical Simulations </a:t>
            </a:r>
            <a:br>
              <a:rPr lang="en-US" sz="2000" kern="1200" spc="3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US" sz="1400" kern="1200" spc="300" dirty="0">
              <a:solidFill>
                <a:schemeClr val="tx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350E611-2993-456E-8445-FEE8351BB19B}" type="datetime1">
              <a:rPr lang="en-US" smtClean="0"/>
              <a:pPr>
                <a:spcAft>
                  <a:spcPts val="600"/>
                </a:spcAft>
              </a:pPr>
              <a:t>8/8/2024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Jagadeesh_AP2312210002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14C790-7258-76B7-ED0C-3952226A849A}"/>
              </a:ext>
            </a:extLst>
          </p:cNvPr>
          <p:cNvSpPr txBox="1"/>
          <p:nvPr/>
        </p:nvSpPr>
        <p:spPr>
          <a:xfrm>
            <a:off x="-148389" y="4526426"/>
            <a:ext cx="5819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School of Engineering and Sciences (SEAS)</a:t>
            </a:r>
            <a:br>
              <a:rPr lang="en-US" sz="1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1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Department of Electronics and Communication Engineering</a:t>
            </a:r>
            <a:br>
              <a:rPr lang="en-US" sz="1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1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SRM University, Andhra Pradesh (SRM AP)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0B8903-AD89-74F3-8F1C-CC4A091DC897}"/>
              </a:ext>
            </a:extLst>
          </p:cNvPr>
          <p:cNvSpPr txBox="1"/>
          <p:nvPr/>
        </p:nvSpPr>
        <p:spPr>
          <a:xfrm>
            <a:off x="8860768" y="5449756"/>
            <a:ext cx="28629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Presented by</a:t>
            </a:r>
            <a:br>
              <a:rPr lang="en-US" sz="1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1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Jagadeesh_(AP2312210002)</a:t>
            </a:r>
            <a:br>
              <a:rPr lang="en-US" sz="1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18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M.Tech</a:t>
            </a:r>
            <a:r>
              <a:rPr lang="en-US" sz="1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_ IOT Student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F8596C-750C-6011-6B31-33F7DF8A40B1}"/>
              </a:ext>
            </a:extLst>
          </p:cNvPr>
          <p:cNvSpPr txBox="1"/>
          <p:nvPr/>
        </p:nvSpPr>
        <p:spPr>
          <a:xfrm>
            <a:off x="8860768" y="196789"/>
            <a:ext cx="3331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Summer internship Presentation</a:t>
            </a:r>
            <a:br>
              <a:rPr lang="en-US" sz="1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1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on</a:t>
            </a:r>
            <a:endParaRPr lang="en-US" b="1" dirty="0"/>
          </a:p>
        </p:txBody>
      </p:sp>
      <p:pic>
        <p:nvPicPr>
          <p:cNvPr id="1026" name="Picture 2" descr="DC-DC boost converter circuit | Download Scientific Diagram">
            <a:extLst>
              <a:ext uri="{FF2B5EF4-FFF2-40B4-BE49-F238E27FC236}">
                <a16:creationId xmlns:a16="http://schemas.microsoft.com/office/drawing/2014/main" id="{AB6D7353-6CF2-B7F8-CAE2-9F99EB818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99" y="1995895"/>
            <a:ext cx="3044814" cy="133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Ultimate Guide To PCB Circuit Board You Need To Know, 47% OFF">
            <a:extLst>
              <a:ext uri="{FF2B5EF4-FFF2-40B4-BE49-F238E27FC236}">
                <a16:creationId xmlns:a16="http://schemas.microsoft.com/office/drawing/2014/main" id="{06F5CE11-27FD-EA6A-0255-30022B1B6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8930" y="3733841"/>
            <a:ext cx="2032765" cy="1352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ltium Designer electronic design ...">
            <a:extLst>
              <a:ext uri="{FF2B5EF4-FFF2-40B4-BE49-F238E27FC236}">
                <a16:creationId xmlns:a16="http://schemas.microsoft.com/office/drawing/2014/main" id="{C0011360-B5FC-E9E3-1265-68F9BA892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872" y="2064109"/>
            <a:ext cx="2527208" cy="130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ltium Designer PCB Design - Instructables">
            <a:extLst>
              <a:ext uri="{FF2B5EF4-FFF2-40B4-BE49-F238E27FC236}">
                <a16:creationId xmlns:a16="http://schemas.microsoft.com/office/drawing/2014/main" id="{44403760-6E65-29BB-C29C-C2AB05C45D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013" t="8634" r="5330" b="6998"/>
          <a:stretch/>
        </p:blipFill>
        <p:spPr bwMode="auto">
          <a:xfrm rot="21010692">
            <a:off x="8613910" y="3609213"/>
            <a:ext cx="1891615" cy="1627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Waveforms of a Ferrite Inductor ...">
            <a:extLst>
              <a:ext uri="{FF2B5EF4-FFF2-40B4-BE49-F238E27FC236}">
                <a16:creationId xmlns:a16="http://schemas.microsoft.com/office/drawing/2014/main" id="{CAB4685B-3BF6-8C78-1024-B6EF849D2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4427" y="3626314"/>
            <a:ext cx="2171413" cy="1542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black and green logo&#10;&#10;Description automatically generated">
            <a:extLst>
              <a:ext uri="{FF2B5EF4-FFF2-40B4-BE49-F238E27FC236}">
                <a16:creationId xmlns:a16="http://schemas.microsoft.com/office/drawing/2014/main" id="{00387109-12A4-BD5A-150C-D499C1EE4A6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067" y="2561497"/>
            <a:ext cx="4309342" cy="154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169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Rectangle 2075">
            <a:extLst>
              <a:ext uri="{FF2B5EF4-FFF2-40B4-BE49-F238E27FC236}">
                <a16:creationId xmlns:a16="http://schemas.microsoft.com/office/drawing/2014/main" id="{928F64C6-FE22-4FC1-A763-DFCC51481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4261224" y="4577975"/>
            <a:ext cx="7539349" cy="1899827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D3772D-1E6F-24E2-1EB1-A3489D59A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883" y="4686743"/>
            <a:ext cx="8693018" cy="8620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400" kern="1200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INDIAN INSTITUTE OF TECHNOLOGY PALAKKAD </a:t>
            </a:r>
            <a:br>
              <a:rPr lang="en-US" sz="2400" kern="1200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2400" kern="1200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KERALA</a:t>
            </a:r>
          </a:p>
        </p:txBody>
      </p:sp>
      <p:pic>
        <p:nvPicPr>
          <p:cNvPr id="2056" name="Picture 8" descr="Home | IIT Palakkad">
            <a:extLst>
              <a:ext uri="{FF2B5EF4-FFF2-40B4-BE49-F238E27FC236}">
                <a16:creationId xmlns:a16="http://schemas.microsoft.com/office/drawing/2014/main" id="{B68DCE1C-D878-DB71-03BA-04342AFF9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63" r="11334" b="2"/>
          <a:stretch/>
        </p:blipFill>
        <p:spPr bwMode="auto">
          <a:xfrm>
            <a:off x="317636" y="321734"/>
            <a:ext cx="3797570" cy="2010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IT Palakkad">
            <a:extLst>
              <a:ext uri="{FF2B5EF4-FFF2-40B4-BE49-F238E27FC236}">
                <a16:creationId xmlns:a16="http://schemas.microsoft.com/office/drawing/2014/main" id="{10FB9FBE-B37A-154B-9B3C-7F318076B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39" r="23990" b="-1"/>
          <a:stretch/>
        </p:blipFill>
        <p:spPr bwMode="auto">
          <a:xfrm>
            <a:off x="4202549" y="321732"/>
            <a:ext cx="3793472" cy="4111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IIT Palakkad">
            <a:extLst>
              <a:ext uri="{FF2B5EF4-FFF2-40B4-BE49-F238E27FC236}">
                <a16:creationId xmlns:a16="http://schemas.microsoft.com/office/drawing/2014/main" id="{862ABB30-561B-9984-4C41-6388CAA795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49" r="1" b="1"/>
          <a:stretch/>
        </p:blipFill>
        <p:spPr bwMode="auto">
          <a:xfrm>
            <a:off x="8086176" y="321733"/>
            <a:ext cx="3797984" cy="2010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building with glass windows&#10;&#10;Description automatically generated">
            <a:extLst>
              <a:ext uri="{FF2B5EF4-FFF2-40B4-BE49-F238E27FC236}">
                <a16:creationId xmlns:a16="http://schemas.microsoft.com/office/drawing/2014/main" id="{C7187225-DD05-DAEB-179B-8A4EC533A06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06" r="1" b="1"/>
          <a:stretch/>
        </p:blipFill>
        <p:spPr>
          <a:xfrm>
            <a:off x="317634" y="2422097"/>
            <a:ext cx="3794760" cy="2013804"/>
          </a:xfrm>
          <a:prstGeom prst="rect">
            <a:avLst/>
          </a:prstGeom>
        </p:spPr>
      </p:pic>
      <p:pic>
        <p:nvPicPr>
          <p:cNvPr id="2052" name="Picture 4" descr="IIT Palakkad Nila Campus">
            <a:extLst>
              <a:ext uri="{FF2B5EF4-FFF2-40B4-BE49-F238E27FC236}">
                <a16:creationId xmlns:a16="http://schemas.microsoft.com/office/drawing/2014/main" id="{EADD643D-5093-468D-92DE-F78065A981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74" b="12298"/>
          <a:stretch/>
        </p:blipFill>
        <p:spPr bwMode="auto">
          <a:xfrm>
            <a:off x="8082952" y="2431705"/>
            <a:ext cx="3797983" cy="2000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IIT Palakkad">
            <a:extLst>
              <a:ext uri="{FF2B5EF4-FFF2-40B4-BE49-F238E27FC236}">
                <a16:creationId xmlns:a16="http://schemas.microsoft.com/office/drawing/2014/main" id="{A5B3F21B-5FE0-8013-6BF0-DB400CDF4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82" r="-1" b="-1"/>
          <a:stretch/>
        </p:blipFill>
        <p:spPr bwMode="auto">
          <a:xfrm>
            <a:off x="317634" y="4525716"/>
            <a:ext cx="3794760" cy="2010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78" name="Straight Connector 2077">
            <a:extLst>
              <a:ext uri="{FF2B5EF4-FFF2-40B4-BE49-F238E27FC236}">
                <a16:creationId xmlns:a16="http://schemas.microsoft.com/office/drawing/2014/main" id="{5C34627B-48E6-4F4D-B843-97717A86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19934" y="5694097"/>
            <a:ext cx="5486400" cy="0"/>
          </a:xfrm>
          <a:prstGeom prst="line">
            <a:avLst/>
          </a:prstGeom>
          <a:ln w="1587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1E2A6-E195-F777-A2C0-4CD5C1B0C1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7635" y="6536267"/>
            <a:ext cx="2743200" cy="3069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0956CEB-6CDE-4930-8E1A-D8F60CF96CEF}" type="datetime1"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pPr>
                <a:spcAft>
                  <a:spcPts val="600"/>
                </a:spcAft>
              </a:pPr>
              <a:t>8/8/2024</a:t>
            </a:fld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68289-D79A-0327-9AE0-9A1DFA575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49579" y="6536267"/>
            <a:ext cx="4892842" cy="3069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Jagadeesh_AP2312210002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B2B27-4940-B476-33FC-9C6BA7048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7372" y="6536267"/>
            <a:ext cx="2743200" cy="3069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0179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062" y="277215"/>
            <a:ext cx="3888526" cy="80764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811" y="1733185"/>
            <a:ext cx="3223014" cy="3974840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work case study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/ Components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Tools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Referred Paper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C19B6FD-226A-4CFB-95DA-A1309CA70088}" type="datetime1">
              <a:rPr lang="en-US" smtClean="0"/>
              <a:pPr>
                <a:spcAft>
                  <a:spcPts val="600"/>
                </a:spcAft>
              </a:pPr>
              <a:t>8/8/2024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Jagadeesh_AP2312210002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IN" smtClean="0"/>
              <a:pPr>
                <a:spcAft>
                  <a:spcPts val="600"/>
                </a:spcAft>
              </a:pPr>
              <a:t>3</a:t>
            </a:fld>
            <a:endParaRPr lang="en-I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59C7225-4D66-9297-16FB-1F7A74044397}"/>
              </a:ext>
            </a:extLst>
          </p:cNvPr>
          <p:cNvSpPr txBox="1">
            <a:spLocks/>
          </p:cNvSpPr>
          <p:nvPr/>
        </p:nvSpPr>
        <p:spPr>
          <a:xfrm>
            <a:off x="5035002" y="2937413"/>
            <a:ext cx="4305914" cy="13905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 Technology</a:t>
            </a:r>
          </a:p>
          <a:p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Technology </a:t>
            </a:r>
          </a:p>
          <a:p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experimental works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145B51D3-8211-7AB1-AAAE-30580B576E9C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3447327" y="3429000"/>
            <a:ext cx="1587675" cy="203678"/>
          </a:xfrm>
          <a:prstGeom prst="bentConnector3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black and green logo&#10;&#10;Description automatically generated">
            <a:extLst>
              <a:ext uri="{FF2B5EF4-FFF2-40B4-BE49-F238E27FC236}">
                <a16:creationId xmlns:a16="http://schemas.microsoft.com/office/drawing/2014/main" id="{A4E8363D-BD78-CB08-68C5-EF4C2730BC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5131" y="909006"/>
            <a:ext cx="2910455" cy="104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972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587" y="136525"/>
            <a:ext cx="10515600" cy="68539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4F1191F-5C3D-423D-ABD6-BD3A147E22C1}" type="datetime1">
              <a:rPr lang="en-US" smtClean="0"/>
              <a:pPr>
                <a:spcAft>
                  <a:spcPts val="600"/>
                </a:spcAft>
              </a:pPr>
              <a:t>8/8/2024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Jagadeesh_AP2312210002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IN" smtClean="0"/>
              <a:pPr>
                <a:spcAft>
                  <a:spcPts val="600"/>
                </a:spcAft>
              </a:pPr>
              <a:t>4</a:t>
            </a:fld>
            <a:endParaRPr lang="en-IN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34404C8-E894-A196-EACB-B369F0290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67" y="1198984"/>
            <a:ext cx="11780519" cy="397608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</a:rPr>
              <a:t>Importance: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</a:rPr>
              <a:t> Power electronics are in everything from power supplies to renewable energy  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</a:rPr>
              <a:t>                           systems.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</a:rPr>
              <a:t>Numerical Simulation: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</a:rPr>
              <a:t> Crucial for design, analysis, and optimization of these circuits.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</a:rPr>
              <a:t>Key Aspects Covered:</a:t>
            </a:r>
            <a:endParaRPr kumimoji="0" lang="en-US" altLang="en-US" sz="24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</a:rPr>
              <a:t>Fundamentals (switching devices, converter types, control strategies)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</a:rPr>
              <a:t>Modeling and simulation techniques for accurate behavior prediction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</a:rPr>
              <a:t>Challenges and Limitations Addressed</a:t>
            </a:r>
            <a:endParaRPr kumimoji="0" lang="en-US" altLang="en-US" sz="24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</a:rPr>
              <a:t>Future Trends and Research Directions Explored</a:t>
            </a:r>
            <a:endParaRPr kumimoji="0" lang="en-US" altLang="en-US" sz="24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</a:rPr>
              <a:t>Target Audience: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</a:rPr>
              <a:t> Researchers, engineers, and students in power electronics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3" name="Picture 2" descr="A black and green logo&#10;&#10;Description automatically generated">
            <a:extLst>
              <a:ext uri="{FF2B5EF4-FFF2-40B4-BE49-F238E27FC236}">
                <a16:creationId xmlns:a16="http://schemas.microsoft.com/office/drawing/2014/main" id="{4FBA0B4A-D14C-DA47-559C-B498081504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70" y="136526"/>
            <a:ext cx="1928015" cy="69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39325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554" y="318309"/>
            <a:ext cx="10515600" cy="68539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4F1191F-5C3D-423D-ABD6-BD3A147E22C1}" type="datetime1">
              <a:rPr lang="en-US" smtClean="0"/>
              <a:pPr>
                <a:spcAft>
                  <a:spcPts val="600"/>
                </a:spcAft>
              </a:pPr>
              <a:t>8/8/2024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Jagadeesh_AP2312210002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IN" smtClean="0"/>
              <a:pPr>
                <a:spcAft>
                  <a:spcPts val="600"/>
                </a:spcAft>
              </a:pPr>
              <a:t>5</a:t>
            </a:fld>
            <a:endParaRPr lang="en-IN"/>
          </a:p>
        </p:txBody>
      </p:sp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B2503A6F-48D0-E495-B6EE-295271272E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3870388"/>
              </p:ext>
            </p:extLst>
          </p:nvPr>
        </p:nvGraphicFramePr>
        <p:xfrm>
          <a:off x="1" y="1140230"/>
          <a:ext cx="12188950" cy="5036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 black and green logo&#10;&#10;Description automatically generated">
            <a:extLst>
              <a:ext uri="{FF2B5EF4-FFF2-40B4-BE49-F238E27FC236}">
                <a16:creationId xmlns:a16="http://schemas.microsoft.com/office/drawing/2014/main" id="{5429C50A-2BEA-DD86-EDB4-131FC4A5BB3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70" y="136526"/>
            <a:ext cx="1928015" cy="69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58021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2F3F584-AB94-4E26-95EA-676D8A883815}" type="datetime1">
              <a:rPr lang="en-US" smtClean="0"/>
              <a:pPr>
                <a:spcAft>
                  <a:spcPts val="600"/>
                </a:spcAft>
              </a:pPr>
              <a:t>8/8/2024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Jagadeesh_AP2312210002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IN" smtClean="0"/>
              <a:pPr>
                <a:spcAft>
                  <a:spcPts val="600"/>
                </a:spcAft>
              </a:pPr>
              <a:t>6</a:t>
            </a:fld>
            <a:endParaRPr lang="en-IN"/>
          </a:p>
        </p:txBody>
      </p:sp>
      <p:graphicFrame>
        <p:nvGraphicFramePr>
          <p:cNvPr id="12" name="Content Placeholder 7">
            <a:extLst>
              <a:ext uri="{FF2B5EF4-FFF2-40B4-BE49-F238E27FC236}">
                <a16:creationId xmlns:a16="http://schemas.microsoft.com/office/drawing/2014/main" id="{3E1CF5B3-7255-CF2C-87AE-E2351ED776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312437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 black and green logo&#10;&#10;Description automatically generated">
            <a:extLst>
              <a:ext uri="{FF2B5EF4-FFF2-40B4-BE49-F238E27FC236}">
                <a16:creationId xmlns:a16="http://schemas.microsoft.com/office/drawing/2014/main" id="{7F205177-D1E2-BD30-F1CF-624DACEEF35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70" y="145857"/>
            <a:ext cx="1928015" cy="69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607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A180E98C-0229-6B81-766D-9CDAE012C9A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5000"/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799765-6B7D-2669-56D8-8021B06EA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60" y="0"/>
            <a:ext cx="3175000" cy="72771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D9C4E-B5E2-799F-1E53-18048431A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64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Jagadeesh_AP2312210002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ADC45-726E-B2D0-A8AC-6491F5B2A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120" y="6356350"/>
            <a:ext cx="3606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IN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7</a:t>
            </a:fld>
            <a:endParaRPr lang="en-IN" dirty="0">
              <a:solidFill>
                <a:schemeClr val="tx1"/>
              </a:solidFill>
            </a:endParaRP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C5057C7C-2339-A565-01BE-5BD42F661E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8308672"/>
              </p:ext>
            </p:extLst>
          </p:nvPr>
        </p:nvGraphicFramePr>
        <p:xfrm>
          <a:off x="86360" y="649287"/>
          <a:ext cx="11765280" cy="58435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6083437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27566E-667C-56F7-91CA-21BF15561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" name="Freeform: Shape 35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7" name="Freeform: Shape 36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694283-CBD3-D09F-2FA5-B82468B0B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APPROACHES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E4733-7176-3378-C102-75E78D46F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0956CEB-6CDE-4930-8E1A-D8F60CF96CEF}" type="datetime1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8/8/2024</a:t>
            </a:fld>
            <a:endParaRPr lang="en-IN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8F9B0-853F-94E5-BF9C-6918D594A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Jagadeesh_AP2312210002</a:t>
            </a:r>
            <a:endParaRPr lang="en-IN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FA37C-44E9-BE9A-34E8-86F4E6D7C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11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IN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IN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9B616B05-E459-C58D-E34C-292810230B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9218646"/>
              </p:ext>
            </p:extLst>
          </p:nvPr>
        </p:nvGraphicFramePr>
        <p:xfrm>
          <a:off x="5303520" y="317242"/>
          <a:ext cx="6364224" cy="50945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 descr="A black and green logo&#10;&#10;Description automatically generated">
            <a:extLst>
              <a:ext uri="{FF2B5EF4-FFF2-40B4-BE49-F238E27FC236}">
                <a16:creationId xmlns:a16="http://schemas.microsoft.com/office/drawing/2014/main" id="{9E7EC8FB-D8FA-050C-4CD2-6DA5468F65C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70" y="136526"/>
            <a:ext cx="1928015" cy="69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305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3FF40-B328-F058-B729-8AB196C61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82" y="136525"/>
            <a:ext cx="10515600" cy="62392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87EE8-7686-91E1-2F25-83EB72D77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8/8/2024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5895D-9FFF-BF9C-1309-AB4525C15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5401D-F049-A986-2DD6-21915D541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9</a:t>
            </a:fld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6B5AC94-AEAF-5C5B-DFBF-0291067FBD7E}"/>
              </a:ext>
            </a:extLst>
          </p:cNvPr>
          <p:cNvGrpSpPr/>
          <p:nvPr/>
        </p:nvGrpSpPr>
        <p:grpSpPr>
          <a:xfrm>
            <a:off x="314643" y="998980"/>
            <a:ext cx="1962025" cy="623920"/>
            <a:chOff x="8061" y="5979"/>
            <a:chExt cx="3034531" cy="1820718"/>
          </a:xfrm>
          <a:solidFill>
            <a:schemeClr val="accent2">
              <a:lumMod val="75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5098395-1BDD-44A5-FC48-63358C6676CD}"/>
                </a:ext>
              </a:extLst>
            </p:cNvPr>
            <p:cNvSpPr/>
            <p:nvPr/>
          </p:nvSpPr>
          <p:spPr>
            <a:xfrm>
              <a:off x="8061" y="5979"/>
              <a:ext cx="3034531" cy="1820718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294675C-28F9-7B7A-59AB-90398E7CEBA0}"/>
                </a:ext>
              </a:extLst>
            </p:cNvPr>
            <p:cNvSpPr txBox="1"/>
            <p:nvPr/>
          </p:nvSpPr>
          <p:spPr>
            <a:xfrm>
              <a:off x="8061" y="5979"/>
              <a:ext cx="3034531" cy="1820718"/>
            </a:xfrm>
            <a:prstGeom prst="rect">
              <a:avLst/>
            </a:prstGeom>
            <a:grpFill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148695" tIns="156081" rIns="148695" bIns="156081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kern="1200" dirty="0"/>
                <a:t>Problem 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08187BE-584D-C036-C475-484E788FD75F}"/>
              </a:ext>
            </a:extLst>
          </p:cNvPr>
          <p:cNvSpPr txBox="1"/>
          <p:nvPr/>
        </p:nvSpPr>
        <p:spPr>
          <a:xfrm>
            <a:off x="2425959" y="795481"/>
            <a:ext cx="7781731" cy="101968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spcFirstLastPara="0" vert="horz" wrap="square" lIns="148695" tIns="156081" rIns="148695" bIns="156081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 dirty="0"/>
              <a:t>Life span and Internal battery pack issues in subzero temperature conditions</a:t>
            </a:r>
          </a:p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 dirty="0"/>
              <a:t>Efficiency	Durability	Heating	Performance</a:t>
            </a:r>
          </a:p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 dirty="0"/>
              <a:t>Power		Reduced Range		Slow Charging</a:t>
            </a:r>
          </a:p>
        </p:txBody>
      </p:sp>
      <p:pic>
        <p:nvPicPr>
          <p:cNvPr id="4100" name="Picture 4" descr="An EV Battery that Works in Sub-Zero ...">
            <a:extLst>
              <a:ext uri="{FF2B5EF4-FFF2-40B4-BE49-F238E27FC236}">
                <a16:creationId xmlns:a16="http://schemas.microsoft.com/office/drawing/2014/main" id="{228F445E-46C7-3461-B8FD-C4B70F46A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643" y="2165317"/>
            <a:ext cx="2661822" cy="1490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How to Make Electric Bike Battery Last ...">
            <a:extLst>
              <a:ext uri="{FF2B5EF4-FFF2-40B4-BE49-F238E27FC236}">
                <a16:creationId xmlns:a16="http://schemas.microsoft.com/office/drawing/2014/main" id="{920C9A0A-12E5-E65D-6D4D-E6F700704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431" y="4491999"/>
            <a:ext cx="2828925" cy="1619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Sodium Ion Batteries: Outstanding ...">
            <a:extLst>
              <a:ext uri="{FF2B5EF4-FFF2-40B4-BE49-F238E27FC236}">
                <a16:creationId xmlns:a16="http://schemas.microsoft.com/office/drawing/2014/main" id="{F219B5FD-B7EE-5056-1B21-3D54FE029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097" y="4198354"/>
            <a:ext cx="2661822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Materials | Free Full-Text | Lithium-Ion Batteries under Low-Temperature  Environment: Challenges and Prospects">
            <a:extLst>
              <a:ext uri="{FF2B5EF4-FFF2-40B4-BE49-F238E27FC236}">
                <a16:creationId xmlns:a16="http://schemas.microsoft.com/office/drawing/2014/main" id="{1E17A2F0-D350-BA8A-21D5-36E1B0A10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6714" y="1884965"/>
            <a:ext cx="4987192" cy="2537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EV battery packs at sub zero conditions probles. Image 3 of 4">
            <a:extLst>
              <a:ext uri="{FF2B5EF4-FFF2-40B4-BE49-F238E27FC236}">
                <a16:creationId xmlns:a16="http://schemas.microsoft.com/office/drawing/2014/main" id="{15163E83-1240-4994-5B6B-CAB64EC2A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431" y="2028080"/>
            <a:ext cx="2828925" cy="1580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Cold-Weather Charging Is Chilling EV ...">
            <a:extLst>
              <a:ext uri="{FF2B5EF4-FFF2-40B4-BE49-F238E27FC236}">
                <a16:creationId xmlns:a16="http://schemas.microsoft.com/office/drawing/2014/main" id="{BBAC8C69-E5F1-60D1-0866-4A0F8BAAF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9637" y="4491999"/>
            <a:ext cx="2752725" cy="165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black and green logo&#10;&#10;Description automatically generated">
            <a:extLst>
              <a:ext uri="{FF2B5EF4-FFF2-40B4-BE49-F238E27FC236}">
                <a16:creationId xmlns:a16="http://schemas.microsoft.com/office/drawing/2014/main" id="{8C2620FA-33FB-5251-AEF2-0BD059B26B6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70" y="136526"/>
            <a:ext cx="1928015" cy="69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298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6B731-580C-7E32-5440-6022CDDBB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5995"/>
            <a:ext cx="10515600" cy="54303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 Technology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23F14-7112-DEAF-AADD-C60001D8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8/8/2024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F032A-C157-91AC-8D00-EC947DC62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E6475-305C-FFBA-E7E8-D79541EAD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10</a:t>
            </a:fld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F59925-0772-1A56-5640-E337BB2C199C}"/>
              </a:ext>
            </a:extLst>
          </p:cNvPr>
          <p:cNvSpPr txBox="1"/>
          <p:nvPr/>
        </p:nvSpPr>
        <p:spPr>
          <a:xfrm>
            <a:off x="1464906" y="603459"/>
            <a:ext cx="10588690" cy="95833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spcFirstLastPara="0" vert="horz" wrap="square" lIns="148695" tIns="156081" rIns="148695" bIns="156081" numCol="1" spcCol="1270" anchor="ctr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font-fk-grotesk-neue)"/>
              </a:rPr>
              <a:t>Coil-based heating technology for EV battery preheating utilizes  inductive heating coils to efficiently warm batteries, enhancing performance and reliability in cold climates.</a:t>
            </a:r>
            <a:r>
              <a:rPr lang="en-US" kern="1200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81B188-1CAE-7C96-32DD-765A56DC1287}"/>
              </a:ext>
            </a:extLst>
          </p:cNvPr>
          <p:cNvSpPr txBox="1"/>
          <p:nvPr/>
        </p:nvSpPr>
        <p:spPr>
          <a:xfrm>
            <a:off x="7845682" y="1425097"/>
            <a:ext cx="4273035" cy="415165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spcFirstLastPara="0" vert="horz" wrap="square" lIns="148695" tIns="156081" rIns="148695" bIns="156081" numCol="1" spcCol="1270" anchor="ctr" anchorCtr="0">
            <a:noAutofit/>
          </a:bodyPr>
          <a:lstStyle/>
          <a:p>
            <a:r>
              <a:rPr lang="en-US" b="1" dirty="0"/>
              <a:t>Method:</a:t>
            </a:r>
            <a:r>
              <a:rPr lang="en-US" dirty="0"/>
              <a:t> Induction Heating</a:t>
            </a:r>
          </a:p>
          <a:p>
            <a:endParaRPr lang="en-US" dirty="0"/>
          </a:p>
          <a:p>
            <a:r>
              <a:rPr lang="en-US" b="1" dirty="0"/>
              <a:t>Advantages: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Targeted:</a:t>
            </a:r>
            <a:r>
              <a:rPr lang="en-US" dirty="0"/>
              <a:t> Heats specific areas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Uniform:</a:t>
            </a:r>
            <a:r>
              <a:rPr lang="en-US" dirty="0"/>
              <a:t> Consistent heating distribution (potential)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Controllable:</a:t>
            </a:r>
            <a:r>
              <a:rPr lang="en-US" dirty="0"/>
              <a:t> Precise temperature control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Disadvantages: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Complexity:</a:t>
            </a:r>
            <a:r>
              <a:rPr lang="en-US" dirty="0"/>
              <a:t> Requires complex control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Efficiency:</a:t>
            </a:r>
            <a:r>
              <a:rPr lang="en-US" dirty="0"/>
              <a:t> Energy losses in conversion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Bulk:</a:t>
            </a:r>
            <a:r>
              <a:rPr lang="en-US" dirty="0"/>
              <a:t> Coils and electronics add weight/size</a:t>
            </a:r>
          </a:p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600" kern="1200" dirty="0"/>
          </a:p>
        </p:txBody>
      </p:sp>
      <p:pic>
        <p:nvPicPr>
          <p:cNvPr id="7172" name="Picture 4" descr="tycorun.com">
            <a:extLst>
              <a:ext uri="{FF2B5EF4-FFF2-40B4-BE49-F238E27FC236}">
                <a16:creationId xmlns:a16="http://schemas.microsoft.com/office/drawing/2014/main" id="{88749B7D-A43A-9879-AE18-C193F7159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69" y="1669169"/>
            <a:ext cx="6092889" cy="3790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Battery warm-up methodologies at ...">
            <a:extLst>
              <a:ext uri="{FF2B5EF4-FFF2-40B4-BE49-F238E27FC236}">
                <a16:creationId xmlns:a16="http://schemas.microsoft.com/office/drawing/2014/main" id="{425201AA-7DAF-A21E-9CAD-AD4AA532E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8065" y="3352434"/>
            <a:ext cx="3295394" cy="2974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2F03638-CAD6-EFCB-E063-57F47D51D6D9}"/>
              </a:ext>
            </a:extLst>
          </p:cNvPr>
          <p:cNvSpPr txBox="1"/>
          <p:nvPr/>
        </p:nvSpPr>
        <p:spPr>
          <a:xfrm>
            <a:off x="7436498" y="5657407"/>
            <a:ext cx="4755502" cy="9583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spcFirstLastPara="0" vert="horz" wrap="square" lIns="148695" tIns="156081" rIns="148695" bIns="156081" numCol="1" spcCol="1270" anchor="ctr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kern="1200" dirty="0">
                <a:solidFill>
                  <a:srgbClr val="002060"/>
                </a:solidFill>
              </a:rPr>
              <a:t>To heat the coil, the energy source is from the same battery pack only – so, There is more energy lose in the battery  </a:t>
            </a:r>
          </a:p>
        </p:txBody>
      </p:sp>
      <p:pic>
        <p:nvPicPr>
          <p:cNvPr id="3" name="Picture 2" descr="A black and green logo&#10;&#10;Description automatically generated">
            <a:extLst>
              <a:ext uri="{FF2B5EF4-FFF2-40B4-BE49-F238E27FC236}">
                <a16:creationId xmlns:a16="http://schemas.microsoft.com/office/drawing/2014/main" id="{C1D0D109-8F8E-FBA5-01D8-9E06C70EA1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351" y="65995"/>
            <a:ext cx="1859805" cy="666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7575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 descr="Battery Testing - E-Mobility Engineering">
            <a:extLst>
              <a:ext uri="{FF2B5EF4-FFF2-40B4-BE49-F238E27FC236}">
                <a16:creationId xmlns:a16="http://schemas.microsoft.com/office/drawing/2014/main" id="{50835422-46AC-AA86-C3D3-B0BA974AF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77531"/>
            <a:ext cx="7425612" cy="4361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833E4C-BF12-52CA-4B8D-93D703B29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710" y="196855"/>
            <a:ext cx="10515600" cy="533396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Technology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44E0D-F74B-1296-D1B0-E965A999C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8/8/2024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950A1-9438-C5B7-8D6D-BEAD68B46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9BCCD-BBF0-7F15-A932-194FFA047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11</a:t>
            </a:fld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834C1E-B3A1-EAAF-527A-A9BE0CD743B1}"/>
              </a:ext>
            </a:extLst>
          </p:cNvPr>
          <p:cNvSpPr txBox="1"/>
          <p:nvPr/>
        </p:nvSpPr>
        <p:spPr>
          <a:xfrm>
            <a:off x="1082351" y="758401"/>
            <a:ext cx="10739534" cy="53339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spcFirstLastPara="0" vert="horz" wrap="square" lIns="148695" tIns="156081" rIns="148695" bIns="156081" numCol="1" spcCol="1270" anchor="ctr" anchorCtr="0">
            <a:noAutofit/>
          </a:bodyPr>
          <a:lstStyle/>
          <a:p>
            <a:pPr marL="0" lvl="0" indent="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b="1" i="0" dirty="0">
                <a:effectLst/>
                <a:latin typeface="__fkGroteskNeue_598ab8"/>
              </a:rPr>
              <a:t>Compact and efficient </a:t>
            </a:r>
            <a:r>
              <a:rPr lang="en-US" b="1" i="0" dirty="0" err="1">
                <a:effectLst/>
                <a:latin typeface="__fkGroteskNeue_598ab8"/>
              </a:rPr>
              <a:t>GaN</a:t>
            </a:r>
            <a:r>
              <a:rPr lang="en-US" b="1" i="0" dirty="0">
                <a:effectLst/>
                <a:latin typeface="__fkGroteskNeue_598ab8"/>
              </a:rPr>
              <a:t>-based battery pre-heater module for improving Battery banks performance in subzero climates.</a:t>
            </a:r>
            <a:endParaRPr lang="en-US" sz="1600" b="1" kern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EB7739-6613-2051-DCE8-6738A9BAE3EB}"/>
              </a:ext>
            </a:extLst>
          </p:cNvPr>
          <p:cNvSpPr txBox="1"/>
          <p:nvPr/>
        </p:nvSpPr>
        <p:spPr>
          <a:xfrm>
            <a:off x="4758612" y="1085117"/>
            <a:ext cx="7063273" cy="7573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spcFirstLastPara="0" vert="horz" wrap="square" lIns="148695" tIns="156081" rIns="148695" bIns="156081" numCol="1" spcCol="1270" anchor="ctr" anchorCtr="0">
            <a:noAutofit/>
          </a:bodyPr>
          <a:lstStyle/>
          <a:p>
            <a:pPr marL="0" lvl="0" indent="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i="0" dirty="0">
                <a:solidFill>
                  <a:srgbClr val="002060"/>
                </a:solidFill>
                <a:effectLst/>
                <a:latin typeface="__fkGroteskNeue_598ab8"/>
              </a:rPr>
              <a:t>Enhanced Battery Performance		Compact Design	Energy Efficiency</a:t>
            </a:r>
          </a:p>
          <a:p>
            <a:pPr marL="0" lvl="0" indent="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i="0" dirty="0">
                <a:solidFill>
                  <a:srgbClr val="002060"/>
                </a:solidFill>
                <a:effectLst/>
                <a:latin typeface="__fkGroteskNeue_598ab8"/>
              </a:rPr>
              <a:t>Rapid Heating Capability		Reliability in Extreme Conditions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4ABF9F-F125-5A31-0768-EDEBB38864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7792"/>
          <a:stretch/>
        </p:blipFill>
        <p:spPr>
          <a:xfrm>
            <a:off x="9630359" y="1994969"/>
            <a:ext cx="2561638" cy="30032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DFDE700-E26F-1845-40E8-305BDDBDF7E4}"/>
              </a:ext>
            </a:extLst>
          </p:cNvPr>
          <p:cNvSpPr txBox="1"/>
          <p:nvPr/>
        </p:nvSpPr>
        <p:spPr>
          <a:xfrm>
            <a:off x="7171610" y="2113375"/>
            <a:ext cx="2743200" cy="48808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spcFirstLastPara="0" vert="horz" wrap="square" lIns="148695" tIns="156081" rIns="148695" bIns="156081" numCol="1" spcCol="1270" anchor="ctr" anchorCtr="0">
            <a:noAutofit/>
          </a:bodyPr>
          <a:lstStyle/>
          <a:p>
            <a:pPr marL="0" lvl="0" indent="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500" kern="1200" dirty="0"/>
              <a:t>Add on</a:t>
            </a:r>
          </a:p>
          <a:p>
            <a:pPr marL="0" lvl="0" indent="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500" kern="1200" dirty="0" err="1"/>
              <a:t>GaN</a:t>
            </a:r>
            <a:r>
              <a:rPr lang="en-US" sz="1500" kern="1200" dirty="0"/>
              <a:t> Based DC – DC Converter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6978613-7CD4-26CD-D6F4-D699DD0D5ABD}"/>
              </a:ext>
            </a:extLst>
          </p:cNvPr>
          <p:cNvCxnSpPr>
            <a:cxnSpLocks/>
          </p:cNvCxnSpPr>
          <p:nvPr/>
        </p:nvCxnSpPr>
        <p:spPr>
          <a:xfrm flipH="1">
            <a:off x="6096000" y="2201814"/>
            <a:ext cx="209579" cy="53726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075F67C-6D5A-027D-3755-E47DE6B2A59C}"/>
              </a:ext>
            </a:extLst>
          </p:cNvPr>
          <p:cNvCxnSpPr>
            <a:cxnSpLocks/>
          </p:cNvCxnSpPr>
          <p:nvPr/>
        </p:nvCxnSpPr>
        <p:spPr>
          <a:xfrm flipH="1">
            <a:off x="4913210" y="2199045"/>
            <a:ext cx="2100945" cy="180778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FBD1758-11D0-7834-BD82-B2026E1FEB68}"/>
              </a:ext>
            </a:extLst>
          </p:cNvPr>
          <p:cNvCxnSpPr>
            <a:cxnSpLocks/>
          </p:cNvCxnSpPr>
          <p:nvPr/>
        </p:nvCxnSpPr>
        <p:spPr>
          <a:xfrm flipH="1">
            <a:off x="3267267" y="2199045"/>
            <a:ext cx="2502290" cy="146378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EEDF579-39CF-6B6C-7076-2AB0596C7DA8}"/>
              </a:ext>
            </a:extLst>
          </p:cNvPr>
          <p:cNvCxnSpPr/>
          <p:nvPr/>
        </p:nvCxnSpPr>
        <p:spPr>
          <a:xfrm>
            <a:off x="5769557" y="2199045"/>
            <a:ext cx="140205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0152D47-E098-367E-C437-CC761D6B9803}"/>
              </a:ext>
            </a:extLst>
          </p:cNvPr>
          <p:cNvSpPr txBox="1"/>
          <p:nvPr/>
        </p:nvSpPr>
        <p:spPr>
          <a:xfrm>
            <a:off x="8610600" y="5497431"/>
            <a:ext cx="2278224" cy="48808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spcFirstLastPara="0" vert="horz" wrap="square" lIns="148695" tIns="156081" rIns="148695" bIns="156081" numCol="1" spcCol="1270" anchor="ctr" anchorCtr="0">
            <a:noAutofit/>
          </a:bodyPr>
          <a:lstStyle/>
          <a:p>
            <a:pPr marL="0" lvl="0" indent="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500" kern="1200" dirty="0"/>
              <a:t>Task is to Design a </a:t>
            </a:r>
            <a:r>
              <a:rPr lang="en-US" sz="1500" b="1" kern="1200" dirty="0"/>
              <a:t>Converter </a:t>
            </a:r>
            <a:r>
              <a:rPr lang="en-US" sz="1500" kern="1200" dirty="0"/>
              <a:t>for prototype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63048B0-3149-5363-4DCC-1A744F6C82FE}"/>
              </a:ext>
            </a:extLst>
          </p:cNvPr>
          <p:cNvCxnSpPr>
            <a:cxnSpLocks/>
          </p:cNvCxnSpPr>
          <p:nvPr/>
        </p:nvCxnSpPr>
        <p:spPr>
          <a:xfrm flipH="1" flipV="1">
            <a:off x="4913210" y="4096139"/>
            <a:ext cx="4473386" cy="6585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DEAFB72-E534-F54E-6119-8BDD2D369FE3}"/>
              </a:ext>
            </a:extLst>
          </p:cNvPr>
          <p:cNvCxnSpPr/>
          <p:nvPr/>
        </p:nvCxnSpPr>
        <p:spPr>
          <a:xfrm>
            <a:off x="9377265" y="4161995"/>
            <a:ext cx="0" cy="1322323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6D105363-1565-6C15-5960-01DF03343A28}"/>
              </a:ext>
            </a:extLst>
          </p:cNvPr>
          <p:cNvSpPr/>
          <p:nvPr/>
        </p:nvSpPr>
        <p:spPr>
          <a:xfrm>
            <a:off x="4038600" y="3592286"/>
            <a:ext cx="1261188" cy="1096201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6A81A07-2793-B2B6-0CC8-A752E09EDBA4}"/>
              </a:ext>
            </a:extLst>
          </p:cNvPr>
          <p:cNvSpPr/>
          <p:nvPr/>
        </p:nvSpPr>
        <p:spPr>
          <a:xfrm>
            <a:off x="2476633" y="3285201"/>
            <a:ext cx="1261188" cy="1096201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BB36F1E-32EE-8FB4-78CF-E662C15FBD29}"/>
              </a:ext>
            </a:extLst>
          </p:cNvPr>
          <p:cNvSpPr/>
          <p:nvPr/>
        </p:nvSpPr>
        <p:spPr>
          <a:xfrm>
            <a:off x="5465406" y="2318663"/>
            <a:ext cx="1261188" cy="1096201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ack and green logo&#10;&#10;Description automatically generated">
            <a:extLst>
              <a:ext uri="{FF2B5EF4-FFF2-40B4-BE49-F238E27FC236}">
                <a16:creationId xmlns:a16="http://schemas.microsoft.com/office/drawing/2014/main" id="{3CDC78F2-11F8-4FEE-D4B8-83403741DE8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275" y="38853"/>
            <a:ext cx="1928015" cy="69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460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32E30-D478-4A83-9C6A-A891010C4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690" y="246390"/>
            <a:ext cx="10515600" cy="567936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  implementation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7CE1C-F950-054E-CD99-1673EE22B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8/8/2024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7B695-3BE6-8D05-71F1-4EBDF853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134CF-EF49-7F15-3A80-7E78562EA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12</a:t>
            </a:fld>
            <a:endParaRPr lang="en-IN"/>
          </a:p>
        </p:txBody>
      </p:sp>
      <p:pic>
        <p:nvPicPr>
          <p:cNvPr id="7" name="Picture 2" descr="DC-DC boost converter circuit | Download Scientific Diagram">
            <a:extLst>
              <a:ext uri="{FF2B5EF4-FFF2-40B4-BE49-F238E27FC236}">
                <a16:creationId xmlns:a16="http://schemas.microsoft.com/office/drawing/2014/main" id="{536E0808-38BB-9D18-137B-FBBC4C3E9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4590" y="1186192"/>
            <a:ext cx="2367785" cy="133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Simulation waveforms of the drawn ...">
            <a:extLst>
              <a:ext uri="{FF2B5EF4-FFF2-40B4-BE49-F238E27FC236}">
                <a16:creationId xmlns:a16="http://schemas.microsoft.com/office/drawing/2014/main" id="{2228A513-19D2-B2A3-4551-C2E3CF830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0" y="1231648"/>
            <a:ext cx="2108353" cy="133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screenshot of a math book&#10;&#10;Description automatically generated">
            <a:extLst>
              <a:ext uri="{FF2B5EF4-FFF2-40B4-BE49-F238E27FC236}">
                <a16:creationId xmlns:a16="http://schemas.microsoft.com/office/drawing/2014/main" id="{53BAD282-D560-E317-F2F9-E638932A5DC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687" y="1231648"/>
            <a:ext cx="1972113" cy="17439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6A1ADC7-9FB7-C00B-0DAF-FF5C98B8A3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3187" y="1156115"/>
            <a:ext cx="4430132" cy="19230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BD41610-E030-903B-0BA6-E5566A2C5527}"/>
              </a:ext>
            </a:extLst>
          </p:cNvPr>
          <p:cNvSpPr txBox="1"/>
          <p:nvPr/>
        </p:nvSpPr>
        <p:spPr>
          <a:xfrm>
            <a:off x="63759" y="3180805"/>
            <a:ext cx="2084080" cy="52609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spcFirstLastPara="0" vert="horz" wrap="square" lIns="148695" tIns="156081" rIns="148695" bIns="156081" numCol="1" spcCol="1270" anchor="ctr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500" kern="1200" dirty="0"/>
              <a:t>Numerical calculation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500" dirty="0"/>
              <a:t>For every DC converter</a:t>
            </a:r>
            <a:endParaRPr lang="en-US" sz="1500" kern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6756DE-8007-D42B-5D7D-47AE05335A88}"/>
              </a:ext>
            </a:extLst>
          </p:cNvPr>
          <p:cNvSpPr txBox="1"/>
          <p:nvPr/>
        </p:nvSpPr>
        <p:spPr>
          <a:xfrm>
            <a:off x="3154363" y="3182954"/>
            <a:ext cx="3146215" cy="52609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spcFirstLastPara="0" vert="horz" wrap="square" lIns="148695" tIns="156081" rIns="148695" bIns="156081" numCol="1" spcCol="1270" anchor="ctr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500" kern="1200" dirty="0"/>
              <a:t>Creating Formula based spreadsheet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500" dirty="0"/>
              <a:t>To reduce the calculation time </a:t>
            </a:r>
            <a:endParaRPr lang="en-US" sz="1500" kern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D60EA7-F687-0C15-3E69-28E2DBCC6013}"/>
              </a:ext>
            </a:extLst>
          </p:cNvPr>
          <p:cNvSpPr txBox="1"/>
          <p:nvPr/>
        </p:nvSpPr>
        <p:spPr>
          <a:xfrm>
            <a:off x="7464530" y="3079156"/>
            <a:ext cx="2084080" cy="52609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spcFirstLastPara="0" vert="horz" wrap="square" lIns="148695" tIns="156081" rIns="148695" bIns="156081" numCol="1" spcCol="1270" anchor="ctr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500" kern="1200" dirty="0"/>
              <a:t>LT spice Circuits Simulation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E56A27-97BD-496C-25AC-2C2688FAE2D0}"/>
              </a:ext>
            </a:extLst>
          </p:cNvPr>
          <p:cNvSpPr txBox="1"/>
          <p:nvPr/>
        </p:nvSpPr>
        <p:spPr>
          <a:xfrm>
            <a:off x="9979821" y="3079156"/>
            <a:ext cx="2108353" cy="52609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spcFirstLastPara="0" vert="horz" wrap="square" lIns="148695" tIns="156081" rIns="148695" bIns="156081" numCol="1" spcCol="1270" anchor="ctr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500" kern="1200" dirty="0"/>
              <a:t>Validating </a:t>
            </a:r>
            <a:r>
              <a:rPr lang="en-US" sz="1500" dirty="0"/>
              <a:t>Numerical calculation </a:t>
            </a:r>
            <a:r>
              <a:rPr lang="en-US" sz="1500" kern="1200" dirty="0"/>
              <a:t>Wave forms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ED5744-958E-981A-0A05-C82097C6D933}"/>
              </a:ext>
            </a:extLst>
          </p:cNvPr>
          <p:cNvSpPr txBox="1"/>
          <p:nvPr/>
        </p:nvSpPr>
        <p:spPr>
          <a:xfrm>
            <a:off x="223690" y="4104960"/>
            <a:ext cx="3146215" cy="214779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spcFirstLastPara="0" vert="horz" wrap="square" lIns="148695" tIns="156081" rIns="148695" bIns="156081" numCol="1" spcCol="1270" anchor="ctr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/>
              <a:t>Converters Calculated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sz="1600" kern="1200" dirty="0"/>
              <a:t>Buck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sz="1600" dirty="0"/>
              <a:t>Boost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sz="1600" kern="1200" dirty="0"/>
              <a:t>Buc</a:t>
            </a:r>
            <a:r>
              <a:rPr lang="en-US" sz="1600" dirty="0"/>
              <a:t>k – Boost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sz="1600" dirty="0"/>
              <a:t>Forword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sz="1600" kern="1200" dirty="0"/>
              <a:t>Flyback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sz="1600" kern="1200" dirty="0"/>
              <a:t>Push - pull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sz="1600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sz="1600" kern="1200" dirty="0"/>
              <a:t>Synchronous Buck converter</a:t>
            </a:r>
          </a:p>
        </p:txBody>
      </p:sp>
      <p:pic>
        <p:nvPicPr>
          <p:cNvPr id="3" name="Picture 2" descr="A black and green logo&#10;&#10;Description automatically generated">
            <a:extLst>
              <a:ext uri="{FF2B5EF4-FFF2-40B4-BE49-F238E27FC236}">
                <a16:creationId xmlns:a16="http://schemas.microsoft.com/office/drawing/2014/main" id="{F3C6C244-BCAD-5475-F1AE-647DB34ECDA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9989" y="122928"/>
            <a:ext cx="1928015" cy="69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458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499DD-6A02-8451-95AC-76BFEC168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3" y="38198"/>
            <a:ext cx="10515600" cy="558606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 created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6FA85-FB8F-ED59-4B0F-83DD73362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8/8/2024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FACFC-DD90-F22A-D7C5-09FDB52BA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2DAE7-7EE2-9B67-C848-01101C423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75012"/>
            <a:ext cx="2743200" cy="365125"/>
          </a:xfrm>
        </p:spPr>
        <p:txBody>
          <a:bodyPr/>
          <a:lstStyle/>
          <a:p>
            <a:fld id="{15FCCAAF-6324-40D0-99C1-825B83CC9B2F}" type="slidenum">
              <a:rPr lang="en-IN" smtClean="0"/>
              <a:t>13</a:t>
            </a:fld>
            <a:endParaRPr lang="en-IN"/>
          </a:p>
        </p:txBody>
      </p:sp>
      <p:pic>
        <p:nvPicPr>
          <p:cNvPr id="10242" name="Picture 2" descr="SiC library into LTspice and simulate ...">
            <a:extLst>
              <a:ext uri="{FF2B5EF4-FFF2-40B4-BE49-F238E27FC236}">
                <a16:creationId xmlns:a16="http://schemas.microsoft.com/office/drawing/2014/main" id="{29583C83-1FD6-B25F-EDF8-B043765A7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47" y="596804"/>
            <a:ext cx="2538826" cy="1390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7F2973-CE4B-5809-5FA2-FD9A50CA2968}"/>
              </a:ext>
            </a:extLst>
          </p:cNvPr>
          <p:cNvSpPr txBox="1"/>
          <p:nvPr/>
        </p:nvSpPr>
        <p:spPr>
          <a:xfrm>
            <a:off x="104978" y="1904155"/>
            <a:ext cx="2718564" cy="73799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spcFirstLastPara="0" vert="horz" wrap="square" lIns="148695" tIns="156081" rIns="148695" bIns="156081" numCol="1" spcCol="1270" anchor="ctr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500" kern="1200" dirty="0" err="1"/>
              <a:t>GaN</a:t>
            </a:r>
            <a:r>
              <a:rPr lang="en-US" sz="1500" kern="1200" dirty="0"/>
              <a:t> based MOSFET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500" dirty="0"/>
              <a:t>MPN -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GaN3R2-100CBE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kern="1200" dirty="0">
                <a:solidFill>
                  <a:srgbClr val="000000"/>
                </a:solidFill>
                <a:latin typeface="Calibri" panose="020F0502020204030204" pitchFamily="34" charset="0"/>
              </a:rPr>
              <a:t>Manufacture - </a:t>
            </a:r>
            <a:r>
              <a:rPr lang="en-US" sz="1800" b="1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Nexperia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endParaRPr lang="en-US" sz="1500" kern="1200" dirty="0"/>
          </a:p>
        </p:txBody>
      </p:sp>
      <p:pic>
        <p:nvPicPr>
          <p:cNvPr id="10244" name="Picture 4" descr="Infineon IRS2113MTRPBF, 2.5 A, 20V 16-Pin, MLPQ | RS">
            <a:extLst>
              <a:ext uri="{FF2B5EF4-FFF2-40B4-BE49-F238E27FC236}">
                <a16:creationId xmlns:a16="http://schemas.microsoft.com/office/drawing/2014/main" id="{7C25FD72-89B9-D871-083A-0CBC452A1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913" y="2934864"/>
            <a:ext cx="1758887" cy="988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0806C9-078B-93FD-62B4-855D8EEE942F}"/>
              </a:ext>
            </a:extLst>
          </p:cNvPr>
          <p:cNvSpPr txBox="1"/>
          <p:nvPr/>
        </p:nvSpPr>
        <p:spPr>
          <a:xfrm>
            <a:off x="119743" y="3846849"/>
            <a:ext cx="2718564" cy="73799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spcFirstLastPara="0" vert="horz" wrap="square" lIns="148695" tIns="156081" rIns="148695" bIns="156081" numCol="1" spcCol="1270" anchor="ctr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500" dirty="0"/>
              <a:t>Gate Driver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500" dirty="0"/>
              <a:t>MPN -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NCP51820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kern="1200" dirty="0">
                <a:solidFill>
                  <a:srgbClr val="000000"/>
                </a:solidFill>
                <a:latin typeface="Calibri" panose="020F0502020204030204" pitchFamily="34" charset="0"/>
              </a:rPr>
              <a:t>Manufacture – On semi</a:t>
            </a:r>
            <a:endParaRPr lang="en-US" sz="1500" kern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E4E7EF-7D20-7586-F5BB-EFBE2B7122BF}"/>
              </a:ext>
            </a:extLst>
          </p:cNvPr>
          <p:cNvSpPr/>
          <p:nvPr/>
        </p:nvSpPr>
        <p:spPr>
          <a:xfrm>
            <a:off x="9453" y="615110"/>
            <a:ext cx="2939143" cy="204534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F09C88-5CAD-E669-D2C2-1F1340488C2D}"/>
              </a:ext>
            </a:extLst>
          </p:cNvPr>
          <p:cNvSpPr/>
          <p:nvPr/>
        </p:nvSpPr>
        <p:spPr>
          <a:xfrm>
            <a:off x="9453" y="2906124"/>
            <a:ext cx="2939143" cy="181088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46" name="Picture 6" descr="LTspice - Download">
            <a:extLst>
              <a:ext uri="{FF2B5EF4-FFF2-40B4-BE49-F238E27FC236}">
                <a16:creationId xmlns:a16="http://schemas.microsoft.com/office/drawing/2014/main" id="{4425E295-ABE8-6A1C-BF05-BBC8CD3B2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823" y="1165212"/>
            <a:ext cx="1523621" cy="416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E4C4FD4-8236-BFB2-8073-C554E53929CF}"/>
              </a:ext>
            </a:extLst>
          </p:cNvPr>
          <p:cNvSpPr/>
          <p:nvPr/>
        </p:nvSpPr>
        <p:spPr>
          <a:xfrm>
            <a:off x="3311547" y="1111997"/>
            <a:ext cx="2604062" cy="213463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5A460276-9ADF-6511-20D8-80FD0535A1AB}"/>
              </a:ext>
            </a:extLst>
          </p:cNvPr>
          <p:cNvCxnSpPr>
            <a:cxnSpLocks/>
          </p:cNvCxnSpPr>
          <p:nvPr/>
        </p:nvCxnSpPr>
        <p:spPr>
          <a:xfrm>
            <a:off x="2975872" y="724280"/>
            <a:ext cx="1789636" cy="342511"/>
          </a:xfrm>
          <a:prstGeom prst="bentConnector3">
            <a:avLst>
              <a:gd name="adj1" fmla="val 10005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7D48D587-3E03-D3C0-6CB0-D2E2593A5F4A}"/>
              </a:ext>
            </a:extLst>
          </p:cNvPr>
          <p:cNvCxnSpPr>
            <a:cxnSpLocks/>
          </p:cNvCxnSpPr>
          <p:nvPr/>
        </p:nvCxnSpPr>
        <p:spPr>
          <a:xfrm flipV="1">
            <a:off x="2975872" y="3266875"/>
            <a:ext cx="1829790" cy="755627"/>
          </a:xfrm>
          <a:prstGeom prst="bentConnector3">
            <a:avLst>
              <a:gd name="adj1" fmla="val 100483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48" name="Picture 8" descr="LTspice Program Download – Electronics Projects Circuits">
            <a:extLst>
              <a:ext uri="{FF2B5EF4-FFF2-40B4-BE49-F238E27FC236}">
                <a16:creationId xmlns:a16="http://schemas.microsoft.com/office/drawing/2014/main" id="{A5E5B425-1488-95BD-5CAF-901479F3D8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056" y="1635200"/>
            <a:ext cx="2415518" cy="1575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A190785-879F-605A-AD6B-807B4AC8B34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335" t="5579" r="3876" b="31219"/>
          <a:stretch/>
        </p:blipFill>
        <p:spPr>
          <a:xfrm>
            <a:off x="6756901" y="722444"/>
            <a:ext cx="3904817" cy="125021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924E9DB-2AEC-DBA3-75BD-EAC7EA4C98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7762" y="1972656"/>
            <a:ext cx="1721892" cy="171803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9045031-704D-32F0-3B2B-C8AC2D0312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9654" y="1916262"/>
            <a:ext cx="2139887" cy="1815689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0626ACD7-2E07-34D2-EE47-E3C975C19E52}"/>
              </a:ext>
            </a:extLst>
          </p:cNvPr>
          <p:cNvSpPr/>
          <p:nvPr/>
        </p:nvSpPr>
        <p:spPr>
          <a:xfrm>
            <a:off x="6691518" y="452767"/>
            <a:ext cx="4315433" cy="347119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50" name="Picture 10" descr="Altium Designer ...">
            <a:extLst>
              <a:ext uri="{FF2B5EF4-FFF2-40B4-BE49-F238E27FC236}">
                <a16:creationId xmlns:a16="http://schemas.microsoft.com/office/drawing/2014/main" id="{019082A7-C054-31D5-7BC2-F5C32C772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1258" y="4052229"/>
            <a:ext cx="2800350" cy="162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AC6BC77E-F8A9-21B2-46FD-5E03F0CE43FB}"/>
              </a:ext>
            </a:extLst>
          </p:cNvPr>
          <p:cNvSpPr txBox="1"/>
          <p:nvPr/>
        </p:nvSpPr>
        <p:spPr>
          <a:xfrm>
            <a:off x="9618533" y="5684512"/>
            <a:ext cx="1585799" cy="4152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spcFirstLastPara="0" vert="horz" wrap="square" lIns="148695" tIns="156081" rIns="148695" bIns="156081" numCol="1" spcCol="1270" anchor="ctr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500" kern="1200" dirty="0"/>
              <a:t>Bill of Materials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3D02D1DF-D791-CEF6-1393-A3A4EBC8D677}"/>
              </a:ext>
            </a:extLst>
          </p:cNvPr>
          <p:cNvSpPr/>
          <p:nvPr/>
        </p:nvSpPr>
        <p:spPr>
          <a:xfrm>
            <a:off x="6047707" y="2273154"/>
            <a:ext cx="463420" cy="1119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52" name="Picture 12" descr="Download Altium Designer for free and ...">
            <a:extLst>
              <a:ext uri="{FF2B5EF4-FFF2-40B4-BE49-F238E27FC236}">
                <a16:creationId xmlns:a16="http://schemas.microsoft.com/office/drawing/2014/main" id="{3C9A805E-089F-A045-961C-9A793B851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494" y="481496"/>
            <a:ext cx="1607634" cy="39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E0C1466F-DAC3-F975-C3CD-EA179D64BE22}"/>
              </a:ext>
            </a:extLst>
          </p:cNvPr>
          <p:cNvSpPr txBox="1"/>
          <p:nvPr/>
        </p:nvSpPr>
        <p:spPr>
          <a:xfrm>
            <a:off x="104978" y="4925407"/>
            <a:ext cx="82840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GAN3R2-100CBE </a:t>
            </a:r>
          </a:p>
          <a:p>
            <a:r>
              <a:rPr lang="en-US" sz="1800" b="0" i="0" u="none" strike="noStrike" baseline="0" dirty="0">
                <a:solidFill>
                  <a:srgbClr val="457786"/>
                </a:solidFill>
                <a:latin typeface="Aptos" panose="020B0004020202020204" pitchFamily="34" charset="0"/>
              </a:rPr>
              <a:t>https://assets.nexperia.com/documents/data-sheet/GAN3R2-100CBE.pdf </a:t>
            </a:r>
          </a:p>
          <a:p>
            <a:r>
              <a:rPr lang="en-US" sz="1800" b="0" i="0" u="none" strike="noStrike" baseline="0" dirty="0">
                <a:latin typeface="Aptos" panose="020B0004020202020204" pitchFamily="34" charset="0"/>
              </a:rPr>
              <a:t>High Speed Half-Bridge Driver for </a:t>
            </a:r>
            <a:r>
              <a:rPr lang="en-US" sz="1800" b="0" i="0" u="none" strike="noStrike" baseline="0" dirty="0" err="1">
                <a:latin typeface="Aptos" panose="020B0004020202020204" pitchFamily="34" charset="0"/>
              </a:rPr>
              <a:t>GaN</a:t>
            </a:r>
            <a:r>
              <a:rPr lang="en-US" sz="1800" b="0" i="0" u="none" strike="noStrike" baseline="0" dirty="0">
                <a:latin typeface="Aptos" panose="020B0004020202020204" pitchFamily="34" charset="0"/>
              </a:rPr>
              <a:t> Power Switches NCP51820 </a:t>
            </a:r>
          </a:p>
          <a:p>
            <a:r>
              <a:rPr lang="en-US" sz="1800" b="0" i="0" u="none" strike="noStrike" baseline="0" dirty="0">
                <a:solidFill>
                  <a:srgbClr val="457786"/>
                </a:solidFill>
                <a:latin typeface="Aptos" panose="020B0004020202020204" pitchFamily="34" charset="0"/>
              </a:rPr>
              <a:t>www.onsemi.com/pdf/datasheet/ncp51820-d.pdf </a:t>
            </a:r>
            <a:endParaRPr lang="en-US" dirty="0"/>
          </a:p>
        </p:txBody>
      </p:sp>
      <p:pic>
        <p:nvPicPr>
          <p:cNvPr id="3" name="Picture 2" descr="A black and green logo&#10;&#10;Description automatically generated">
            <a:extLst>
              <a:ext uri="{FF2B5EF4-FFF2-40B4-BE49-F238E27FC236}">
                <a16:creationId xmlns:a16="http://schemas.microsoft.com/office/drawing/2014/main" id="{8CB11BE3-32CC-CB61-FC9F-6F9DB7D177D2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4242" y="66793"/>
            <a:ext cx="1928015" cy="69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834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5B4402-DCF4-D862-6E9E-654696889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4F99093-FB6D-43E0-AA45-FA744653E0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E8B83EF-4FB2-4C16-B94A-73A8FBCD1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5CE4779-ABAB-448C-B806-A60E8F835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84E8940-EE47-4A50-B7D3-F4BF68524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BA40340-BD4D-49C0-8BC6-61AF7391FE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79A4281-F939-4206-9B6F-8DDD2FDAAB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8774401-76BE-487C-8645-DC90C8331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409CADB-B9F4-87D8-EE19-5D6EB89E0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40" y="72553"/>
            <a:ext cx="3694582" cy="354430"/>
          </a:xfrm>
        </p:spPr>
        <p:txBody>
          <a:bodyPr>
            <a:noAutofit/>
          </a:bodyPr>
          <a:lstStyle/>
          <a:p>
            <a:pPr lvl="0"/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NCP51820 Gate Driver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80A15-82B4-D45A-14E6-049A8B645A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4672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0956CEB-6CDE-4930-8E1A-D8F60CF96CEF}" type="datetime1">
              <a:rPr lang="en-US" smtClean="0"/>
              <a:pPr>
                <a:spcAft>
                  <a:spcPts val="600"/>
                </a:spcAft>
              </a:pPr>
              <a:t>8/8/2024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96022-D018-84C4-546A-09B95548C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Jagadeesh_AP2312210002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931E-881D-4CB0-FEA4-2168AD08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IN" smtClean="0"/>
              <a:pPr>
                <a:spcAft>
                  <a:spcPts val="600"/>
                </a:spcAft>
              </a:pPr>
              <a:t>14</a:t>
            </a:fld>
            <a:endParaRPr lang="en-IN"/>
          </a:p>
        </p:txBody>
      </p:sp>
      <p:graphicFrame>
        <p:nvGraphicFramePr>
          <p:cNvPr id="32" name="TextBox 8">
            <a:extLst>
              <a:ext uri="{FF2B5EF4-FFF2-40B4-BE49-F238E27FC236}">
                <a16:creationId xmlns:a16="http://schemas.microsoft.com/office/drawing/2014/main" id="{E22BCD6C-E8AC-2C85-C941-C0DD8A2F17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0987892"/>
              </p:ext>
            </p:extLst>
          </p:nvPr>
        </p:nvGraphicFramePr>
        <p:xfrm>
          <a:off x="74645" y="447244"/>
          <a:ext cx="11513975" cy="28557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A6AF88F0-F858-E1B4-3783-683395199A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1885440"/>
              </p:ext>
            </p:extLst>
          </p:nvPr>
        </p:nvGraphicFramePr>
        <p:xfrm>
          <a:off x="202163" y="3790949"/>
          <a:ext cx="10515600" cy="2747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6" name="Title 1">
            <a:extLst>
              <a:ext uri="{FF2B5EF4-FFF2-40B4-BE49-F238E27FC236}">
                <a16:creationId xmlns:a16="http://schemas.microsoft.com/office/drawing/2014/main" id="{5F21ACBF-B093-21C6-6CE2-EE4D6F448AC1}"/>
              </a:ext>
            </a:extLst>
          </p:cNvPr>
          <p:cNvSpPr txBox="1">
            <a:spLocks/>
          </p:cNvSpPr>
          <p:nvPr/>
        </p:nvSpPr>
        <p:spPr>
          <a:xfrm>
            <a:off x="213219" y="3401332"/>
            <a:ext cx="4004217" cy="3544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GaN3R2-100CBE MOSFET </a:t>
            </a:r>
          </a:p>
        </p:txBody>
      </p:sp>
      <p:pic>
        <p:nvPicPr>
          <p:cNvPr id="3" name="Picture 2" descr="A black and green logo&#10;&#10;Description automatically generated">
            <a:extLst>
              <a:ext uri="{FF2B5EF4-FFF2-40B4-BE49-F238E27FC236}">
                <a16:creationId xmlns:a16="http://schemas.microsoft.com/office/drawing/2014/main" id="{D486C0DE-217B-FE5B-B7A4-CE7863977E43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2" y="-4155"/>
            <a:ext cx="1564433" cy="56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779199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EF7CA-845B-F949-78DA-FE9ACC5394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3467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0956CEB-6CDE-4930-8E1A-D8F60CF96CEF}" type="datetime1">
              <a:rPr lang="en-US" smtClean="0"/>
              <a:pPr>
                <a:spcAft>
                  <a:spcPts val="600"/>
                </a:spcAft>
              </a:pPr>
              <a:t>8/8/2024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80998-E3BF-F062-1B3B-91320CF37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Jagadeesh_AP2312210002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96317-D079-9687-4C29-2EFEEA405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6729F5-5846-2846-ABFE-E482DFC04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7813" y="288485"/>
            <a:ext cx="3845560" cy="56959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Software’s</a:t>
            </a:r>
          </a:p>
        </p:txBody>
      </p:sp>
      <p:graphicFrame>
        <p:nvGraphicFramePr>
          <p:cNvPr id="30" name="Content Placeholder 7">
            <a:extLst>
              <a:ext uri="{FF2B5EF4-FFF2-40B4-BE49-F238E27FC236}">
                <a16:creationId xmlns:a16="http://schemas.microsoft.com/office/drawing/2014/main" id="{C6E98206-04F1-C61C-F163-95654ABA64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129540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 black and green logo&#10;&#10;Description automatically generated">
            <a:extLst>
              <a:ext uri="{FF2B5EF4-FFF2-40B4-BE49-F238E27FC236}">
                <a16:creationId xmlns:a16="http://schemas.microsoft.com/office/drawing/2014/main" id="{AA8C3E8E-6CDA-D398-81CF-EDDD41CA24E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520" y="77367"/>
            <a:ext cx="1928015" cy="69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080564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479D2-5DF8-6A68-FC1A-F684458B0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61DF7-3015-603F-0E11-49EC023B6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8/8/2024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B390D-783C-0B09-DA8D-A59DD1876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D6D90-EF1F-C131-EB57-373A35498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16</a:t>
            </a:fld>
            <a:endParaRPr lang="en-IN"/>
          </a:p>
        </p:txBody>
      </p:sp>
      <p:graphicFrame>
        <p:nvGraphicFramePr>
          <p:cNvPr id="10" name="Content Placeholder 7">
            <a:extLst>
              <a:ext uri="{FF2B5EF4-FFF2-40B4-BE49-F238E27FC236}">
                <a16:creationId xmlns:a16="http://schemas.microsoft.com/office/drawing/2014/main" id="{7E08DC59-9115-AE49-E2DE-86A9D092D43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 black and green logo&#10;&#10;Description automatically generated">
            <a:extLst>
              <a:ext uri="{FF2B5EF4-FFF2-40B4-BE49-F238E27FC236}">
                <a16:creationId xmlns:a16="http://schemas.microsoft.com/office/drawing/2014/main" id="{749541FE-329B-FE2F-3C43-5F6CF37E381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70" y="136526"/>
            <a:ext cx="1928015" cy="69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915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A866F0E-F54B-4BF5-8A88-7D97BD45F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229EC50-E910-4AE2-9EEA-604A81EF6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6941221 w 12192000"/>
              <a:gd name="connsiteY0" fmla="*/ 2015186 h 6858000"/>
              <a:gd name="connsiteX1" fmla="*/ 6907857 w 12192000"/>
              <a:gd name="connsiteY1" fmla="*/ 2033351 h 6858000"/>
              <a:gd name="connsiteX2" fmla="*/ 7093700 w 12192000"/>
              <a:gd name="connsiteY2" fmla="*/ 2101457 h 6858000"/>
              <a:gd name="connsiteX3" fmla="*/ 6803079 w 12192000"/>
              <a:gd name="connsiteY3" fmla="*/ 2065612 h 6858000"/>
              <a:gd name="connsiteX4" fmla="*/ 6798115 w 12192000"/>
              <a:gd name="connsiteY4" fmla="*/ 2088772 h 6858000"/>
              <a:gd name="connsiteX5" fmla="*/ 7128167 w 12192000"/>
              <a:gd name="connsiteY5" fmla="*/ 2176455 h 6858000"/>
              <a:gd name="connsiteX6" fmla="*/ 7098663 w 12192000"/>
              <a:gd name="connsiteY6" fmla="*/ 2189968 h 6858000"/>
              <a:gd name="connsiteX7" fmla="*/ 6923298 w 12192000"/>
              <a:gd name="connsiteY7" fmla="*/ 2156052 h 6858000"/>
              <a:gd name="connsiteX8" fmla="*/ 6888004 w 12192000"/>
              <a:gd name="connsiteY8" fmla="*/ 2164875 h 6858000"/>
              <a:gd name="connsiteX9" fmla="*/ 6905375 w 12192000"/>
              <a:gd name="connsiteY9" fmla="*/ 2205958 h 6858000"/>
              <a:gd name="connsiteX10" fmla="*/ 6981477 w 12192000"/>
              <a:gd name="connsiteY10" fmla="*/ 2221951 h 6858000"/>
              <a:gd name="connsiteX11" fmla="*/ 7100043 w 12192000"/>
              <a:gd name="connsiteY11" fmla="*/ 2318459 h 6858000"/>
              <a:gd name="connsiteX12" fmla="*/ 6920540 w 12192000"/>
              <a:gd name="connsiteY12" fmla="*/ 2306877 h 6858000"/>
              <a:gd name="connsiteX13" fmla="*/ 6888831 w 12192000"/>
              <a:gd name="connsiteY13" fmla="*/ 2330314 h 6858000"/>
              <a:gd name="connsiteX14" fmla="*/ 6876698 w 12192000"/>
              <a:gd name="connsiteY14" fmla="*/ 2360645 h 6858000"/>
              <a:gd name="connsiteX15" fmla="*/ 6807214 w 12192000"/>
              <a:gd name="connsiteY15" fmla="*/ 2385736 h 6858000"/>
              <a:gd name="connsiteX16" fmla="*/ 6916405 w 12192000"/>
              <a:gd name="connsiteY16" fmla="*/ 2413862 h 6858000"/>
              <a:gd name="connsiteX17" fmla="*/ 6799770 w 12192000"/>
              <a:gd name="connsiteY17" fmla="*/ 2413862 h 6858000"/>
              <a:gd name="connsiteX18" fmla="*/ 6665762 w 12192000"/>
              <a:gd name="connsiteY18" fmla="*/ 2394561 h 6858000"/>
              <a:gd name="connsiteX19" fmla="*/ 6522933 w 12192000"/>
              <a:gd name="connsiteY19" fmla="*/ 2400626 h 6858000"/>
              <a:gd name="connsiteX20" fmla="*/ 6237275 w 12192000"/>
              <a:gd name="connsiteY20" fmla="*/ 2365057 h 6858000"/>
              <a:gd name="connsiteX21" fmla="*/ 6101338 w 12192000"/>
              <a:gd name="connsiteY21" fmla="*/ 2367538 h 6858000"/>
              <a:gd name="connsiteX22" fmla="*/ 6857121 w 12192000"/>
              <a:gd name="connsiteY22" fmla="*/ 2606875 h 6858000"/>
              <a:gd name="connsiteX23" fmla="*/ 6818519 w 12192000"/>
              <a:gd name="connsiteY23" fmla="*/ 2659539 h 6858000"/>
              <a:gd name="connsiteX24" fmla="*/ 6976790 w 12192000"/>
              <a:gd name="connsiteY24" fmla="*/ 2716892 h 6858000"/>
              <a:gd name="connsiteX25" fmla="*/ 7015669 w 12192000"/>
              <a:gd name="connsiteY25" fmla="*/ 2773693 h 6858000"/>
              <a:gd name="connsiteX26" fmla="*/ 6966864 w 12192000"/>
              <a:gd name="connsiteY26" fmla="*/ 2768730 h 6858000"/>
              <a:gd name="connsiteX27" fmla="*/ 6924953 w 12192000"/>
              <a:gd name="connsiteY27" fmla="*/ 2779483 h 6858000"/>
              <a:gd name="connsiteX28" fmla="*/ 6942323 w 12192000"/>
              <a:gd name="connsiteY28" fmla="*/ 2851726 h 6858000"/>
              <a:gd name="connsiteX29" fmla="*/ 7165943 w 12192000"/>
              <a:gd name="connsiteY29" fmla="*/ 2944924 h 6858000"/>
              <a:gd name="connsiteX30" fmla="*/ 7186071 w 12192000"/>
              <a:gd name="connsiteY30" fmla="*/ 2975254 h 6858000"/>
              <a:gd name="connsiteX31" fmla="*/ 7159325 w 12192000"/>
              <a:gd name="connsiteY31" fmla="*/ 2996762 h 6858000"/>
              <a:gd name="connsiteX32" fmla="*/ 7087082 w 12192000"/>
              <a:gd name="connsiteY32" fmla="*/ 3007790 h 6858000"/>
              <a:gd name="connsiteX33" fmla="*/ 7188276 w 12192000"/>
              <a:gd name="connsiteY33" fmla="*/ 3111191 h 6858000"/>
              <a:gd name="connsiteX34" fmla="*/ 7225225 w 12192000"/>
              <a:gd name="connsiteY34" fmla="*/ 3139866 h 6858000"/>
              <a:gd name="connsiteX35" fmla="*/ 7288368 w 12192000"/>
              <a:gd name="connsiteY35" fmla="*/ 3184260 h 6858000"/>
              <a:gd name="connsiteX36" fmla="*/ 7289471 w 12192000"/>
              <a:gd name="connsiteY36" fmla="*/ 3197771 h 6858000"/>
              <a:gd name="connsiteX37" fmla="*/ 7203442 w 12192000"/>
              <a:gd name="connsiteY37" fmla="*/ 3245472 h 6858000"/>
              <a:gd name="connsiteX38" fmla="*/ 7048205 w 12192000"/>
              <a:gd name="connsiteY38" fmla="*/ 3232512 h 6858000"/>
              <a:gd name="connsiteX39" fmla="*/ 7277614 w 12192000"/>
              <a:gd name="connsiteY39" fmla="*/ 3303652 h 6858000"/>
              <a:gd name="connsiteX40" fmla="*/ 6535066 w 12192000"/>
              <a:gd name="connsiteY40" fmla="*/ 3134077 h 6858000"/>
              <a:gd name="connsiteX41" fmla="*/ 6582492 w 12192000"/>
              <a:gd name="connsiteY41" fmla="*/ 3178469 h 6858000"/>
              <a:gd name="connsiteX42" fmla="*/ 6842233 w 12192000"/>
              <a:gd name="connsiteY42" fmla="*/ 3295379 h 6858000"/>
              <a:gd name="connsiteX43" fmla="*/ 6915853 w 12192000"/>
              <a:gd name="connsiteY43" fmla="*/ 3368725 h 6858000"/>
              <a:gd name="connsiteX44" fmla="*/ 6993058 w 12192000"/>
              <a:gd name="connsiteY44" fmla="*/ 3409257 h 6858000"/>
              <a:gd name="connsiteX45" fmla="*/ 7101421 w 12192000"/>
              <a:gd name="connsiteY45" fmla="*/ 3408430 h 6858000"/>
              <a:gd name="connsiteX46" fmla="*/ 7178350 w 12192000"/>
              <a:gd name="connsiteY46" fmla="*/ 3470746 h 6858000"/>
              <a:gd name="connsiteX47" fmla="*/ 7098112 w 12192000"/>
              <a:gd name="connsiteY47" fmla="*/ 3483982 h 6858000"/>
              <a:gd name="connsiteX48" fmla="*/ 7004088 w 12192000"/>
              <a:gd name="connsiteY48" fmla="*/ 3473780 h 6858000"/>
              <a:gd name="connsiteX49" fmla="*/ 6801147 w 12192000"/>
              <a:gd name="connsiteY49" fmla="*/ 3477087 h 6858000"/>
              <a:gd name="connsiteX50" fmla="*/ 6684788 w 12192000"/>
              <a:gd name="connsiteY50" fmla="*/ 3489220 h 6858000"/>
              <a:gd name="connsiteX51" fmla="*/ 6417328 w 12192000"/>
              <a:gd name="connsiteY51" fmla="*/ 3468539 h 6858000"/>
              <a:gd name="connsiteX52" fmla="*/ 6433045 w 12192000"/>
              <a:gd name="connsiteY52" fmla="*/ 3521481 h 6858000"/>
              <a:gd name="connsiteX53" fmla="*/ 6423117 w 12192000"/>
              <a:gd name="connsiteY53" fmla="*/ 3567527 h 6858000"/>
              <a:gd name="connsiteX54" fmla="*/ 6419258 w 12192000"/>
              <a:gd name="connsiteY54" fmla="*/ 3667620 h 6858000"/>
              <a:gd name="connsiteX55" fmla="*/ 6421740 w 12192000"/>
              <a:gd name="connsiteY55" fmla="*/ 3683888 h 6858000"/>
              <a:gd name="connsiteX56" fmla="*/ 6361906 w 12192000"/>
              <a:gd name="connsiteY56" fmla="*/ 3694366 h 6858000"/>
              <a:gd name="connsiteX57" fmla="*/ 6718429 w 12192000"/>
              <a:gd name="connsiteY57" fmla="*/ 3902544 h 6858000"/>
              <a:gd name="connsiteX58" fmla="*/ 6480195 w 12192000"/>
              <a:gd name="connsiteY58" fmla="*/ 3849603 h 6858000"/>
              <a:gd name="connsiteX59" fmla="*/ 6447934 w 12192000"/>
              <a:gd name="connsiteY59" fmla="*/ 3937011 h 6858000"/>
              <a:gd name="connsiteX60" fmla="*/ 6559882 w 12192000"/>
              <a:gd name="connsiteY60" fmla="*/ 4014767 h 6858000"/>
              <a:gd name="connsiteX61" fmla="*/ 6601241 w 12192000"/>
              <a:gd name="connsiteY61" fmla="*/ 4168626 h 6858000"/>
              <a:gd name="connsiteX62" fmla="*/ 6581113 w 12192000"/>
              <a:gd name="connsiteY62" fmla="*/ 4309250 h 6858000"/>
              <a:gd name="connsiteX63" fmla="*/ 6533136 w 12192000"/>
              <a:gd name="connsiteY63" fmla="*/ 4353918 h 6858000"/>
              <a:gd name="connsiteX64" fmla="*/ 6463651 w 12192000"/>
              <a:gd name="connsiteY64" fmla="*/ 4434156 h 6858000"/>
              <a:gd name="connsiteX65" fmla="*/ 6420637 w 12192000"/>
              <a:gd name="connsiteY65" fmla="*/ 4483787 h 6858000"/>
              <a:gd name="connsiteX66" fmla="*/ 6271190 w 12192000"/>
              <a:gd name="connsiteY66" fmla="*/ 4464487 h 6858000"/>
              <a:gd name="connsiteX67" fmla="*/ 6470545 w 12192000"/>
              <a:gd name="connsiteY67" fmla="*/ 4590498 h 6858000"/>
              <a:gd name="connsiteX68" fmla="*/ 6308965 w 12192000"/>
              <a:gd name="connsiteY68" fmla="*/ 4574780 h 6858000"/>
              <a:gd name="connsiteX69" fmla="*/ 6256301 w 12192000"/>
              <a:gd name="connsiteY69" fmla="*/ 4583603 h 6858000"/>
              <a:gd name="connsiteX70" fmla="*/ 6286354 w 12192000"/>
              <a:gd name="connsiteY70" fmla="*/ 4624412 h 6858000"/>
              <a:gd name="connsiteX71" fmla="*/ 6404920 w 12192000"/>
              <a:gd name="connsiteY71" fmla="*/ 4693621 h 6858000"/>
              <a:gd name="connsiteX72" fmla="*/ 6649220 w 12192000"/>
              <a:gd name="connsiteY72" fmla="*/ 4881120 h 6858000"/>
              <a:gd name="connsiteX73" fmla="*/ 6412640 w 12192000"/>
              <a:gd name="connsiteY73" fmla="*/ 4795092 h 6858000"/>
              <a:gd name="connsiteX74" fmla="*/ 6661902 w 12192000"/>
              <a:gd name="connsiteY74" fmla="*/ 4987828 h 6858000"/>
              <a:gd name="connsiteX75" fmla="*/ 6717325 w 12192000"/>
              <a:gd name="connsiteY75" fmla="*/ 5051798 h 6858000"/>
              <a:gd name="connsiteX76" fmla="*/ 6829272 w 12192000"/>
              <a:gd name="connsiteY76" fmla="*/ 5210619 h 6858000"/>
              <a:gd name="connsiteX77" fmla="*/ 6823757 w 12192000"/>
              <a:gd name="connsiteY77" fmla="*/ 5228542 h 6858000"/>
              <a:gd name="connsiteX78" fmla="*/ 6694439 w 12192000"/>
              <a:gd name="connsiteY78" fmla="*/ 5202899 h 6858000"/>
              <a:gd name="connsiteX79" fmla="*/ 6862085 w 12192000"/>
              <a:gd name="connsiteY79" fmla="*/ 5336355 h 6858000"/>
              <a:gd name="connsiteX80" fmla="*/ 7035246 w 12192000"/>
              <a:gd name="connsiteY80" fmla="*/ 5438926 h 6858000"/>
              <a:gd name="connsiteX81" fmla="*/ 6912268 w 12192000"/>
              <a:gd name="connsiteY81" fmla="*/ 5423210 h 6858000"/>
              <a:gd name="connsiteX82" fmla="*/ 6743244 w 12192000"/>
              <a:gd name="connsiteY82" fmla="*/ 5364479 h 6858000"/>
              <a:gd name="connsiteX83" fmla="*/ 6684513 w 12192000"/>
              <a:gd name="connsiteY83" fmla="*/ 5386538 h 6858000"/>
              <a:gd name="connsiteX84" fmla="*/ 6844713 w 12192000"/>
              <a:gd name="connsiteY84" fmla="*/ 5483595 h 6858000"/>
              <a:gd name="connsiteX85" fmla="*/ 6936533 w 12192000"/>
              <a:gd name="connsiteY85" fmla="*/ 5528541 h 6858000"/>
              <a:gd name="connsiteX86" fmla="*/ 6973204 w 12192000"/>
              <a:gd name="connsiteY86" fmla="*/ 5563007 h 6858000"/>
              <a:gd name="connsiteX87" fmla="*/ 7077983 w 12192000"/>
              <a:gd name="connsiteY87" fmla="*/ 5685983 h 6858000"/>
              <a:gd name="connsiteX88" fmla="*/ 7385702 w 12192000"/>
              <a:gd name="connsiteY88" fmla="*/ 5820265 h 6858000"/>
              <a:gd name="connsiteX89" fmla="*/ 7673565 w 12192000"/>
              <a:gd name="connsiteY89" fmla="*/ 5987085 h 6858000"/>
              <a:gd name="connsiteX90" fmla="*/ 7898289 w 12192000"/>
              <a:gd name="connsiteY90" fmla="*/ 6091035 h 6858000"/>
              <a:gd name="connsiteX91" fmla="*/ 8466299 w 12192000"/>
              <a:gd name="connsiteY91" fmla="*/ 6224765 h 6858000"/>
              <a:gd name="connsiteX92" fmla="*/ 10620599 w 12192000"/>
              <a:gd name="connsiteY92" fmla="*/ 5317605 h 6858000"/>
              <a:gd name="connsiteX93" fmla="*/ 10647894 w 12192000"/>
              <a:gd name="connsiteY93" fmla="*/ 5290581 h 6858000"/>
              <a:gd name="connsiteX94" fmla="*/ 10752398 w 12192000"/>
              <a:gd name="connsiteY94" fmla="*/ 5188838 h 6858000"/>
              <a:gd name="connsiteX95" fmla="*/ 10841186 w 12192000"/>
              <a:gd name="connsiteY95" fmla="*/ 5097293 h 6858000"/>
              <a:gd name="connsiteX96" fmla="*/ 10794861 w 12192000"/>
              <a:gd name="connsiteY96" fmla="*/ 5066412 h 6858000"/>
              <a:gd name="connsiteX97" fmla="*/ 10857454 w 12192000"/>
              <a:gd name="connsiteY97" fmla="*/ 4979004 h 6858000"/>
              <a:gd name="connsiteX98" fmla="*/ 11056532 w 12192000"/>
              <a:gd name="connsiteY98" fmla="*/ 4709613 h 6858000"/>
              <a:gd name="connsiteX99" fmla="*/ 11143939 w 12192000"/>
              <a:gd name="connsiteY99" fmla="*/ 4650332 h 6858000"/>
              <a:gd name="connsiteX100" fmla="*/ 11250372 w 12192000"/>
              <a:gd name="connsiteY100" fmla="*/ 4501160 h 6858000"/>
              <a:gd name="connsiteX101" fmla="*/ 11265538 w 12192000"/>
              <a:gd name="connsiteY101" fmla="*/ 4466694 h 6858000"/>
              <a:gd name="connsiteX102" fmla="*/ 11243755 w 12192000"/>
              <a:gd name="connsiteY102" fmla="*/ 4422850 h 6858000"/>
              <a:gd name="connsiteX103" fmla="*/ 11227486 w 12192000"/>
              <a:gd name="connsiteY103" fmla="*/ 4378734 h 6858000"/>
              <a:gd name="connsiteX104" fmla="*/ 11248718 w 12192000"/>
              <a:gd name="connsiteY104" fmla="*/ 4365774 h 6858000"/>
              <a:gd name="connsiteX105" fmla="*/ 11385204 w 12192000"/>
              <a:gd name="connsiteY105" fmla="*/ 4343440 h 6858000"/>
              <a:gd name="connsiteX106" fmla="*/ 11306070 w 12192000"/>
              <a:gd name="connsiteY106" fmla="*/ 4259618 h 6858000"/>
              <a:gd name="connsiteX107" fmla="*/ 11166550 w 12192000"/>
              <a:gd name="connsiteY107" fmla="*/ 4134711 h 6858000"/>
              <a:gd name="connsiteX108" fmla="*/ 11103130 w 12192000"/>
              <a:gd name="connsiteY108" fmla="*/ 4045924 h 6858000"/>
              <a:gd name="connsiteX109" fmla="*/ 11095686 w 12192000"/>
              <a:gd name="connsiteY109" fmla="*/ 3966514 h 6858000"/>
              <a:gd name="connsiteX110" fmla="*/ 10971054 w 12192000"/>
              <a:gd name="connsiteY110" fmla="*/ 3919640 h 6858000"/>
              <a:gd name="connsiteX111" fmla="*/ 11088241 w 12192000"/>
              <a:gd name="connsiteY111" fmla="*/ 3751718 h 6858000"/>
              <a:gd name="connsiteX112" fmla="*/ 11100098 w 12192000"/>
              <a:gd name="connsiteY112" fmla="*/ 3716977 h 6858000"/>
              <a:gd name="connsiteX113" fmla="*/ 11029786 w 12192000"/>
              <a:gd name="connsiteY113" fmla="*/ 3592621 h 6858000"/>
              <a:gd name="connsiteX114" fmla="*/ 11018206 w 12192000"/>
              <a:gd name="connsiteY114" fmla="*/ 3572767 h 6858000"/>
              <a:gd name="connsiteX115" fmla="*/ 10992287 w 12192000"/>
              <a:gd name="connsiteY115" fmla="*/ 3533061 h 6858000"/>
              <a:gd name="connsiteX116" fmla="*/ 10917838 w 12192000"/>
              <a:gd name="connsiteY116" fmla="*/ 3523410 h 6858000"/>
              <a:gd name="connsiteX117" fmla="*/ 10956441 w 12192000"/>
              <a:gd name="connsiteY117" fmla="*/ 3495287 h 6858000"/>
              <a:gd name="connsiteX118" fmla="*/ 11031442 w 12192000"/>
              <a:gd name="connsiteY118" fmla="*/ 3400159 h 6858000"/>
              <a:gd name="connsiteX119" fmla="*/ 10981533 w 12192000"/>
              <a:gd name="connsiteY119" fmla="*/ 3309166 h 6858000"/>
              <a:gd name="connsiteX120" fmla="*/ 10978225 w 12192000"/>
              <a:gd name="connsiteY120" fmla="*/ 3258982 h 6858000"/>
              <a:gd name="connsiteX121" fmla="*/ 11062322 w 12192000"/>
              <a:gd name="connsiteY121" fmla="*/ 3194737 h 6858000"/>
              <a:gd name="connsiteX122" fmla="*/ 11125742 w 12192000"/>
              <a:gd name="connsiteY122" fmla="*/ 3169370 h 6858000"/>
              <a:gd name="connsiteX123" fmla="*/ 11154968 w 12192000"/>
              <a:gd name="connsiteY123" fmla="*/ 3132974 h 6858000"/>
              <a:gd name="connsiteX124" fmla="*/ 11120502 w 12192000"/>
              <a:gd name="connsiteY124" fmla="*/ 3102642 h 6858000"/>
              <a:gd name="connsiteX125" fmla="*/ 10967470 w 12192000"/>
              <a:gd name="connsiteY125" fmla="*/ 3030401 h 6858000"/>
              <a:gd name="connsiteX126" fmla="*/ 11049914 w 12192000"/>
              <a:gd name="connsiteY126" fmla="*/ 2970015 h 6858000"/>
              <a:gd name="connsiteX127" fmla="*/ 10618944 w 12192000"/>
              <a:gd name="connsiteY127" fmla="*/ 2685183 h 6858000"/>
              <a:gd name="connsiteX128" fmla="*/ 10566830 w 12192000"/>
              <a:gd name="connsiteY128" fmla="*/ 2641617 h 6858000"/>
              <a:gd name="connsiteX129" fmla="*/ 10290271 w 12192000"/>
              <a:gd name="connsiteY129" fmla="*/ 2536011 h 6858000"/>
              <a:gd name="connsiteX130" fmla="*/ 10005715 w 12192000"/>
              <a:gd name="connsiteY130" fmla="*/ 2461288 h 6858000"/>
              <a:gd name="connsiteX131" fmla="*/ 10203414 w 12192000"/>
              <a:gd name="connsiteY131" fmla="*/ 2303568 h 6858000"/>
              <a:gd name="connsiteX132" fmla="*/ 9901487 w 12192000"/>
              <a:gd name="connsiteY132" fmla="*/ 2266895 h 6858000"/>
              <a:gd name="connsiteX133" fmla="*/ 9871984 w 12192000"/>
              <a:gd name="connsiteY133" fmla="*/ 2267999 h 6858000"/>
              <a:gd name="connsiteX134" fmla="*/ 9279158 w 12192000"/>
              <a:gd name="connsiteY134" fmla="*/ 2243734 h 6858000"/>
              <a:gd name="connsiteX135" fmla="*/ 8429350 w 12192000"/>
              <a:gd name="connsiteY135" fmla="*/ 2163219 h 6858000"/>
              <a:gd name="connsiteX136" fmla="*/ 7725955 w 12192000"/>
              <a:gd name="connsiteY136" fmla="*/ 2114967 h 6858000"/>
              <a:gd name="connsiteX137" fmla="*/ 6977065 w 12192000"/>
              <a:gd name="connsiteY137" fmla="*/ 2021218 h 6858000"/>
              <a:gd name="connsiteX138" fmla="*/ 6941221 w 12192000"/>
              <a:gd name="connsiteY138" fmla="*/ 2015186 h 6858000"/>
              <a:gd name="connsiteX139" fmla="*/ 0 w 12192000"/>
              <a:gd name="connsiteY139" fmla="*/ 0 h 6858000"/>
              <a:gd name="connsiteX140" fmla="*/ 12192000 w 12192000"/>
              <a:gd name="connsiteY140" fmla="*/ 0 h 6858000"/>
              <a:gd name="connsiteX141" fmla="*/ 12192000 w 12192000"/>
              <a:gd name="connsiteY141" fmla="*/ 6858000 h 6858000"/>
              <a:gd name="connsiteX142" fmla="*/ 0 w 12192000"/>
              <a:gd name="connsiteY14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</a:cxnLst>
            <a:rect l="l" t="t" r="r" b="b"/>
            <a:pathLst>
              <a:path w="12192000" h="6858000">
                <a:moveTo>
                  <a:pt x="6941221" y="2015186"/>
                </a:moveTo>
                <a:cubicBezTo>
                  <a:pt x="6929158" y="2014876"/>
                  <a:pt x="6917508" y="2018599"/>
                  <a:pt x="6907857" y="2033351"/>
                </a:cubicBezTo>
                <a:cubicBezTo>
                  <a:pt x="6959143" y="2072228"/>
                  <a:pt x="7024491" y="2057614"/>
                  <a:pt x="7093700" y="2101457"/>
                </a:cubicBezTo>
                <a:cubicBezTo>
                  <a:pt x="6981202" y="2087669"/>
                  <a:pt x="6892139" y="2076639"/>
                  <a:pt x="6803079" y="2065612"/>
                </a:cubicBezTo>
                <a:cubicBezTo>
                  <a:pt x="6801424" y="2073332"/>
                  <a:pt x="6799770" y="2081052"/>
                  <a:pt x="6798115" y="2088772"/>
                </a:cubicBezTo>
                <a:cubicBezTo>
                  <a:pt x="6911993" y="2105040"/>
                  <a:pt x="7017322" y="2146951"/>
                  <a:pt x="7128167" y="2176455"/>
                </a:cubicBezTo>
                <a:cubicBezTo>
                  <a:pt x="7117964" y="2194655"/>
                  <a:pt x="7107764" y="2191070"/>
                  <a:pt x="7098663" y="2189968"/>
                </a:cubicBezTo>
                <a:cubicBezTo>
                  <a:pt x="7039381" y="2182798"/>
                  <a:pt x="6980099" y="2175629"/>
                  <a:pt x="6923298" y="2156052"/>
                </a:cubicBezTo>
                <a:cubicBezTo>
                  <a:pt x="6910614" y="2151639"/>
                  <a:pt x="6895172" y="2151639"/>
                  <a:pt x="6888004" y="2164875"/>
                </a:cubicBezTo>
                <a:cubicBezTo>
                  <a:pt x="6877801" y="2183625"/>
                  <a:pt x="6892414" y="2195758"/>
                  <a:pt x="6905375" y="2205958"/>
                </a:cubicBezTo>
                <a:cubicBezTo>
                  <a:pt x="6927985" y="2223606"/>
                  <a:pt x="6955282" y="2218643"/>
                  <a:pt x="6981477" y="2221951"/>
                </a:cubicBezTo>
                <a:cubicBezTo>
                  <a:pt x="7051237" y="2230499"/>
                  <a:pt x="7084601" y="2257245"/>
                  <a:pt x="7100043" y="2318459"/>
                </a:cubicBezTo>
                <a:cubicBezTo>
                  <a:pt x="7038829" y="2293642"/>
                  <a:pt x="6979822" y="2324249"/>
                  <a:pt x="6920540" y="2306877"/>
                </a:cubicBezTo>
                <a:cubicBezTo>
                  <a:pt x="6905099" y="2302466"/>
                  <a:pt x="6880559" y="2309083"/>
                  <a:pt x="6888831" y="2330314"/>
                </a:cubicBezTo>
                <a:cubicBezTo>
                  <a:pt x="6896552" y="2350168"/>
                  <a:pt x="6922195" y="2364505"/>
                  <a:pt x="6876698" y="2360645"/>
                </a:cubicBezTo>
                <a:cubicBezTo>
                  <a:pt x="6844163" y="2357887"/>
                  <a:pt x="6780468" y="2380223"/>
                  <a:pt x="6807214" y="2385736"/>
                </a:cubicBezTo>
                <a:cubicBezTo>
                  <a:pt x="6840853" y="2392631"/>
                  <a:pt x="6873666" y="2402557"/>
                  <a:pt x="6916405" y="2413862"/>
                </a:cubicBezTo>
                <a:cubicBezTo>
                  <a:pt x="6869254" y="2432335"/>
                  <a:pt x="6835338" y="2428475"/>
                  <a:pt x="6799770" y="2413862"/>
                </a:cubicBezTo>
                <a:cubicBezTo>
                  <a:pt x="6756756" y="2396214"/>
                  <a:pt x="6700781" y="2374708"/>
                  <a:pt x="6665762" y="2394561"/>
                </a:cubicBezTo>
                <a:cubicBezTo>
                  <a:pt x="6613373" y="2424340"/>
                  <a:pt x="6569807" y="2405589"/>
                  <a:pt x="6522933" y="2400626"/>
                </a:cubicBezTo>
                <a:cubicBezTo>
                  <a:pt x="6427531" y="2390424"/>
                  <a:pt x="6332953" y="2373328"/>
                  <a:pt x="6237275" y="2365057"/>
                </a:cubicBezTo>
                <a:cubicBezTo>
                  <a:pt x="6198948" y="2361748"/>
                  <a:pt x="6157588" y="2346032"/>
                  <a:pt x="6101338" y="2367538"/>
                </a:cubicBezTo>
                <a:cubicBezTo>
                  <a:pt x="6356116" y="2477556"/>
                  <a:pt x="6629642" y="2470664"/>
                  <a:pt x="6857121" y="2606875"/>
                </a:cubicBezTo>
                <a:cubicBezTo>
                  <a:pt x="6847471" y="2619834"/>
                  <a:pt x="6798391" y="2656782"/>
                  <a:pt x="6818519" y="2659539"/>
                </a:cubicBezTo>
                <a:cubicBezTo>
                  <a:pt x="6875044" y="2667537"/>
                  <a:pt x="6925227" y="2694558"/>
                  <a:pt x="6976790" y="2716892"/>
                </a:cubicBezTo>
                <a:cubicBezTo>
                  <a:pt x="6999125" y="2726543"/>
                  <a:pt x="7026146" y="2739227"/>
                  <a:pt x="7015669" y="2773693"/>
                </a:cubicBezTo>
                <a:cubicBezTo>
                  <a:pt x="6996642" y="2783343"/>
                  <a:pt x="6982580" y="2769833"/>
                  <a:pt x="6966864" y="2768730"/>
                </a:cubicBezTo>
                <a:cubicBezTo>
                  <a:pt x="6950871" y="2767628"/>
                  <a:pt x="6915025" y="2774796"/>
                  <a:pt x="6924953" y="2779483"/>
                </a:cubicBezTo>
                <a:cubicBezTo>
                  <a:pt x="6970172" y="2800715"/>
                  <a:pt x="6888831" y="2851726"/>
                  <a:pt x="6942323" y="2851726"/>
                </a:cubicBezTo>
                <a:cubicBezTo>
                  <a:pt x="7031937" y="2852001"/>
                  <a:pt x="7079638" y="2942441"/>
                  <a:pt x="7165943" y="2944924"/>
                </a:cubicBezTo>
                <a:cubicBezTo>
                  <a:pt x="7179728" y="2945198"/>
                  <a:pt x="7186346" y="2961191"/>
                  <a:pt x="7186071" y="2975254"/>
                </a:cubicBezTo>
                <a:cubicBezTo>
                  <a:pt x="7186071" y="2992074"/>
                  <a:pt x="7173387" y="2995107"/>
                  <a:pt x="7159325" y="2996762"/>
                </a:cubicBezTo>
                <a:cubicBezTo>
                  <a:pt x="7137817" y="2999242"/>
                  <a:pt x="7115483" y="2975254"/>
                  <a:pt x="7087082" y="3007790"/>
                </a:cubicBezTo>
                <a:cubicBezTo>
                  <a:pt x="7138094" y="3026815"/>
                  <a:pt x="7189103" y="3045842"/>
                  <a:pt x="7188276" y="3111191"/>
                </a:cubicBezTo>
                <a:cubicBezTo>
                  <a:pt x="7188001" y="3128836"/>
                  <a:pt x="7209232" y="3135454"/>
                  <a:pt x="7225225" y="3139866"/>
                </a:cubicBezTo>
                <a:cubicBezTo>
                  <a:pt x="7251696" y="3147036"/>
                  <a:pt x="7274028" y="3159720"/>
                  <a:pt x="7288368" y="3184260"/>
                </a:cubicBezTo>
                <a:cubicBezTo>
                  <a:pt x="7288092" y="3188948"/>
                  <a:pt x="7287816" y="3193910"/>
                  <a:pt x="7289471" y="3197771"/>
                </a:cubicBezTo>
                <a:cubicBezTo>
                  <a:pt x="7284784" y="3257053"/>
                  <a:pt x="7246181" y="3255398"/>
                  <a:pt x="7203442" y="3245472"/>
                </a:cubicBezTo>
                <a:cubicBezTo>
                  <a:pt x="7152432" y="3233340"/>
                  <a:pt x="7101973" y="3211281"/>
                  <a:pt x="7048205" y="3232512"/>
                </a:cubicBezTo>
                <a:cubicBezTo>
                  <a:pt x="7124032" y="3260913"/>
                  <a:pt x="7206475" y="3263118"/>
                  <a:pt x="7277614" y="3303652"/>
                </a:cubicBezTo>
                <a:cubicBezTo>
                  <a:pt x="7017322" y="3311097"/>
                  <a:pt x="6787361" y="3183155"/>
                  <a:pt x="6535066" y="3134077"/>
                </a:cubicBezTo>
                <a:cubicBezTo>
                  <a:pt x="6543614" y="3166887"/>
                  <a:pt x="6564017" y="3173505"/>
                  <a:pt x="6582492" y="3178469"/>
                </a:cubicBezTo>
                <a:cubicBezTo>
                  <a:pt x="6675690" y="3203286"/>
                  <a:pt x="6757305" y="3252642"/>
                  <a:pt x="6842233" y="3295379"/>
                </a:cubicBezTo>
                <a:cubicBezTo>
                  <a:pt x="6877249" y="3313026"/>
                  <a:pt x="6902618" y="3330674"/>
                  <a:pt x="6915853" y="3368725"/>
                </a:cubicBezTo>
                <a:cubicBezTo>
                  <a:pt x="6927710" y="3403192"/>
                  <a:pt x="6950596" y="3419185"/>
                  <a:pt x="6993058" y="3409257"/>
                </a:cubicBezTo>
                <a:cubicBezTo>
                  <a:pt x="7027524" y="3400985"/>
                  <a:pt x="7065299" y="3405397"/>
                  <a:pt x="7101421" y="3408430"/>
                </a:cubicBezTo>
                <a:cubicBezTo>
                  <a:pt x="7143057" y="3411739"/>
                  <a:pt x="7189655" y="3450618"/>
                  <a:pt x="7178350" y="3470746"/>
                </a:cubicBezTo>
                <a:cubicBezTo>
                  <a:pt x="7159050" y="3504937"/>
                  <a:pt x="7126789" y="3487842"/>
                  <a:pt x="7098112" y="3483982"/>
                </a:cubicBezTo>
                <a:cubicBezTo>
                  <a:pt x="7065575" y="3479295"/>
                  <a:pt x="7005191" y="3469643"/>
                  <a:pt x="7004088" y="3473780"/>
                </a:cubicBezTo>
                <a:cubicBezTo>
                  <a:pt x="6982854" y="3559532"/>
                  <a:pt x="6833408" y="3484809"/>
                  <a:pt x="6801147" y="3477087"/>
                </a:cubicBezTo>
                <a:cubicBezTo>
                  <a:pt x="6760891" y="3467437"/>
                  <a:pt x="6723115" y="3485085"/>
                  <a:pt x="6684788" y="3489220"/>
                </a:cubicBezTo>
                <a:cubicBezTo>
                  <a:pt x="6650597" y="3493080"/>
                  <a:pt x="6457309" y="3504937"/>
                  <a:pt x="6417328" y="3468539"/>
                </a:cubicBezTo>
                <a:cubicBezTo>
                  <a:pt x="6411813" y="3496940"/>
                  <a:pt x="6423393" y="3508521"/>
                  <a:pt x="6433045" y="3521481"/>
                </a:cubicBezTo>
                <a:cubicBezTo>
                  <a:pt x="6446556" y="3539954"/>
                  <a:pt x="6448762" y="3552914"/>
                  <a:pt x="6423117" y="3567527"/>
                </a:cubicBezTo>
                <a:cubicBezTo>
                  <a:pt x="6350049" y="3609441"/>
                  <a:pt x="6351153" y="3610818"/>
                  <a:pt x="6419258" y="3667620"/>
                </a:cubicBezTo>
                <a:cubicBezTo>
                  <a:pt x="6422568" y="3670100"/>
                  <a:pt x="6421188" y="3678373"/>
                  <a:pt x="6421740" y="3683888"/>
                </a:cubicBezTo>
                <a:cubicBezTo>
                  <a:pt x="6403817" y="3692711"/>
                  <a:pt x="6382861" y="3670652"/>
                  <a:pt x="6361906" y="3694366"/>
                </a:cubicBezTo>
                <a:cubicBezTo>
                  <a:pt x="6453173" y="3798591"/>
                  <a:pt x="6592418" y="3824234"/>
                  <a:pt x="6718429" y="3902544"/>
                </a:cubicBezTo>
                <a:cubicBezTo>
                  <a:pt x="6616407" y="3928462"/>
                  <a:pt x="6555194" y="3838022"/>
                  <a:pt x="6480195" y="3849603"/>
                </a:cubicBezTo>
                <a:cubicBezTo>
                  <a:pt x="6442696" y="3878004"/>
                  <a:pt x="6554091" y="3923499"/>
                  <a:pt x="6447934" y="3937011"/>
                </a:cubicBezTo>
                <a:cubicBezTo>
                  <a:pt x="6493983" y="3961826"/>
                  <a:pt x="6528173" y="3986089"/>
                  <a:pt x="6559882" y="4014767"/>
                </a:cubicBezTo>
                <a:cubicBezTo>
                  <a:pt x="6616407" y="4066053"/>
                  <a:pt x="6627437" y="4099693"/>
                  <a:pt x="6601241" y="4168626"/>
                </a:cubicBezTo>
                <a:cubicBezTo>
                  <a:pt x="6584145" y="4213846"/>
                  <a:pt x="6559054" y="4255483"/>
                  <a:pt x="6581113" y="4309250"/>
                </a:cubicBezTo>
                <a:cubicBezTo>
                  <a:pt x="6596553" y="4346198"/>
                  <a:pt x="6590487" y="4370461"/>
                  <a:pt x="6533136" y="4353918"/>
                </a:cubicBezTo>
                <a:cubicBezTo>
                  <a:pt x="6471372" y="4336270"/>
                  <a:pt x="6448211" y="4369358"/>
                  <a:pt x="6463651" y="4434156"/>
                </a:cubicBezTo>
                <a:cubicBezTo>
                  <a:pt x="6473577" y="4475792"/>
                  <a:pt x="6463099" y="4488475"/>
                  <a:pt x="6420637" y="4483787"/>
                </a:cubicBezTo>
                <a:cubicBezTo>
                  <a:pt x="6373762" y="4478549"/>
                  <a:pt x="6329093" y="4451251"/>
                  <a:pt x="6271190" y="4464487"/>
                </a:cubicBezTo>
                <a:cubicBezTo>
                  <a:pt x="6317512" y="4540039"/>
                  <a:pt x="6416501" y="4518531"/>
                  <a:pt x="6470545" y="4590498"/>
                </a:cubicBezTo>
                <a:cubicBezTo>
                  <a:pt x="6406023" y="4590772"/>
                  <a:pt x="6356666" y="4590498"/>
                  <a:pt x="6308965" y="4574780"/>
                </a:cubicBezTo>
                <a:cubicBezTo>
                  <a:pt x="6289111" y="4568437"/>
                  <a:pt x="6267328" y="4561822"/>
                  <a:pt x="6256301" y="4583603"/>
                </a:cubicBezTo>
                <a:cubicBezTo>
                  <a:pt x="6243340" y="4609798"/>
                  <a:pt x="6270086" y="4619724"/>
                  <a:pt x="6286354" y="4624412"/>
                </a:cubicBezTo>
                <a:cubicBezTo>
                  <a:pt x="6332128" y="4637647"/>
                  <a:pt x="6367144" y="4669081"/>
                  <a:pt x="6404920" y="4693621"/>
                </a:cubicBezTo>
                <a:cubicBezTo>
                  <a:pt x="6487915" y="4747390"/>
                  <a:pt x="6578908" y="4792334"/>
                  <a:pt x="6649220" y="4881120"/>
                </a:cubicBezTo>
                <a:cubicBezTo>
                  <a:pt x="6560709" y="4858509"/>
                  <a:pt x="6494809" y="4805845"/>
                  <a:pt x="6412640" y="4795092"/>
                </a:cubicBezTo>
                <a:cubicBezTo>
                  <a:pt x="6483779" y="4875881"/>
                  <a:pt x="6575322" y="4929098"/>
                  <a:pt x="6661902" y="4987828"/>
                </a:cubicBezTo>
                <a:cubicBezTo>
                  <a:pt x="6686719" y="5004373"/>
                  <a:pt x="6711811" y="5015678"/>
                  <a:pt x="6717325" y="5051798"/>
                </a:cubicBezTo>
                <a:cubicBezTo>
                  <a:pt x="6728079" y="5121834"/>
                  <a:pt x="6760340" y="5179738"/>
                  <a:pt x="6829272" y="5210619"/>
                </a:cubicBezTo>
                <a:cubicBezTo>
                  <a:pt x="6829824" y="5210897"/>
                  <a:pt x="6825965" y="5221375"/>
                  <a:pt x="6823757" y="5228542"/>
                </a:cubicBezTo>
                <a:cubicBezTo>
                  <a:pt x="6781571" y="5230749"/>
                  <a:pt x="6748207" y="5189388"/>
                  <a:pt x="6694439" y="5202899"/>
                </a:cubicBezTo>
                <a:cubicBezTo>
                  <a:pt x="6746002" y="5259148"/>
                  <a:pt x="6789016" y="5309609"/>
                  <a:pt x="6862085" y="5336355"/>
                </a:cubicBezTo>
                <a:cubicBezTo>
                  <a:pt x="6920540" y="5357586"/>
                  <a:pt x="6992783" y="5369994"/>
                  <a:pt x="7035246" y="5438926"/>
                </a:cubicBezTo>
                <a:cubicBezTo>
                  <a:pt x="6985889" y="5452439"/>
                  <a:pt x="6949216" y="5435343"/>
                  <a:pt x="6912268" y="5423210"/>
                </a:cubicBezTo>
                <a:cubicBezTo>
                  <a:pt x="6855743" y="5404461"/>
                  <a:pt x="6799770" y="5383230"/>
                  <a:pt x="6743244" y="5364479"/>
                </a:cubicBezTo>
                <a:cubicBezTo>
                  <a:pt x="6721737" y="5357310"/>
                  <a:pt x="6698299" y="5352346"/>
                  <a:pt x="6684513" y="5386538"/>
                </a:cubicBezTo>
                <a:cubicBezTo>
                  <a:pt x="6756480" y="5393708"/>
                  <a:pt x="6799494" y="5440031"/>
                  <a:pt x="6844713" y="5483595"/>
                </a:cubicBezTo>
                <a:cubicBezTo>
                  <a:pt x="6870082" y="5508135"/>
                  <a:pt x="6890762" y="5540948"/>
                  <a:pt x="6936533" y="5528541"/>
                </a:cubicBezTo>
                <a:cubicBezTo>
                  <a:pt x="6960522" y="5521923"/>
                  <a:pt x="6975687" y="5540396"/>
                  <a:pt x="6973204" y="5563007"/>
                </a:cubicBezTo>
                <a:cubicBezTo>
                  <a:pt x="6964106" y="5642695"/>
                  <a:pt x="7020080" y="5670543"/>
                  <a:pt x="7077983" y="5685983"/>
                </a:cubicBezTo>
                <a:cubicBezTo>
                  <a:pt x="7187726" y="5714935"/>
                  <a:pt x="7278993" y="5783041"/>
                  <a:pt x="7385702" y="5820265"/>
                </a:cubicBezTo>
                <a:cubicBezTo>
                  <a:pt x="7489378" y="5856387"/>
                  <a:pt x="7569615" y="5942139"/>
                  <a:pt x="7673565" y="5987085"/>
                </a:cubicBezTo>
                <a:cubicBezTo>
                  <a:pt x="7748843" y="6019621"/>
                  <a:pt x="7820807" y="6061533"/>
                  <a:pt x="7898289" y="6091035"/>
                </a:cubicBezTo>
                <a:cubicBezTo>
                  <a:pt x="8081651" y="6160795"/>
                  <a:pt x="8268598" y="6216770"/>
                  <a:pt x="8466299" y="6224765"/>
                </a:cubicBezTo>
                <a:cubicBezTo>
                  <a:pt x="8629532" y="6231107"/>
                  <a:pt x="10045419" y="6225043"/>
                  <a:pt x="10620599" y="5317605"/>
                </a:cubicBezTo>
                <a:cubicBezTo>
                  <a:pt x="10631626" y="5313192"/>
                  <a:pt x="10644035" y="5301612"/>
                  <a:pt x="10647894" y="5290581"/>
                </a:cubicBezTo>
                <a:cubicBezTo>
                  <a:pt x="10666370" y="5239020"/>
                  <a:pt x="10711590" y="5216686"/>
                  <a:pt x="10752398" y="5188838"/>
                </a:cubicBezTo>
                <a:cubicBezTo>
                  <a:pt x="10788244" y="5164297"/>
                  <a:pt x="10826296" y="5138654"/>
                  <a:pt x="10841186" y="5097293"/>
                </a:cubicBezTo>
                <a:cubicBezTo>
                  <a:pt x="10860762" y="5042147"/>
                  <a:pt x="10805064" y="5087367"/>
                  <a:pt x="10794861" y="5066412"/>
                </a:cubicBezTo>
                <a:cubicBezTo>
                  <a:pt x="10816092" y="5037737"/>
                  <a:pt x="10848906" y="5011540"/>
                  <a:pt x="10857454" y="4979004"/>
                </a:cubicBezTo>
                <a:cubicBezTo>
                  <a:pt x="10888610" y="4861543"/>
                  <a:pt x="10955890" y="4776065"/>
                  <a:pt x="11056532" y="4709613"/>
                </a:cubicBezTo>
                <a:cubicBezTo>
                  <a:pt x="11085484" y="4690588"/>
                  <a:pt x="11104509" y="4655845"/>
                  <a:pt x="11143939" y="4650332"/>
                </a:cubicBezTo>
                <a:cubicBezTo>
                  <a:pt x="11231622" y="4638199"/>
                  <a:pt x="11204048" y="4543346"/>
                  <a:pt x="11250372" y="4501160"/>
                </a:cubicBezTo>
                <a:cubicBezTo>
                  <a:pt x="11259196" y="4493162"/>
                  <a:pt x="11267190" y="4477447"/>
                  <a:pt x="11265538" y="4466694"/>
                </a:cubicBezTo>
                <a:cubicBezTo>
                  <a:pt x="11263056" y="4451251"/>
                  <a:pt x="11252578" y="4436638"/>
                  <a:pt x="11243755" y="4422850"/>
                </a:cubicBezTo>
                <a:cubicBezTo>
                  <a:pt x="11234654" y="4409065"/>
                  <a:pt x="11220870" y="4396932"/>
                  <a:pt x="11227486" y="4378734"/>
                </a:cubicBezTo>
                <a:cubicBezTo>
                  <a:pt x="11230242" y="4371289"/>
                  <a:pt x="11228314" y="4345371"/>
                  <a:pt x="11248718" y="4365774"/>
                </a:cubicBezTo>
                <a:cubicBezTo>
                  <a:pt x="11304692" y="4421748"/>
                  <a:pt x="11337228" y="4368809"/>
                  <a:pt x="11385204" y="4343440"/>
                </a:cubicBezTo>
                <a:cubicBezTo>
                  <a:pt x="11346603" y="4317245"/>
                  <a:pt x="11311861" y="4298772"/>
                  <a:pt x="11306070" y="4259618"/>
                </a:cubicBezTo>
                <a:cubicBezTo>
                  <a:pt x="11294214" y="4178828"/>
                  <a:pt x="11243480" y="4141880"/>
                  <a:pt x="11166550" y="4134711"/>
                </a:cubicBezTo>
                <a:cubicBezTo>
                  <a:pt x="11194949" y="4056679"/>
                  <a:pt x="11194949" y="4056679"/>
                  <a:pt x="11103130" y="4045924"/>
                </a:cubicBezTo>
                <a:cubicBezTo>
                  <a:pt x="11138425" y="3996293"/>
                  <a:pt x="11138425" y="3983609"/>
                  <a:pt x="11095686" y="3966514"/>
                </a:cubicBezTo>
                <a:cubicBezTo>
                  <a:pt x="11054602" y="3950245"/>
                  <a:pt x="11009106" y="3944730"/>
                  <a:pt x="10971054" y="3919640"/>
                </a:cubicBezTo>
                <a:cubicBezTo>
                  <a:pt x="11006073" y="3856221"/>
                  <a:pt x="11015998" y="3782600"/>
                  <a:pt x="11088241" y="3751718"/>
                </a:cubicBezTo>
                <a:cubicBezTo>
                  <a:pt x="11099546" y="3747030"/>
                  <a:pt x="11107266" y="3728004"/>
                  <a:pt x="11100098" y="3716977"/>
                </a:cubicBezTo>
                <a:cubicBezTo>
                  <a:pt x="11073904" y="3676995"/>
                  <a:pt x="11111404" y="3601168"/>
                  <a:pt x="11029786" y="3592621"/>
                </a:cubicBezTo>
                <a:cubicBezTo>
                  <a:pt x="11019583" y="3591793"/>
                  <a:pt x="11010208" y="3583520"/>
                  <a:pt x="11018206" y="3572767"/>
                </a:cubicBezTo>
                <a:cubicBezTo>
                  <a:pt x="11045779" y="3535268"/>
                  <a:pt x="11012415" y="3537749"/>
                  <a:pt x="10992287" y="3533061"/>
                </a:cubicBezTo>
                <a:cubicBezTo>
                  <a:pt x="10968022" y="3527271"/>
                  <a:pt x="10940448" y="3543816"/>
                  <a:pt x="10917838" y="3523410"/>
                </a:cubicBezTo>
                <a:cubicBezTo>
                  <a:pt x="10923078" y="3501903"/>
                  <a:pt x="10942654" y="3502179"/>
                  <a:pt x="10956441" y="3495287"/>
                </a:cubicBezTo>
                <a:cubicBezTo>
                  <a:pt x="10996698" y="3475433"/>
                  <a:pt x="11029511" y="3451721"/>
                  <a:pt x="11031442" y="3400159"/>
                </a:cubicBezTo>
                <a:cubicBezTo>
                  <a:pt x="11032818" y="3358523"/>
                  <a:pt x="11037230" y="3321850"/>
                  <a:pt x="10981533" y="3309166"/>
                </a:cubicBezTo>
                <a:cubicBezTo>
                  <a:pt x="10958372" y="3303927"/>
                  <a:pt x="10964990" y="3273873"/>
                  <a:pt x="10978225" y="3258982"/>
                </a:cubicBezTo>
                <a:cubicBezTo>
                  <a:pt x="11001938" y="3232512"/>
                  <a:pt x="11021514" y="3197219"/>
                  <a:pt x="11062322" y="3194737"/>
                </a:cubicBezTo>
                <a:cubicBezTo>
                  <a:pt x="11087138" y="3193084"/>
                  <a:pt x="11106164" y="3182053"/>
                  <a:pt x="11125742" y="3169370"/>
                </a:cubicBezTo>
                <a:cubicBezTo>
                  <a:pt x="11139802" y="3160269"/>
                  <a:pt x="11156622" y="3152550"/>
                  <a:pt x="11154968" y="3132974"/>
                </a:cubicBezTo>
                <a:cubicBezTo>
                  <a:pt x="11153315" y="3114223"/>
                  <a:pt x="11137046" y="3106503"/>
                  <a:pt x="11120502" y="3102642"/>
                </a:cubicBezTo>
                <a:cubicBezTo>
                  <a:pt x="11065355" y="3090235"/>
                  <a:pt x="11013518" y="3072037"/>
                  <a:pt x="10967470" y="3030401"/>
                </a:cubicBezTo>
                <a:cubicBezTo>
                  <a:pt x="10998076" y="3008342"/>
                  <a:pt x="11027304" y="2992350"/>
                  <a:pt x="11049914" y="2970015"/>
                </a:cubicBezTo>
                <a:cubicBezTo>
                  <a:pt x="11104509" y="2915972"/>
                  <a:pt x="10642106" y="2745845"/>
                  <a:pt x="10618944" y="2685183"/>
                </a:cubicBezTo>
                <a:cubicBezTo>
                  <a:pt x="10611775" y="2666432"/>
                  <a:pt x="10587235" y="2647132"/>
                  <a:pt x="10566830" y="2641617"/>
                </a:cubicBezTo>
                <a:cubicBezTo>
                  <a:pt x="10471151" y="2615699"/>
                  <a:pt x="10388156" y="2557518"/>
                  <a:pt x="10290271" y="2536011"/>
                </a:cubicBezTo>
                <a:cubicBezTo>
                  <a:pt x="10197900" y="2515607"/>
                  <a:pt x="10106908" y="2488309"/>
                  <a:pt x="10005715" y="2461288"/>
                </a:cubicBezTo>
                <a:cubicBezTo>
                  <a:pt x="10067754" y="2393457"/>
                  <a:pt x="10177772" y="2401454"/>
                  <a:pt x="10203414" y="2303568"/>
                </a:cubicBezTo>
                <a:cubicBezTo>
                  <a:pt x="10103324" y="2278201"/>
                  <a:pt x="9997996" y="2307154"/>
                  <a:pt x="9901487" y="2266895"/>
                </a:cubicBezTo>
                <a:cubicBezTo>
                  <a:pt x="9893216" y="2263312"/>
                  <a:pt x="9881910" y="2266895"/>
                  <a:pt x="9871984" y="2267999"/>
                </a:cubicBezTo>
                <a:cubicBezTo>
                  <a:pt x="9673181" y="2289506"/>
                  <a:pt x="9475204" y="2270758"/>
                  <a:pt x="9279158" y="2243734"/>
                </a:cubicBezTo>
                <a:cubicBezTo>
                  <a:pt x="8996808" y="2205133"/>
                  <a:pt x="8713354" y="2180592"/>
                  <a:pt x="8429350" y="2163219"/>
                </a:cubicBezTo>
                <a:cubicBezTo>
                  <a:pt x="8194701" y="2148882"/>
                  <a:pt x="7959502" y="2142541"/>
                  <a:pt x="7725955" y="2114967"/>
                </a:cubicBezTo>
                <a:cubicBezTo>
                  <a:pt x="7476142" y="2085464"/>
                  <a:pt x="7226605" y="2052100"/>
                  <a:pt x="6977065" y="2021218"/>
                </a:cubicBezTo>
                <a:cubicBezTo>
                  <a:pt x="6965761" y="2019839"/>
                  <a:pt x="6953283" y="2015496"/>
                  <a:pt x="6941221" y="2015186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134" y="611385"/>
            <a:ext cx="10515600" cy="457835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Referred Paper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2F3F584-AB94-4E26-95EA-676D8A883815}" type="datetime1">
              <a:rPr lang="en-US" smtClean="0"/>
              <a:pPr>
                <a:spcAft>
                  <a:spcPts val="600"/>
                </a:spcAft>
              </a:pPr>
              <a:t>8/8/2024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IN" smtClean="0"/>
              <a:pPr>
                <a:spcAft>
                  <a:spcPts val="600"/>
                </a:spcAft>
              </a:pPr>
              <a:t>17</a:t>
            </a:fld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DFD281-BF3D-5DAC-17C4-63EB9AF94F86}"/>
              </a:ext>
            </a:extLst>
          </p:cNvPr>
          <p:cNvSpPr txBox="1"/>
          <p:nvPr/>
        </p:nvSpPr>
        <p:spPr>
          <a:xfrm>
            <a:off x="513182" y="958166"/>
            <a:ext cx="115326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Fundamentals of MOSFET and IGBT Gate Driver Circuits </a:t>
            </a:r>
          </a:p>
          <a:p>
            <a:r>
              <a:rPr lang="en-US" sz="1800" b="0" i="0" u="none" strike="noStrike" baseline="0">
                <a:solidFill>
                  <a:srgbClr val="457786"/>
                </a:solidFill>
                <a:latin typeface="Calibri" panose="020F0502020204030204" pitchFamily="34" charset="0"/>
              </a:rPr>
              <a:t>www.ti.com/lit/ml/slua618a/slua618a.pdf?ts=1719894189069&amp;ref_url=https%253A%252F%252Fwww.google.com%252F </a:t>
            </a:r>
          </a:p>
          <a:p>
            <a:r>
              <a:rPr lang="en-US" sz="1800" b="0" i="0" u="none" strike="noStrike" baseline="0">
                <a:latin typeface="Calibri" panose="020F0502020204030204" pitchFamily="34" charset="0"/>
              </a:rPr>
              <a:t>GAN3R2-100CBE </a:t>
            </a:r>
          </a:p>
          <a:p>
            <a:r>
              <a:rPr lang="en-US" sz="1800" b="0" i="0" u="none" strike="noStrike" baseline="0">
                <a:solidFill>
                  <a:srgbClr val="457786"/>
                </a:solidFill>
                <a:latin typeface="Aptos" panose="020B0004020202020204" pitchFamily="34" charset="0"/>
              </a:rPr>
              <a:t>https://assets.nexperia.com/documents/data-sheet/GAN3R2-100CBE.pdf </a:t>
            </a:r>
          </a:p>
          <a:p>
            <a:r>
              <a:rPr lang="en-US" sz="1800" b="0" i="0" u="none" strike="noStrike" baseline="0">
                <a:latin typeface="Aptos" panose="020B0004020202020204" pitchFamily="34" charset="0"/>
              </a:rPr>
              <a:t>High Speed Half-Bridge Driver for GaN Power Switches NCP51820 </a:t>
            </a:r>
          </a:p>
          <a:p>
            <a:r>
              <a:rPr lang="en-US" sz="1800" b="0" i="0" u="none" strike="noStrike" baseline="0">
                <a:solidFill>
                  <a:srgbClr val="457786"/>
                </a:solidFill>
                <a:latin typeface="Aptos" panose="020B0004020202020204" pitchFamily="34" charset="0"/>
              </a:rPr>
              <a:t>www.onsemi.com/pdf/datasheet/ncp51820-d.pdf 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black and green logo&#10;&#10;Description automatically generated">
            <a:extLst>
              <a:ext uri="{FF2B5EF4-FFF2-40B4-BE49-F238E27FC236}">
                <a16:creationId xmlns:a16="http://schemas.microsoft.com/office/drawing/2014/main" id="{7BA53846-270C-F39E-3FDE-508150FF52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70" y="136526"/>
            <a:ext cx="1928015" cy="69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9563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DDA8CE9-E0A6-4FF2-823D-D0860760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195564-33B9-434B-9641-764F5905A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D18C537-E336-47C4-836B-C342A230F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52475" y="1"/>
            <a:ext cx="4262009" cy="2602764"/>
            <a:chOff x="6867015" y="-1"/>
            <a:chExt cx="5324985" cy="3251912"/>
          </a:xfrm>
          <a:solidFill>
            <a:schemeClr val="accent5">
              <a:alpha val="5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81F97D2-9A0D-4CA5-B9AF-27B558BCF1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678A47C-892D-47C9-A5D8-F8860B1B0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9E8FDFA-59ED-4D6F-BA20-10CDF843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958D9A5-8003-4D92-8C05-787C630F75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A1259D8-0C3A-4069-A22F-537BBBB61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60995" y="62352"/>
            <a:ext cx="6028697" cy="6795648"/>
            <a:chOff x="6160995" y="62352"/>
            <a:chExt cx="6028697" cy="6795648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90700B4-CEB5-450F-9EA7-95E355B50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82080" y="81632"/>
              <a:ext cx="6007612" cy="6776368"/>
            </a:xfrm>
            <a:custGeom>
              <a:avLst/>
              <a:gdLst>
                <a:gd name="connsiteX0" fmla="*/ 4493599 w 6007612"/>
                <a:gd name="connsiteY0" fmla="*/ 0 h 6797829"/>
                <a:gd name="connsiteX1" fmla="*/ 5981837 w 6007612"/>
                <a:gd name="connsiteY1" fmla="*/ 314220 h 6797829"/>
                <a:gd name="connsiteX2" fmla="*/ 6007612 w 6007612"/>
                <a:gd name="connsiteY2" fmla="*/ 327088 h 6797829"/>
                <a:gd name="connsiteX3" fmla="*/ 6007612 w 6007612"/>
                <a:gd name="connsiteY3" fmla="*/ 1316637 h 6797829"/>
                <a:gd name="connsiteX4" fmla="*/ 5852405 w 6007612"/>
                <a:gd name="connsiteY4" fmla="*/ 1209899 h 6797829"/>
                <a:gd name="connsiteX5" fmla="*/ 5622498 w 6007612"/>
                <a:gd name="connsiteY5" fmla="*/ 1086619 h 6797829"/>
                <a:gd name="connsiteX6" fmla="*/ 4493032 w 6007612"/>
                <a:gd name="connsiteY6" fmla="*/ 851533 h 6797829"/>
                <a:gd name="connsiteX7" fmla="*/ 3155579 w 6007612"/>
                <a:gd name="connsiteY7" fmla="*/ 1108326 h 6797829"/>
                <a:gd name="connsiteX8" fmla="*/ 1963832 w 6007612"/>
                <a:gd name="connsiteY8" fmla="*/ 1817700 h 6797829"/>
                <a:gd name="connsiteX9" fmla="*/ 1144646 w 6007612"/>
                <a:gd name="connsiteY9" fmla="*/ 2832814 h 6797829"/>
                <a:gd name="connsiteX10" fmla="*/ 851249 w 6007612"/>
                <a:gd name="connsiteY10" fmla="*/ 3998599 h 6797829"/>
                <a:gd name="connsiteX11" fmla="*/ 1336319 w 6007612"/>
                <a:gd name="connsiteY11" fmla="*/ 5057837 h 6797829"/>
                <a:gd name="connsiteX12" fmla="*/ 1597084 w 6007612"/>
                <a:gd name="connsiteY12" fmla="*/ 5424583 h 6797829"/>
                <a:gd name="connsiteX13" fmla="*/ 2591910 w 6007612"/>
                <a:gd name="connsiteY13" fmla="*/ 6440122 h 6797829"/>
                <a:gd name="connsiteX14" fmla="*/ 3899854 w 6007612"/>
                <a:gd name="connsiteY14" fmla="*/ 6780621 h 6797829"/>
                <a:gd name="connsiteX15" fmla="*/ 4741172 w 6007612"/>
                <a:gd name="connsiteY15" fmla="*/ 6563979 h 6797829"/>
                <a:gd name="connsiteX16" fmla="*/ 5649171 w 6007612"/>
                <a:gd name="connsiteY16" fmla="*/ 5938452 h 6797829"/>
                <a:gd name="connsiteX17" fmla="*/ 5873475 w 6007612"/>
                <a:gd name="connsiteY17" fmla="*/ 5764656 h 6797829"/>
                <a:gd name="connsiteX18" fmla="*/ 6007612 w 6007612"/>
                <a:gd name="connsiteY18" fmla="*/ 5660343 h 6797829"/>
                <a:gd name="connsiteX19" fmla="*/ 6007612 w 6007612"/>
                <a:gd name="connsiteY19" fmla="*/ 6737454 h 6797829"/>
                <a:gd name="connsiteX20" fmla="*/ 5929386 w 6007612"/>
                <a:gd name="connsiteY20" fmla="*/ 6797829 h 6797829"/>
                <a:gd name="connsiteX21" fmla="*/ 1656512 w 6007612"/>
                <a:gd name="connsiteY21" fmla="*/ 6797829 h 6797829"/>
                <a:gd name="connsiteX22" fmla="*/ 1630254 w 6007612"/>
                <a:gd name="connsiteY22" fmla="*/ 6775222 h 6797829"/>
                <a:gd name="connsiteX23" fmla="*/ 892250 w 6007612"/>
                <a:gd name="connsiteY23" fmla="*/ 5902700 h 6797829"/>
                <a:gd name="connsiteX24" fmla="*/ 0 w 6007612"/>
                <a:gd name="connsiteY24" fmla="*/ 3998599 h 6797829"/>
                <a:gd name="connsiteX25" fmla="*/ 4493032 w 6007612"/>
                <a:gd name="connsiteY25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007612" h="6797829"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07612" y="327088"/>
                  </a:lnTo>
                  <a:lnTo>
                    <a:pt x="6007612" y="1316637"/>
                  </a:lnTo>
                  <a:lnTo>
                    <a:pt x="5852405" y="1209899"/>
                  </a:lnTo>
                  <a:cubicBezTo>
                    <a:pt x="5778266" y="1164709"/>
                    <a:pt x="5701526" y="1123535"/>
                    <a:pt x="5622498" y="1086619"/>
                  </a:cubicBezTo>
                  <a:cubicBezTo>
                    <a:pt x="5286822" y="930699"/>
                    <a:pt x="4906882" y="851533"/>
                    <a:pt x="4493032" y="851533"/>
                  </a:cubicBezTo>
                  <a:cubicBezTo>
                    <a:pt x="4056201" y="851533"/>
                    <a:pt x="3593263" y="940631"/>
                    <a:pt x="3155579" y="1108326"/>
                  </a:cubicBezTo>
                  <a:cubicBezTo>
                    <a:pt x="2721215" y="1275979"/>
                    <a:pt x="2318305" y="1515819"/>
                    <a:pt x="1963832" y="1817700"/>
                  </a:cubicBezTo>
                  <a:cubicBezTo>
                    <a:pt x="1617657" y="2114360"/>
                    <a:pt x="1334332" y="2465358"/>
                    <a:pt x="1144646" y="2832814"/>
                  </a:cubicBezTo>
                  <a:cubicBezTo>
                    <a:pt x="950561" y="3210060"/>
                    <a:pt x="851249" y="3602202"/>
                    <a:pt x="851249" y="3998599"/>
                  </a:cubicBezTo>
                  <a:cubicBezTo>
                    <a:pt x="851249" y="4377547"/>
                    <a:pt x="999792" y="4597311"/>
                    <a:pt x="1336319" y="5057837"/>
                  </a:cubicBezTo>
                  <a:cubicBezTo>
                    <a:pt x="1420450" y="5173181"/>
                    <a:pt x="1507419" y="5292497"/>
                    <a:pt x="1597084" y="5424583"/>
                  </a:cubicBezTo>
                  <a:cubicBezTo>
                    <a:pt x="1914175" y="5891917"/>
                    <a:pt x="2239493" y="6224189"/>
                    <a:pt x="2591910" y="6440122"/>
                  </a:cubicBezTo>
                  <a:cubicBezTo>
                    <a:pt x="2965467" y="6669393"/>
                    <a:pt x="3393219" y="6780621"/>
                    <a:pt x="3899854" y="6780621"/>
                  </a:cubicBezTo>
                  <a:cubicBezTo>
                    <a:pt x="4187861" y="6780621"/>
                    <a:pt x="4454583" y="6711812"/>
                    <a:pt x="4741172" y="6563979"/>
                  </a:cubicBezTo>
                  <a:cubicBezTo>
                    <a:pt x="5034852" y="6412173"/>
                    <a:pt x="5326263" y="6190848"/>
                    <a:pt x="5649171" y="5938452"/>
                  </a:cubicBezTo>
                  <a:cubicBezTo>
                    <a:pt x="5724931" y="5879291"/>
                    <a:pt x="5800409" y="5821406"/>
                    <a:pt x="5873475" y="5764656"/>
                  </a:cubicBezTo>
                  <a:lnTo>
                    <a:pt x="6007612" y="5660343"/>
                  </a:lnTo>
                  <a:lnTo>
                    <a:pt x="6007612" y="6737454"/>
                  </a:lnTo>
                  <a:lnTo>
                    <a:pt x="5929386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582300F-F646-4FC3-94FC-0582F4B5E0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0995" y="62352"/>
              <a:ext cx="6028697" cy="6795648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BB8E8B8-1900-4326-8858-F375F5D8A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3721" y="81632"/>
              <a:ext cx="6025971" cy="6776368"/>
            </a:xfrm>
            <a:custGeom>
              <a:avLst/>
              <a:gdLst>
                <a:gd name="connsiteX0" fmla="*/ 6025971 w 6025971"/>
                <a:gd name="connsiteY0" fmla="*/ 5825635 h 6797829"/>
                <a:gd name="connsiteX1" fmla="*/ 6025971 w 6025971"/>
                <a:gd name="connsiteY1" fmla="*/ 6723285 h 6797829"/>
                <a:gd name="connsiteX2" fmla="*/ 5929386 w 6025971"/>
                <a:gd name="connsiteY2" fmla="*/ 6797829 h 6797829"/>
                <a:gd name="connsiteX3" fmla="*/ 4560411 w 6025971"/>
                <a:gd name="connsiteY3" fmla="*/ 6797829 h 6797829"/>
                <a:gd name="connsiteX4" fmla="*/ 4597731 w 6025971"/>
                <a:gd name="connsiteY4" fmla="*/ 6785305 h 6797829"/>
                <a:gd name="connsiteX5" fmla="*/ 5736707 w 6025971"/>
                <a:gd name="connsiteY5" fmla="*/ 6050108 h 6797829"/>
                <a:gd name="connsiteX6" fmla="*/ 5960301 w 6025971"/>
                <a:gd name="connsiteY6" fmla="*/ 5876738 h 6797829"/>
                <a:gd name="connsiteX7" fmla="*/ 4493599 w 6025971"/>
                <a:gd name="connsiteY7" fmla="*/ 0 h 6797829"/>
                <a:gd name="connsiteX8" fmla="*/ 5981837 w 6025971"/>
                <a:gd name="connsiteY8" fmla="*/ 314220 h 6797829"/>
                <a:gd name="connsiteX9" fmla="*/ 6025971 w 6025971"/>
                <a:gd name="connsiteY9" fmla="*/ 336254 h 6797829"/>
                <a:gd name="connsiteX10" fmla="*/ 6025971 w 6025971"/>
                <a:gd name="connsiteY10" fmla="*/ 1157325 h 6797829"/>
                <a:gd name="connsiteX11" fmla="*/ 5925889 w 6025971"/>
                <a:gd name="connsiteY11" fmla="*/ 1088522 h 6797829"/>
                <a:gd name="connsiteX12" fmla="*/ 5682227 w 6025971"/>
                <a:gd name="connsiteY12" fmla="*/ 957939 h 6797829"/>
                <a:gd name="connsiteX13" fmla="*/ 4493032 w 6025971"/>
                <a:gd name="connsiteY13" fmla="*/ 709658 h 6797829"/>
                <a:gd name="connsiteX14" fmla="*/ 3104646 w 6025971"/>
                <a:gd name="connsiteY14" fmla="*/ 976666 h 6797829"/>
                <a:gd name="connsiteX15" fmla="*/ 1871612 w 6025971"/>
                <a:gd name="connsiteY15" fmla="*/ 1710017 h 6797829"/>
                <a:gd name="connsiteX16" fmla="*/ 1018661 w 6025971"/>
                <a:gd name="connsiteY16" fmla="*/ 2767694 h 6797829"/>
                <a:gd name="connsiteX17" fmla="*/ 709374 w 6025971"/>
                <a:gd name="connsiteY17" fmla="*/ 3998599 h 6797829"/>
                <a:gd name="connsiteX18" fmla="*/ 1221258 w 6025971"/>
                <a:gd name="connsiteY18" fmla="*/ 5141684 h 6797829"/>
                <a:gd name="connsiteX19" fmla="*/ 1479187 w 6025971"/>
                <a:gd name="connsiteY19" fmla="*/ 5504459 h 6797829"/>
                <a:gd name="connsiteX20" fmla="*/ 3021272 w 6025971"/>
                <a:gd name="connsiteY20" fmla="*/ 6793670 h 6797829"/>
                <a:gd name="connsiteX21" fmla="*/ 3035805 w 6025971"/>
                <a:gd name="connsiteY21" fmla="*/ 6797829 h 6797829"/>
                <a:gd name="connsiteX22" fmla="*/ 1656512 w 6025971"/>
                <a:gd name="connsiteY22" fmla="*/ 6797829 h 6797829"/>
                <a:gd name="connsiteX23" fmla="*/ 1630254 w 6025971"/>
                <a:gd name="connsiteY23" fmla="*/ 6775222 h 6797829"/>
                <a:gd name="connsiteX24" fmla="*/ 892250 w 6025971"/>
                <a:gd name="connsiteY24" fmla="*/ 5902700 h 6797829"/>
                <a:gd name="connsiteX25" fmla="*/ 0 w 6025971"/>
                <a:gd name="connsiteY25" fmla="*/ 3998599 h 6797829"/>
                <a:gd name="connsiteX26" fmla="*/ 4493032 w 6025971"/>
                <a:gd name="connsiteY26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025971" h="6797829">
                  <a:moveTo>
                    <a:pt x="6025971" y="5825635"/>
                  </a:moveTo>
                  <a:lnTo>
                    <a:pt x="6025971" y="6723285"/>
                  </a:lnTo>
                  <a:lnTo>
                    <a:pt x="5929386" y="6797829"/>
                  </a:lnTo>
                  <a:lnTo>
                    <a:pt x="4560411" y="6797829"/>
                  </a:lnTo>
                  <a:lnTo>
                    <a:pt x="4597731" y="6785305"/>
                  </a:lnTo>
                  <a:cubicBezTo>
                    <a:pt x="4964953" y="6637825"/>
                    <a:pt x="5315251" y="6379435"/>
                    <a:pt x="5736707" y="6050108"/>
                  </a:cubicBezTo>
                  <a:cubicBezTo>
                    <a:pt x="5812043" y="5991230"/>
                    <a:pt x="5887377" y="5933488"/>
                    <a:pt x="5960301" y="5876738"/>
                  </a:cubicBezTo>
                  <a:close/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25971" y="336254"/>
                  </a:lnTo>
                  <a:lnTo>
                    <a:pt x="6025971" y="1157325"/>
                  </a:lnTo>
                  <a:lnTo>
                    <a:pt x="5925889" y="1088522"/>
                  </a:lnTo>
                  <a:cubicBezTo>
                    <a:pt x="5847314" y="1040649"/>
                    <a:pt x="5765982" y="997036"/>
                    <a:pt x="5682227" y="957939"/>
                  </a:cubicBezTo>
                  <a:cubicBezTo>
                    <a:pt x="5327823" y="793222"/>
                    <a:pt x="4927595" y="709658"/>
                    <a:pt x="4493032" y="709658"/>
                  </a:cubicBezTo>
                  <a:cubicBezTo>
                    <a:pt x="4031940" y="709658"/>
                    <a:pt x="3564888" y="799465"/>
                    <a:pt x="3104646" y="976666"/>
                  </a:cubicBezTo>
                  <a:cubicBezTo>
                    <a:pt x="2655243" y="1149867"/>
                    <a:pt x="2238358" y="1397822"/>
                    <a:pt x="1871612" y="1710017"/>
                  </a:cubicBezTo>
                  <a:cubicBezTo>
                    <a:pt x="1506427" y="2022852"/>
                    <a:pt x="1219414" y="2378815"/>
                    <a:pt x="1018661" y="2767694"/>
                  </a:cubicBezTo>
                  <a:cubicBezTo>
                    <a:pt x="813368" y="3165227"/>
                    <a:pt x="709374" y="3579358"/>
                    <a:pt x="709374" y="3998599"/>
                  </a:cubicBezTo>
                  <a:cubicBezTo>
                    <a:pt x="709374" y="4421103"/>
                    <a:pt x="875510" y="4667680"/>
                    <a:pt x="1221258" y="5141684"/>
                  </a:cubicBezTo>
                  <a:cubicBezTo>
                    <a:pt x="1304681" y="5256035"/>
                    <a:pt x="1390941" y="5374217"/>
                    <a:pt x="1479187" y="5504459"/>
                  </a:cubicBezTo>
                  <a:cubicBezTo>
                    <a:pt x="1942790" y="6187719"/>
                    <a:pt x="2430063" y="6601673"/>
                    <a:pt x="3021272" y="6793670"/>
                  </a:cubicBezTo>
                  <a:lnTo>
                    <a:pt x="3035805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5208" y="3694894"/>
            <a:ext cx="4336495" cy="79852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72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Thankyou</a:t>
            </a:r>
            <a:br>
              <a:rPr lang="en-US" sz="4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48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703C8B8-7D1F-4A4F-BDFB-57D2D1403270}" type="datetime1">
              <a:rPr lang="en-US" smtClean="0"/>
              <a:pPr>
                <a:spcAft>
                  <a:spcPts val="600"/>
                </a:spcAft>
              </a:pPr>
              <a:t>8/8/2024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Jagadeesh_AP2312210002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pic>
        <p:nvPicPr>
          <p:cNvPr id="1026" name="Picture 2" descr=" Naga Brahmendra Yadav Gorla picture">
            <a:extLst>
              <a:ext uri="{FF2B5EF4-FFF2-40B4-BE49-F238E27FC236}">
                <a16:creationId xmlns:a16="http://schemas.microsoft.com/office/drawing/2014/main" id="{D7353FF8-D294-F5B8-A0AB-BDE91EC96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163423"/>
            <a:ext cx="1648381" cy="1648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2FB934-D2C8-6331-B54D-1CDE182C3AB8}"/>
              </a:ext>
            </a:extLst>
          </p:cNvPr>
          <p:cNvSpPr txBox="1"/>
          <p:nvPr/>
        </p:nvSpPr>
        <p:spPr>
          <a:xfrm>
            <a:off x="170297" y="2542725"/>
            <a:ext cx="40575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i="0" dirty="0">
                <a:solidFill>
                  <a:srgbClr val="404040"/>
                </a:solidFill>
                <a:effectLst/>
                <a:highlight>
                  <a:srgbClr val="FFFFFF"/>
                </a:highlight>
                <a:latin typeface="museo-sans"/>
              </a:rPr>
              <a:t>Naga </a:t>
            </a:r>
            <a:r>
              <a:rPr lang="en-US" b="1" i="0" dirty="0" err="1">
                <a:solidFill>
                  <a:srgbClr val="404040"/>
                </a:solidFill>
                <a:effectLst/>
                <a:highlight>
                  <a:srgbClr val="FFFFFF"/>
                </a:highlight>
                <a:latin typeface="museo-sans"/>
              </a:rPr>
              <a:t>Brahmendra</a:t>
            </a:r>
            <a:r>
              <a:rPr lang="en-US" b="1" i="0" dirty="0">
                <a:solidFill>
                  <a:srgbClr val="404040"/>
                </a:solidFill>
                <a:effectLst/>
                <a:highlight>
                  <a:srgbClr val="FFFFFF"/>
                </a:highlight>
                <a:latin typeface="museo-sans"/>
              </a:rPr>
              <a:t> Yadav Gorla</a:t>
            </a:r>
          </a:p>
          <a:p>
            <a:pPr algn="l"/>
            <a:r>
              <a:rPr lang="en-US" b="0" i="0" dirty="0">
                <a:solidFill>
                  <a:srgbClr val="373737"/>
                </a:solidFill>
                <a:effectLst/>
                <a:highlight>
                  <a:srgbClr val="FFFFFF"/>
                </a:highlight>
                <a:latin typeface="source-sans-pro"/>
              </a:rPr>
              <a:t>Assistant Professor</a:t>
            </a:r>
          </a:p>
          <a:p>
            <a:pPr algn="l"/>
            <a:r>
              <a:rPr lang="en-US" b="0" i="0" u="none" strike="noStrike" dirty="0">
                <a:solidFill>
                  <a:srgbClr val="2A8CD5"/>
                </a:solidFill>
                <a:effectLst/>
                <a:highlight>
                  <a:srgbClr val="FFFFFF"/>
                </a:highlight>
                <a:latin typeface="source-sans-pro"/>
                <a:hlinkClick r:id="rId3"/>
              </a:rPr>
              <a:t>Department of Electrical Engineering</a:t>
            </a:r>
            <a:endParaRPr lang="en-US" b="0" i="0" dirty="0">
              <a:solidFill>
                <a:srgbClr val="373737"/>
              </a:solidFill>
              <a:effectLst/>
              <a:highlight>
                <a:srgbClr val="FFFFFF"/>
              </a:highlight>
              <a:latin typeface="source-sans-pro"/>
            </a:endParaRPr>
          </a:p>
          <a:p>
            <a:r>
              <a:rPr lang="en-US" dirty="0"/>
              <a:t>IIT - Palakkad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8AA59D-A2E9-D389-3148-BBAF56E04E61}"/>
              </a:ext>
            </a:extLst>
          </p:cNvPr>
          <p:cNvSpPr txBox="1"/>
          <p:nvPr/>
        </p:nvSpPr>
        <p:spPr>
          <a:xfrm>
            <a:off x="225476" y="4675868"/>
            <a:ext cx="4637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Thanks to SRM University AP, </a:t>
            </a:r>
          </a:p>
          <a:p>
            <a:r>
              <a:rPr lang="en-US" dirty="0"/>
              <a:t>ECE – Department </a:t>
            </a:r>
          </a:p>
        </p:txBody>
      </p:sp>
      <p:pic>
        <p:nvPicPr>
          <p:cNvPr id="9" name="Picture 8" descr="A black and green logo&#10;&#10;Description automatically generated">
            <a:extLst>
              <a:ext uri="{FF2B5EF4-FFF2-40B4-BE49-F238E27FC236}">
                <a16:creationId xmlns:a16="http://schemas.microsoft.com/office/drawing/2014/main" id="{14E8D04E-7884-D2D4-7CED-5A6DF1209AB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297" y="229831"/>
            <a:ext cx="2637504" cy="94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562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499A0BF-B165-43EC-B5EC-4BD64C6CE5AA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19B757F763C144918590A58A3C2100" ma:contentTypeVersion="5" ma:contentTypeDescription="Create a new document." ma:contentTypeScope="" ma:versionID="5d9cf66606784fe127c83b82746892c7">
  <xsd:schema xmlns:xsd="http://www.w3.org/2001/XMLSchema" xmlns:xs="http://www.w3.org/2001/XMLSchema" xmlns:p="http://schemas.microsoft.com/office/2006/metadata/properties" xmlns:ns3="f619aea2-d5ad-4208-a18c-92f8e9acac18" targetNamespace="http://schemas.microsoft.com/office/2006/metadata/properties" ma:root="true" ma:fieldsID="fbda49ceb3f46024ee92e61f4938b5da" ns3:_="">
    <xsd:import namespace="f619aea2-d5ad-4208-a18c-92f8e9acac1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9aea2-d5ad-4208-a18c-92f8e9acac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249DF27-365C-4A29-8D2C-AB2B060F964F}">
  <ds:schemaRefs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f619aea2-d5ad-4208-a18c-92f8e9acac18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49EF365-2DC5-4C2C-A11A-46598278C3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2030F4-1722-4186-8C90-446ABDF889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9aea2-d5ad-4208-a18c-92f8e9acac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7753</TotalTime>
  <Words>1541</Words>
  <Application>Microsoft Office PowerPoint</Application>
  <PresentationFormat>Widescreen</PresentationFormat>
  <Paragraphs>213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__fkGroteskNeue_598ab8</vt:lpstr>
      <vt:lpstr>ADLaM Display</vt:lpstr>
      <vt:lpstr>Aptos</vt:lpstr>
      <vt:lpstr>Arial</vt:lpstr>
      <vt:lpstr>Calibri</vt:lpstr>
      <vt:lpstr>Calibri Light</vt:lpstr>
      <vt:lpstr>museo-sans</vt:lpstr>
      <vt:lpstr>source-sans-pro</vt:lpstr>
      <vt:lpstr>Times New Roman</vt:lpstr>
      <vt:lpstr>var(--font-fk-grotesk-neue)</vt:lpstr>
      <vt:lpstr>Office Theme</vt:lpstr>
      <vt:lpstr>  Power Electronic Circuits -         Numerical Simulations  </vt:lpstr>
      <vt:lpstr>INDIAN INSTITUTE OF TECHNOLOGY PALAKKAD  KERALA</vt:lpstr>
      <vt:lpstr>Outline</vt:lpstr>
      <vt:lpstr>Abstract</vt:lpstr>
      <vt:lpstr>Introduction </vt:lpstr>
      <vt:lpstr>Objective </vt:lpstr>
      <vt:lpstr>Methodology</vt:lpstr>
      <vt:lpstr>IMPLEMENTATION APPROACHES</vt:lpstr>
      <vt:lpstr>Problem statement </vt:lpstr>
      <vt:lpstr>Present Technology</vt:lpstr>
      <vt:lpstr>Proposed Technology</vt:lpstr>
      <vt:lpstr>Proposed   implementation</vt:lpstr>
      <vt:lpstr>Components created</vt:lpstr>
      <vt:lpstr>NCP51820 Gate Driver</vt:lpstr>
      <vt:lpstr>Tools and Software’s</vt:lpstr>
      <vt:lpstr>Conclusion</vt:lpstr>
      <vt:lpstr>Referred Paper </vt:lpstr>
      <vt:lpstr>Thankyou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KADIYAM ANUSHA</dc:creator>
  <cp:lastModifiedBy>jagadeeswara kamarajugadda | AP23122100002</cp:lastModifiedBy>
  <cp:revision>467</cp:revision>
  <dcterms:created xsi:type="dcterms:W3CDTF">2021-08-02T06:45:34Z</dcterms:created>
  <dcterms:modified xsi:type="dcterms:W3CDTF">2024-08-08T08:17:53Z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0x010100D019B757F763C144918590A58A3C2100</vt:lpwstr>
  </property>
</Properties>
</file>