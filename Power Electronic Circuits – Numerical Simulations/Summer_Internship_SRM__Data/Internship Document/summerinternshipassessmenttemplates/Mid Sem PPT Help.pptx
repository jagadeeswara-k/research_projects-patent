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3" d="100"/>
          <a:sy n="53" d="100"/>
        </p:scale>
        <p:origin x="141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FD8D51-2604-4E43-974E-63F9084283FC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A3A5DFF-918E-4952-9D76-7AE261BEB707}">
      <dgm:prSet phldrT="[Text]"/>
      <dgm:spPr/>
      <dgm:t>
        <a:bodyPr/>
        <a:lstStyle/>
        <a:p>
          <a:r>
            <a:rPr lang="en-IN" dirty="0"/>
            <a:t>Introduction</a:t>
          </a:r>
        </a:p>
      </dgm:t>
    </dgm:pt>
    <dgm:pt modelId="{AC5E0AF9-CCA3-4117-BC9D-ADE2EEBD0556}" type="parTrans" cxnId="{4714822E-488F-4C59-B0EB-F8EA87EBB576}">
      <dgm:prSet/>
      <dgm:spPr/>
      <dgm:t>
        <a:bodyPr/>
        <a:lstStyle/>
        <a:p>
          <a:endParaRPr lang="en-IN"/>
        </a:p>
      </dgm:t>
    </dgm:pt>
    <dgm:pt modelId="{331E75A1-65E5-4E4D-8B8F-4564EB70D685}" type="sibTrans" cxnId="{4714822E-488F-4C59-B0EB-F8EA87EBB576}">
      <dgm:prSet/>
      <dgm:spPr/>
      <dgm:t>
        <a:bodyPr/>
        <a:lstStyle/>
        <a:p>
          <a:endParaRPr lang="en-IN"/>
        </a:p>
      </dgm:t>
    </dgm:pt>
    <dgm:pt modelId="{0151AB8C-3BF6-450D-B868-2DC8FDD2E287}">
      <dgm:prSet phldrT="[Text]"/>
      <dgm:spPr/>
      <dgm:t>
        <a:bodyPr/>
        <a:lstStyle/>
        <a:p>
          <a:r>
            <a:rPr lang="en-IN" dirty="0"/>
            <a:t>Is your project title confirmed? If not by when</a:t>
          </a:r>
        </a:p>
      </dgm:t>
    </dgm:pt>
    <dgm:pt modelId="{D8DCE46A-ACEC-458C-A3A1-F92F3B13FF01}" type="parTrans" cxnId="{73797C81-3517-411A-BA5B-29EFD77E0344}">
      <dgm:prSet/>
      <dgm:spPr/>
      <dgm:t>
        <a:bodyPr/>
        <a:lstStyle/>
        <a:p>
          <a:endParaRPr lang="en-IN"/>
        </a:p>
      </dgm:t>
    </dgm:pt>
    <dgm:pt modelId="{FC0699C8-A19D-48F1-84BB-E6785A4B30B7}" type="sibTrans" cxnId="{73797C81-3517-411A-BA5B-29EFD77E0344}">
      <dgm:prSet/>
      <dgm:spPr/>
      <dgm:t>
        <a:bodyPr/>
        <a:lstStyle/>
        <a:p>
          <a:endParaRPr lang="en-IN"/>
        </a:p>
      </dgm:t>
    </dgm:pt>
    <dgm:pt modelId="{277B9A3A-A19F-4D13-995D-307AA59AF587}">
      <dgm:prSet phldrT="[Text]"/>
      <dgm:spPr/>
      <dgm:t>
        <a:bodyPr/>
        <a:lstStyle/>
        <a:p>
          <a:r>
            <a:rPr lang="en-IN" dirty="0"/>
            <a:t>Discuss what you have learnt till date</a:t>
          </a:r>
        </a:p>
      </dgm:t>
    </dgm:pt>
    <dgm:pt modelId="{BD56E662-7E00-48F0-A855-58D31AC31B43}" type="parTrans" cxnId="{28947F76-A0E4-4747-BEC4-69AB0D2CCEE1}">
      <dgm:prSet/>
      <dgm:spPr/>
      <dgm:t>
        <a:bodyPr/>
        <a:lstStyle/>
        <a:p>
          <a:endParaRPr lang="en-IN"/>
        </a:p>
      </dgm:t>
    </dgm:pt>
    <dgm:pt modelId="{114D6258-074D-4019-8754-E7BE8AA9F534}" type="sibTrans" cxnId="{28947F76-A0E4-4747-BEC4-69AB0D2CCEE1}">
      <dgm:prSet/>
      <dgm:spPr/>
      <dgm:t>
        <a:bodyPr/>
        <a:lstStyle/>
        <a:p>
          <a:endParaRPr lang="en-IN"/>
        </a:p>
      </dgm:t>
    </dgm:pt>
    <dgm:pt modelId="{6A59604B-EF02-4F65-AE1F-100ECCF90FA4}">
      <dgm:prSet phldrT="[Text]"/>
      <dgm:spPr/>
      <dgm:t>
        <a:bodyPr/>
        <a:lstStyle/>
        <a:p>
          <a:r>
            <a:rPr lang="en-IN" dirty="0"/>
            <a:t>Inform if there are any complications</a:t>
          </a:r>
        </a:p>
      </dgm:t>
    </dgm:pt>
    <dgm:pt modelId="{47C72F3B-CAB8-42E6-98CB-80638FB6E7E6}" type="parTrans" cxnId="{2FBF0ED7-42F1-4B22-A383-6177DE4C5040}">
      <dgm:prSet/>
      <dgm:spPr/>
      <dgm:t>
        <a:bodyPr/>
        <a:lstStyle/>
        <a:p>
          <a:endParaRPr lang="en-IN"/>
        </a:p>
      </dgm:t>
    </dgm:pt>
    <dgm:pt modelId="{E0CBD558-23F0-46D9-B164-85BBB151B969}" type="sibTrans" cxnId="{2FBF0ED7-42F1-4B22-A383-6177DE4C5040}">
      <dgm:prSet/>
      <dgm:spPr/>
      <dgm:t>
        <a:bodyPr/>
        <a:lstStyle/>
        <a:p>
          <a:endParaRPr lang="en-IN"/>
        </a:p>
      </dgm:t>
    </dgm:pt>
    <dgm:pt modelId="{25FEED08-5965-4BAE-AE49-0DA09A6FFC14}" type="pres">
      <dgm:prSet presAssocID="{D4FD8D51-2604-4E43-974E-63F9084283FC}" presName="composite" presStyleCnt="0">
        <dgm:presLayoutVars>
          <dgm:chMax val="1"/>
          <dgm:dir/>
          <dgm:resizeHandles val="exact"/>
        </dgm:presLayoutVars>
      </dgm:prSet>
      <dgm:spPr/>
    </dgm:pt>
    <dgm:pt modelId="{2F70D6D9-71A2-433E-841B-A384D6812FCA}" type="pres">
      <dgm:prSet presAssocID="{FA3A5DFF-918E-4952-9D76-7AE261BEB707}" presName="roof" presStyleLbl="dkBgShp" presStyleIdx="0" presStyleCnt="2"/>
      <dgm:spPr/>
    </dgm:pt>
    <dgm:pt modelId="{3D166CA2-A6A8-4173-AD44-6A877A9C7D40}" type="pres">
      <dgm:prSet presAssocID="{FA3A5DFF-918E-4952-9D76-7AE261BEB707}" presName="pillars" presStyleCnt="0"/>
      <dgm:spPr/>
    </dgm:pt>
    <dgm:pt modelId="{DB6E7CB2-0A74-455A-9608-7FC5EDC1C7C0}" type="pres">
      <dgm:prSet presAssocID="{FA3A5DFF-918E-4952-9D76-7AE261BEB707}" presName="pillar1" presStyleLbl="node1" presStyleIdx="0" presStyleCnt="3">
        <dgm:presLayoutVars>
          <dgm:bulletEnabled val="1"/>
        </dgm:presLayoutVars>
      </dgm:prSet>
      <dgm:spPr/>
    </dgm:pt>
    <dgm:pt modelId="{FA93CBEE-0AFC-4E46-BAEB-AA5EF1702C8A}" type="pres">
      <dgm:prSet presAssocID="{277B9A3A-A19F-4D13-995D-307AA59AF587}" presName="pillarX" presStyleLbl="node1" presStyleIdx="1" presStyleCnt="3">
        <dgm:presLayoutVars>
          <dgm:bulletEnabled val="1"/>
        </dgm:presLayoutVars>
      </dgm:prSet>
      <dgm:spPr/>
    </dgm:pt>
    <dgm:pt modelId="{CCAF3A8B-3C66-4600-BBA1-7EAABB686332}" type="pres">
      <dgm:prSet presAssocID="{6A59604B-EF02-4F65-AE1F-100ECCF90FA4}" presName="pillarX" presStyleLbl="node1" presStyleIdx="2" presStyleCnt="3">
        <dgm:presLayoutVars>
          <dgm:bulletEnabled val="1"/>
        </dgm:presLayoutVars>
      </dgm:prSet>
      <dgm:spPr/>
    </dgm:pt>
    <dgm:pt modelId="{24E223F6-CA30-4AB7-97A1-70E3BC0E4001}" type="pres">
      <dgm:prSet presAssocID="{FA3A5DFF-918E-4952-9D76-7AE261BEB707}" presName="base" presStyleLbl="dkBgShp" presStyleIdx="1" presStyleCnt="2"/>
      <dgm:spPr/>
    </dgm:pt>
  </dgm:ptLst>
  <dgm:cxnLst>
    <dgm:cxn modelId="{4714822E-488F-4C59-B0EB-F8EA87EBB576}" srcId="{D4FD8D51-2604-4E43-974E-63F9084283FC}" destId="{FA3A5DFF-918E-4952-9D76-7AE261BEB707}" srcOrd="0" destOrd="0" parTransId="{AC5E0AF9-CCA3-4117-BC9D-ADE2EEBD0556}" sibTransId="{331E75A1-65E5-4E4D-8B8F-4564EB70D685}"/>
    <dgm:cxn modelId="{28947F76-A0E4-4747-BEC4-69AB0D2CCEE1}" srcId="{FA3A5DFF-918E-4952-9D76-7AE261BEB707}" destId="{277B9A3A-A19F-4D13-995D-307AA59AF587}" srcOrd="1" destOrd="0" parTransId="{BD56E662-7E00-48F0-A855-58D31AC31B43}" sibTransId="{114D6258-074D-4019-8754-E7BE8AA9F534}"/>
    <dgm:cxn modelId="{42735C7D-2133-46EA-AC64-DDAAFB4AE66A}" type="presOf" srcId="{277B9A3A-A19F-4D13-995D-307AA59AF587}" destId="{FA93CBEE-0AFC-4E46-BAEB-AA5EF1702C8A}" srcOrd="0" destOrd="0" presId="urn:microsoft.com/office/officeart/2005/8/layout/hList3"/>
    <dgm:cxn modelId="{73797C81-3517-411A-BA5B-29EFD77E0344}" srcId="{FA3A5DFF-918E-4952-9D76-7AE261BEB707}" destId="{0151AB8C-3BF6-450D-B868-2DC8FDD2E287}" srcOrd="0" destOrd="0" parTransId="{D8DCE46A-ACEC-458C-A3A1-F92F3B13FF01}" sibTransId="{FC0699C8-A19D-48F1-84BB-E6785A4B30B7}"/>
    <dgm:cxn modelId="{2D579195-7ACA-45AE-B5A1-5E5E7FAAE720}" type="presOf" srcId="{6A59604B-EF02-4F65-AE1F-100ECCF90FA4}" destId="{CCAF3A8B-3C66-4600-BBA1-7EAABB686332}" srcOrd="0" destOrd="0" presId="urn:microsoft.com/office/officeart/2005/8/layout/hList3"/>
    <dgm:cxn modelId="{AE7280B6-D0EA-4B0D-B2E1-34B80E0B2AE0}" type="presOf" srcId="{0151AB8C-3BF6-450D-B868-2DC8FDD2E287}" destId="{DB6E7CB2-0A74-455A-9608-7FC5EDC1C7C0}" srcOrd="0" destOrd="0" presId="urn:microsoft.com/office/officeart/2005/8/layout/hList3"/>
    <dgm:cxn modelId="{1245CCCD-BCC1-4FD8-97E6-EB8071FB0691}" type="presOf" srcId="{D4FD8D51-2604-4E43-974E-63F9084283FC}" destId="{25FEED08-5965-4BAE-AE49-0DA09A6FFC14}" srcOrd="0" destOrd="0" presId="urn:microsoft.com/office/officeart/2005/8/layout/hList3"/>
    <dgm:cxn modelId="{2FBF0ED7-42F1-4B22-A383-6177DE4C5040}" srcId="{FA3A5DFF-918E-4952-9D76-7AE261BEB707}" destId="{6A59604B-EF02-4F65-AE1F-100ECCF90FA4}" srcOrd="2" destOrd="0" parTransId="{47C72F3B-CAB8-42E6-98CB-80638FB6E7E6}" sibTransId="{E0CBD558-23F0-46D9-B164-85BBB151B969}"/>
    <dgm:cxn modelId="{B61D01E6-B862-4081-BF9D-1780A194E9ED}" type="presOf" srcId="{FA3A5DFF-918E-4952-9D76-7AE261BEB707}" destId="{2F70D6D9-71A2-433E-841B-A384D6812FCA}" srcOrd="0" destOrd="0" presId="urn:microsoft.com/office/officeart/2005/8/layout/hList3"/>
    <dgm:cxn modelId="{23747B22-8C0D-4957-AEEE-FA8111F7D17F}" type="presParOf" srcId="{25FEED08-5965-4BAE-AE49-0DA09A6FFC14}" destId="{2F70D6D9-71A2-433E-841B-A384D6812FCA}" srcOrd="0" destOrd="0" presId="urn:microsoft.com/office/officeart/2005/8/layout/hList3"/>
    <dgm:cxn modelId="{C491793B-A09C-4CF8-BE5B-6225A274035E}" type="presParOf" srcId="{25FEED08-5965-4BAE-AE49-0DA09A6FFC14}" destId="{3D166CA2-A6A8-4173-AD44-6A877A9C7D40}" srcOrd="1" destOrd="0" presId="urn:microsoft.com/office/officeart/2005/8/layout/hList3"/>
    <dgm:cxn modelId="{558B9D17-8855-4C15-9E79-24F95C5024B5}" type="presParOf" srcId="{3D166CA2-A6A8-4173-AD44-6A877A9C7D40}" destId="{DB6E7CB2-0A74-455A-9608-7FC5EDC1C7C0}" srcOrd="0" destOrd="0" presId="urn:microsoft.com/office/officeart/2005/8/layout/hList3"/>
    <dgm:cxn modelId="{BF7570A1-7D70-488F-9FDF-29870986D756}" type="presParOf" srcId="{3D166CA2-A6A8-4173-AD44-6A877A9C7D40}" destId="{FA93CBEE-0AFC-4E46-BAEB-AA5EF1702C8A}" srcOrd="1" destOrd="0" presId="urn:microsoft.com/office/officeart/2005/8/layout/hList3"/>
    <dgm:cxn modelId="{774AF3DB-1416-43D7-A957-43F0B693BA5D}" type="presParOf" srcId="{3D166CA2-A6A8-4173-AD44-6A877A9C7D40}" destId="{CCAF3A8B-3C66-4600-BBA1-7EAABB686332}" srcOrd="2" destOrd="0" presId="urn:microsoft.com/office/officeart/2005/8/layout/hList3"/>
    <dgm:cxn modelId="{2B20A036-1A4C-4ADE-9587-E8569BBCBE33}" type="presParOf" srcId="{25FEED08-5965-4BAE-AE49-0DA09A6FFC14}" destId="{24E223F6-CA30-4AB7-97A1-70E3BC0E4001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F8AF61-9353-42F2-967C-29E4D8C01253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77DD01C-8B20-4F50-8436-0F9314C95FB4}">
      <dgm:prSet phldrT="[Text]"/>
      <dgm:spPr/>
      <dgm:t>
        <a:bodyPr/>
        <a:lstStyle/>
        <a:p>
          <a:r>
            <a:rPr lang="en-IN" dirty="0"/>
            <a:t>Depatment-1</a:t>
          </a:r>
        </a:p>
      </dgm:t>
    </dgm:pt>
    <dgm:pt modelId="{0E3F11A3-D860-43ED-8F6F-EA0E6333F276}" type="parTrans" cxnId="{99AD85B2-AD51-4840-AC64-E2C837CF26B1}">
      <dgm:prSet/>
      <dgm:spPr/>
      <dgm:t>
        <a:bodyPr/>
        <a:lstStyle/>
        <a:p>
          <a:endParaRPr lang="en-IN"/>
        </a:p>
      </dgm:t>
    </dgm:pt>
    <dgm:pt modelId="{46EE737E-C797-4B59-B405-A5FE2A32E8AC}" type="sibTrans" cxnId="{99AD85B2-AD51-4840-AC64-E2C837CF26B1}">
      <dgm:prSet/>
      <dgm:spPr/>
      <dgm:t>
        <a:bodyPr/>
        <a:lstStyle/>
        <a:p>
          <a:endParaRPr lang="en-IN"/>
        </a:p>
      </dgm:t>
    </dgm:pt>
    <dgm:pt modelId="{4FEAA1AA-3CA0-476F-B45B-071B54A96BF1}">
      <dgm:prSet phldrT="[Text]"/>
      <dgm:spPr/>
      <dgm:t>
        <a:bodyPr/>
        <a:lstStyle/>
        <a:p>
          <a:r>
            <a:rPr lang="en-IN" dirty="0"/>
            <a:t>Observation</a:t>
          </a:r>
        </a:p>
      </dgm:t>
    </dgm:pt>
    <dgm:pt modelId="{BB36B7EE-DF67-49A7-B917-DC6C589D493A}" type="parTrans" cxnId="{EDC918F6-2AFA-415E-8BBE-235DB92354DE}">
      <dgm:prSet/>
      <dgm:spPr/>
      <dgm:t>
        <a:bodyPr/>
        <a:lstStyle/>
        <a:p>
          <a:endParaRPr lang="en-IN"/>
        </a:p>
      </dgm:t>
    </dgm:pt>
    <dgm:pt modelId="{ABE80D73-820A-4C3B-94D8-0798DEFB6EAB}" type="sibTrans" cxnId="{EDC918F6-2AFA-415E-8BBE-235DB92354DE}">
      <dgm:prSet/>
      <dgm:spPr/>
      <dgm:t>
        <a:bodyPr/>
        <a:lstStyle/>
        <a:p>
          <a:endParaRPr lang="en-IN"/>
        </a:p>
      </dgm:t>
    </dgm:pt>
    <dgm:pt modelId="{A845761F-EA08-429B-82ED-501F227F4C25}">
      <dgm:prSet phldrT="[Text]"/>
      <dgm:spPr/>
      <dgm:t>
        <a:bodyPr/>
        <a:lstStyle/>
        <a:p>
          <a:r>
            <a:rPr lang="en-IN" dirty="0"/>
            <a:t>Process</a:t>
          </a:r>
        </a:p>
      </dgm:t>
    </dgm:pt>
    <dgm:pt modelId="{637F1764-BCEA-4D0E-8660-C876CB94FF8D}" type="parTrans" cxnId="{4F533273-765E-4664-B93A-251A7CAD41CD}">
      <dgm:prSet/>
      <dgm:spPr/>
      <dgm:t>
        <a:bodyPr/>
        <a:lstStyle/>
        <a:p>
          <a:endParaRPr lang="en-IN"/>
        </a:p>
      </dgm:t>
    </dgm:pt>
    <dgm:pt modelId="{5C42B671-F9A2-4EBB-A07F-7B0CBE1B0D27}" type="sibTrans" cxnId="{4F533273-765E-4664-B93A-251A7CAD41CD}">
      <dgm:prSet/>
      <dgm:spPr/>
      <dgm:t>
        <a:bodyPr/>
        <a:lstStyle/>
        <a:p>
          <a:endParaRPr lang="en-IN"/>
        </a:p>
      </dgm:t>
    </dgm:pt>
    <dgm:pt modelId="{819B2D4C-29A8-4019-9E4C-9BB2988DBFF1}">
      <dgm:prSet phldrT="[Text]"/>
      <dgm:spPr/>
      <dgm:t>
        <a:bodyPr/>
        <a:lstStyle/>
        <a:p>
          <a:r>
            <a:rPr lang="en-IN" dirty="0"/>
            <a:t>Department-2</a:t>
          </a:r>
        </a:p>
      </dgm:t>
    </dgm:pt>
    <dgm:pt modelId="{4E591ED4-BFAC-4252-899D-42A3B02CC9AD}" type="parTrans" cxnId="{746D63A6-3352-4A9B-8523-240937718298}">
      <dgm:prSet/>
      <dgm:spPr/>
      <dgm:t>
        <a:bodyPr/>
        <a:lstStyle/>
        <a:p>
          <a:endParaRPr lang="en-IN"/>
        </a:p>
      </dgm:t>
    </dgm:pt>
    <dgm:pt modelId="{CA722BBE-60F2-4642-B319-EFFF3110B192}" type="sibTrans" cxnId="{746D63A6-3352-4A9B-8523-240937718298}">
      <dgm:prSet/>
      <dgm:spPr/>
      <dgm:t>
        <a:bodyPr/>
        <a:lstStyle/>
        <a:p>
          <a:endParaRPr lang="en-IN"/>
        </a:p>
      </dgm:t>
    </dgm:pt>
    <dgm:pt modelId="{F7C52A22-5B30-41AF-9BEE-658D3A47D524}">
      <dgm:prSet phldrT="[Text]"/>
      <dgm:spPr/>
      <dgm:t>
        <a:bodyPr/>
        <a:lstStyle/>
        <a:p>
          <a:r>
            <a:rPr lang="en-IN" dirty="0"/>
            <a:t>Observation</a:t>
          </a:r>
        </a:p>
      </dgm:t>
    </dgm:pt>
    <dgm:pt modelId="{97660835-AED6-458B-89C2-ECE499450BED}" type="parTrans" cxnId="{E7F90A74-CC05-4F49-93DA-ADDA6F33D60A}">
      <dgm:prSet/>
      <dgm:spPr/>
      <dgm:t>
        <a:bodyPr/>
        <a:lstStyle/>
        <a:p>
          <a:endParaRPr lang="en-IN"/>
        </a:p>
      </dgm:t>
    </dgm:pt>
    <dgm:pt modelId="{75C1176A-B39C-493C-982A-863D60FEA2A9}" type="sibTrans" cxnId="{E7F90A74-CC05-4F49-93DA-ADDA6F33D60A}">
      <dgm:prSet/>
      <dgm:spPr/>
      <dgm:t>
        <a:bodyPr/>
        <a:lstStyle/>
        <a:p>
          <a:endParaRPr lang="en-IN"/>
        </a:p>
      </dgm:t>
    </dgm:pt>
    <dgm:pt modelId="{956B51F2-0F0F-4C33-A4C2-18877A921D38}">
      <dgm:prSet phldrT="[Text]" phldr="1"/>
      <dgm:spPr/>
      <dgm:t>
        <a:bodyPr/>
        <a:lstStyle/>
        <a:p>
          <a:endParaRPr lang="en-IN"/>
        </a:p>
      </dgm:t>
    </dgm:pt>
    <dgm:pt modelId="{8C299ADF-9D42-4E40-9F44-2F3D0275BF32}" type="parTrans" cxnId="{B533B1C6-984E-4534-A301-9B530937A359}">
      <dgm:prSet/>
      <dgm:spPr/>
      <dgm:t>
        <a:bodyPr/>
        <a:lstStyle/>
        <a:p>
          <a:endParaRPr lang="en-IN"/>
        </a:p>
      </dgm:t>
    </dgm:pt>
    <dgm:pt modelId="{C0505E04-4C23-4F81-BEBE-A5E9F86623DF}" type="sibTrans" cxnId="{B533B1C6-984E-4534-A301-9B530937A359}">
      <dgm:prSet/>
      <dgm:spPr/>
      <dgm:t>
        <a:bodyPr/>
        <a:lstStyle/>
        <a:p>
          <a:endParaRPr lang="en-IN"/>
        </a:p>
      </dgm:t>
    </dgm:pt>
    <dgm:pt modelId="{9D845C68-2E9E-48C2-B6AE-7D44A87422FA}">
      <dgm:prSet phldrT="[Text]"/>
      <dgm:spPr/>
      <dgm:t>
        <a:bodyPr/>
        <a:lstStyle/>
        <a:p>
          <a:r>
            <a:rPr lang="en-IN" dirty="0"/>
            <a:t>Observation</a:t>
          </a:r>
        </a:p>
      </dgm:t>
    </dgm:pt>
    <dgm:pt modelId="{11F84755-A014-4A69-944E-C7D1666C46C3}" type="parTrans" cxnId="{4CF034A2-C781-4769-9D02-14571E4C547A}">
      <dgm:prSet/>
      <dgm:spPr/>
      <dgm:t>
        <a:bodyPr/>
        <a:lstStyle/>
        <a:p>
          <a:endParaRPr lang="en-IN"/>
        </a:p>
      </dgm:t>
    </dgm:pt>
    <dgm:pt modelId="{DF0E08C4-6EC7-476E-A730-E1580ACCAA20}" type="sibTrans" cxnId="{4CF034A2-C781-4769-9D02-14571E4C547A}">
      <dgm:prSet/>
      <dgm:spPr/>
      <dgm:t>
        <a:bodyPr/>
        <a:lstStyle/>
        <a:p>
          <a:endParaRPr lang="en-IN"/>
        </a:p>
      </dgm:t>
    </dgm:pt>
    <dgm:pt modelId="{B4E73AC5-62BE-4904-8FA7-5F9EE44D9454}">
      <dgm:prSet phldrT="[Text]"/>
      <dgm:spPr/>
      <dgm:t>
        <a:bodyPr/>
        <a:lstStyle/>
        <a:p>
          <a:r>
            <a:rPr lang="en-IN" dirty="0"/>
            <a:t>Outcome from the process</a:t>
          </a:r>
        </a:p>
      </dgm:t>
    </dgm:pt>
    <dgm:pt modelId="{CBDE7740-54AB-4922-BA79-AB674F48C403}" type="parTrans" cxnId="{084CEA83-3C31-42D3-B581-03F825A75904}">
      <dgm:prSet/>
      <dgm:spPr/>
      <dgm:t>
        <a:bodyPr/>
        <a:lstStyle/>
        <a:p>
          <a:endParaRPr lang="en-IN"/>
        </a:p>
      </dgm:t>
    </dgm:pt>
    <dgm:pt modelId="{DBB00347-24DB-4CBD-95C4-1A3BA0D40716}" type="sibTrans" cxnId="{084CEA83-3C31-42D3-B581-03F825A75904}">
      <dgm:prSet/>
      <dgm:spPr/>
      <dgm:t>
        <a:bodyPr/>
        <a:lstStyle/>
        <a:p>
          <a:endParaRPr lang="en-IN"/>
        </a:p>
      </dgm:t>
    </dgm:pt>
    <dgm:pt modelId="{0BBDEF4D-41E0-4BB4-81B2-B6906B763F22}">
      <dgm:prSet/>
      <dgm:spPr/>
      <dgm:t>
        <a:bodyPr/>
        <a:lstStyle/>
        <a:p>
          <a:r>
            <a:rPr lang="en-IN"/>
            <a:t>Process</a:t>
          </a:r>
          <a:endParaRPr lang="en-IN" dirty="0"/>
        </a:p>
      </dgm:t>
    </dgm:pt>
    <dgm:pt modelId="{F0D92666-0886-456C-BD56-1DF202EB015C}" type="parTrans" cxnId="{3973482A-9DD9-4500-AC5D-23EC5CFFF34D}">
      <dgm:prSet/>
      <dgm:spPr/>
      <dgm:t>
        <a:bodyPr/>
        <a:lstStyle/>
        <a:p>
          <a:endParaRPr lang="en-IN"/>
        </a:p>
      </dgm:t>
    </dgm:pt>
    <dgm:pt modelId="{7F13F1FB-C3BC-46BE-97E4-2FDDCBF92419}" type="sibTrans" cxnId="{3973482A-9DD9-4500-AC5D-23EC5CFFF34D}">
      <dgm:prSet/>
      <dgm:spPr/>
      <dgm:t>
        <a:bodyPr/>
        <a:lstStyle/>
        <a:p>
          <a:endParaRPr lang="en-IN"/>
        </a:p>
      </dgm:t>
    </dgm:pt>
    <dgm:pt modelId="{00CDBDD4-62F8-4A71-A2B4-F275F5EFFA46}">
      <dgm:prSet/>
      <dgm:spPr/>
      <dgm:t>
        <a:bodyPr/>
        <a:lstStyle/>
        <a:p>
          <a:r>
            <a:rPr lang="en-IN" dirty="0"/>
            <a:t>Outcome from the process</a:t>
          </a:r>
        </a:p>
      </dgm:t>
    </dgm:pt>
    <dgm:pt modelId="{36E8C42B-73D0-40D6-A387-CEB0718118BA}" type="parTrans" cxnId="{CCA27023-1283-4F47-8093-1E40B62677C0}">
      <dgm:prSet/>
      <dgm:spPr/>
      <dgm:t>
        <a:bodyPr/>
        <a:lstStyle/>
        <a:p>
          <a:endParaRPr lang="en-IN"/>
        </a:p>
      </dgm:t>
    </dgm:pt>
    <dgm:pt modelId="{49AE3DA6-AC07-4A88-924D-73999CD11432}" type="sibTrans" cxnId="{CCA27023-1283-4F47-8093-1E40B62677C0}">
      <dgm:prSet/>
      <dgm:spPr/>
      <dgm:t>
        <a:bodyPr/>
        <a:lstStyle/>
        <a:p>
          <a:endParaRPr lang="en-IN"/>
        </a:p>
      </dgm:t>
    </dgm:pt>
    <dgm:pt modelId="{C7C40CCC-704D-4311-BF81-6B833EDA5667}">
      <dgm:prSet/>
      <dgm:spPr/>
      <dgm:t>
        <a:bodyPr/>
        <a:lstStyle/>
        <a:p>
          <a:r>
            <a:rPr lang="en-IN"/>
            <a:t>Process</a:t>
          </a:r>
          <a:endParaRPr lang="en-IN" dirty="0"/>
        </a:p>
      </dgm:t>
    </dgm:pt>
    <dgm:pt modelId="{5753BE74-D551-4659-B99C-A14DA6124412}" type="parTrans" cxnId="{138C0F80-111C-4518-88DC-C400181B118A}">
      <dgm:prSet/>
      <dgm:spPr/>
      <dgm:t>
        <a:bodyPr/>
        <a:lstStyle/>
        <a:p>
          <a:endParaRPr lang="en-IN"/>
        </a:p>
      </dgm:t>
    </dgm:pt>
    <dgm:pt modelId="{5217B7CD-C313-4EDD-AA85-C2BC0DFE7EA8}" type="sibTrans" cxnId="{138C0F80-111C-4518-88DC-C400181B118A}">
      <dgm:prSet/>
      <dgm:spPr/>
      <dgm:t>
        <a:bodyPr/>
        <a:lstStyle/>
        <a:p>
          <a:endParaRPr lang="en-IN"/>
        </a:p>
      </dgm:t>
    </dgm:pt>
    <dgm:pt modelId="{38834F42-03A0-4F9C-A774-2711F47B4553}">
      <dgm:prSet/>
      <dgm:spPr/>
      <dgm:t>
        <a:bodyPr/>
        <a:lstStyle/>
        <a:p>
          <a:r>
            <a:rPr lang="en-IN" dirty="0"/>
            <a:t>Outcome from the process</a:t>
          </a:r>
        </a:p>
      </dgm:t>
    </dgm:pt>
    <dgm:pt modelId="{13DA9318-1BE8-48BB-AAAF-5DABED2B01D8}" type="parTrans" cxnId="{172C1106-577C-4814-BA19-8E6546F63938}">
      <dgm:prSet/>
      <dgm:spPr/>
      <dgm:t>
        <a:bodyPr/>
        <a:lstStyle/>
        <a:p>
          <a:endParaRPr lang="en-IN"/>
        </a:p>
      </dgm:t>
    </dgm:pt>
    <dgm:pt modelId="{48481DAE-B417-4A1E-9B6D-AECA58AC4D02}" type="sibTrans" cxnId="{172C1106-577C-4814-BA19-8E6546F63938}">
      <dgm:prSet/>
      <dgm:spPr/>
      <dgm:t>
        <a:bodyPr/>
        <a:lstStyle/>
        <a:p>
          <a:endParaRPr lang="en-IN"/>
        </a:p>
      </dgm:t>
    </dgm:pt>
    <dgm:pt modelId="{F6AFADC8-99E0-4D7C-938F-D6946EFCD377}" type="pres">
      <dgm:prSet presAssocID="{EFF8AF61-9353-42F2-967C-29E4D8C01253}" presName="theList" presStyleCnt="0">
        <dgm:presLayoutVars>
          <dgm:dir/>
          <dgm:animLvl val="lvl"/>
          <dgm:resizeHandles val="exact"/>
        </dgm:presLayoutVars>
      </dgm:prSet>
      <dgm:spPr/>
    </dgm:pt>
    <dgm:pt modelId="{9C8C1FAC-B66F-4B6A-93F9-F5D30EFE081F}" type="pres">
      <dgm:prSet presAssocID="{277DD01C-8B20-4F50-8436-0F9314C95FB4}" presName="compNode" presStyleCnt="0"/>
      <dgm:spPr/>
    </dgm:pt>
    <dgm:pt modelId="{A9859E43-8A69-4D7F-8DEB-AD78382BDF60}" type="pres">
      <dgm:prSet presAssocID="{277DD01C-8B20-4F50-8436-0F9314C95FB4}" presName="noGeometry" presStyleCnt="0"/>
      <dgm:spPr/>
    </dgm:pt>
    <dgm:pt modelId="{D10FFD59-4A3A-4803-82BE-037D0C4CB3C9}" type="pres">
      <dgm:prSet presAssocID="{277DD01C-8B20-4F50-8436-0F9314C95FB4}" presName="childTextVisible" presStyleLbl="bgAccFollowNode1" presStyleIdx="0" presStyleCnt="3">
        <dgm:presLayoutVars>
          <dgm:bulletEnabled val="1"/>
        </dgm:presLayoutVars>
      </dgm:prSet>
      <dgm:spPr/>
    </dgm:pt>
    <dgm:pt modelId="{7A34EC02-01D9-42D3-BA7F-F72E9E871074}" type="pres">
      <dgm:prSet presAssocID="{277DD01C-8B20-4F50-8436-0F9314C95FB4}" presName="childTextHidden" presStyleLbl="bgAccFollowNode1" presStyleIdx="0" presStyleCnt="3"/>
      <dgm:spPr/>
    </dgm:pt>
    <dgm:pt modelId="{52CF8563-3502-41F4-A6F3-607662CE9F45}" type="pres">
      <dgm:prSet presAssocID="{277DD01C-8B20-4F50-8436-0F9314C95FB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77EE371-7436-40B3-A3FA-95E00374F412}" type="pres">
      <dgm:prSet presAssocID="{277DD01C-8B20-4F50-8436-0F9314C95FB4}" presName="aSpace" presStyleCnt="0"/>
      <dgm:spPr/>
    </dgm:pt>
    <dgm:pt modelId="{5BAE088B-5D73-49F2-B657-650CE43BF84E}" type="pres">
      <dgm:prSet presAssocID="{819B2D4C-29A8-4019-9E4C-9BB2988DBFF1}" presName="compNode" presStyleCnt="0"/>
      <dgm:spPr/>
    </dgm:pt>
    <dgm:pt modelId="{95205264-F4B6-4FD3-A96E-491B18B9CFCE}" type="pres">
      <dgm:prSet presAssocID="{819B2D4C-29A8-4019-9E4C-9BB2988DBFF1}" presName="noGeometry" presStyleCnt="0"/>
      <dgm:spPr/>
    </dgm:pt>
    <dgm:pt modelId="{27AD9F5C-473A-46C8-82C7-0D650072A88C}" type="pres">
      <dgm:prSet presAssocID="{819B2D4C-29A8-4019-9E4C-9BB2988DBFF1}" presName="childTextVisible" presStyleLbl="bgAccFollowNode1" presStyleIdx="1" presStyleCnt="3">
        <dgm:presLayoutVars>
          <dgm:bulletEnabled val="1"/>
        </dgm:presLayoutVars>
      </dgm:prSet>
      <dgm:spPr/>
    </dgm:pt>
    <dgm:pt modelId="{F1D151D3-FD51-49CA-A7F8-546C310CAEA5}" type="pres">
      <dgm:prSet presAssocID="{819B2D4C-29A8-4019-9E4C-9BB2988DBFF1}" presName="childTextHidden" presStyleLbl="bgAccFollowNode1" presStyleIdx="1" presStyleCnt="3"/>
      <dgm:spPr/>
    </dgm:pt>
    <dgm:pt modelId="{1BC170B8-E129-47C2-B037-657E8C614F9C}" type="pres">
      <dgm:prSet presAssocID="{819B2D4C-29A8-4019-9E4C-9BB2988DBFF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627DE62-521E-472C-B2D9-CA9FD6F0A841}" type="pres">
      <dgm:prSet presAssocID="{819B2D4C-29A8-4019-9E4C-9BB2988DBFF1}" presName="aSpace" presStyleCnt="0"/>
      <dgm:spPr/>
    </dgm:pt>
    <dgm:pt modelId="{533E2649-7C6D-43F3-9B65-B0F5419114F9}" type="pres">
      <dgm:prSet presAssocID="{956B51F2-0F0F-4C33-A4C2-18877A921D38}" presName="compNode" presStyleCnt="0"/>
      <dgm:spPr/>
    </dgm:pt>
    <dgm:pt modelId="{BF519800-0DCA-4C5F-A883-D838F0E057F7}" type="pres">
      <dgm:prSet presAssocID="{956B51F2-0F0F-4C33-A4C2-18877A921D38}" presName="noGeometry" presStyleCnt="0"/>
      <dgm:spPr/>
    </dgm:pt>
    <dgm:pt modelId="{9F1DF76F-F191-416B-B157-A39C7B53318D}" type="pres">
      <dgm:prSet presAssocID="{956B51F2-0F0F-4C33-A4C2-18877A921D38}" presName="childTextVisible" presStyleLbl="bgAccFollowNode1" presStyleIdx="2" presStyleCnt="3">
        <dgm:presLayoutVars>
          <dgm:bulletEnabled val="1"/>
        </dgm:presLayoutVars>
      </dgm:prSet>
      <dgm:spPr/>
    </dgm:pt>
    <dgm:pt modelId="{C4AC0D70-B52E-446D-BA4A-511F0200415D}" type="pres">
      <dgm:prSet presAssocID="{956B51F2-0F0F-4C33-A4C2-18877A921D38}" presName="childTextHidden" presStyleLbl="bgAccFollowNode1" presStyleIdx="2" presStyleCnt="3"/>
      <dgm:spPr/>
    </dgm:pt>
    <dgm:pt modelId="{5FB16A6B-98EA-488E-A1DF-871A7B829FB8}" type="pres">
      <dgm:prSet presAssocID="{956B51F2-0F0F-4C33-A4C2-18877A921D38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17FAAA05-0342-44E2-823D-997C086580B9}" type="presOf" srcId="{F7C52A22-5B30-41AF-9BEE-658D3A47D524}" destId="{F1D151D3-FD51-49CA-A7F8-546C310CAEA5}" srcOrd="1" destOrd="0" presId="urn:microsoft.com/office/officeart/2005/8/layout/hProcess6"/>
    <dgm:cxn modelId="{172C1106-577C-4814-BA19-8E6546F63938}" srcId="{956B51F2-0F0F-4C33-A4C2-18877A921D38}" destId="{38834F42-03A0-4F9C-A774-2711F47B4553}" srcOrd="2" destOrd="0" parTransId="{13DA9318-1BE8-48BB-AAAF-5DABED2B01D8}" sibTransId="{48481DAE-B417-4A1E-9B6D-AECA58AC4D02}"/>
    <dgm:cxn modelId="{3E36C119-6835-4F3E-9F11-7E03E16EF80A}" type="presOf" srcId="{4FEAA1AA-3CA0-476F-B45B-071B54A96BF1}" destId="{D10FFD59-4A3A-4803-82BE-037D0C4CB3C9}" srcOrd="0" destOrd="0" presId="urn:microsoft.com/office/officeart/2005/8/layout/hProcess6"/>
    <dgm:cxn modelId="{CCA27023-1283-4F47-8093-1E40B62677C0}" srcId="{819B2D4C-29A8-4019-9E4C-9BB2988DBFF1}" destId="{00CDBDD4-62F8-4A71-A2B4-F275F5EFFA46}" srcOrd="2" destOrd="0" parTransId="{36E8C42B-73D0-40D6-A387-CEB0718118BA}" sibTransId="{49AE3DA6-AC07-4A88-924D-73999CD11432}"/>
    <dgm:cxn modelId="{F77A0729-4129-4D4F-81C1-0EC12E0A19E1}" type="presOf" srcId="{A845761F-EA08-429B-82ED-501F227F4C25}" destId="{D10FFD59-4A3A-4803-82BE-037D0C4CB3C9}" srcOrd="0" destOrd="1" presId="urn:microsoft.com/office/officeart/2005/8/layout/hProcess6"/>
    <dgm:cxn modelId="{3973482A-9DD9-4500-AC5D-23EC5CFFF34D}" srcId="{819B2D4C-29A8-4019-9E4C-9BB2988DBFF1}" destId="{0BBDEF4D-41E0-4BB4-81B2-B6906B763F22}" srcOrd="1" destOrd="0" parTransId="{F0D92666-0886-456C-BD56-1DF202EB015C}" sibTransId="{7F13F1FB-C3BC-46BE-97E4-2FDDCBF92419}"/>
    <dgm:cxn modelId="{BA99F335-8CEF-4E0B-86BC-750DA4E4FFFA}" type="presOf" srcId="{956B51F2-0F0F-4C33-A4C2-18877A921D38}" destId="{5FB16A6B-98EA-488E-A1DF-871A7B829FB8}" srcOrd="0" destOrd="0" presId="urn:microsoft.com/office/officeart/2005/8/layout/hProcess6"/>
    <dgm:cxn modelId="{B73AB552-5757-4EBF-B350-738E8448EBAC}" type="presOf" srcId="{819B2D4C-29A8-4019-9E4C-9BB2988DBFF1}" destId="{1BC170B8-E129-47C2-B037-657E8C614F9C}" srcOrd="0" destOrd="0" presId="urn:microsoft.com/office/officeart/2005/8/layout/hProcess6"/>
    <dgm:cxn modelId="{EF28D472-1EAA-4550-9A75-3256EBC0ED72}" type="presOf" srcId="{4FEAA1AA-3CA0-476F-B45B-071B54A96BF1}" destId="{7A34EC02-01D9-42D3-BA7F-F72E9E871074}" srcOrd="1" destOrd="0" presId="urn:microsoft.com/office/officeart/2005/8/layout/hProcess6"/>
    <dgm:cxn modelId="{4F533273-765E-4664-B93A-251A7CAD41CD}" srcId="{277DD01C-8B20-4F50-8436-0F9314C95FB4}" destId="{A845761F-EA08-429B-82ED-501F227F4C25}" srcOrd="1" destOrd="0" parTransId="{637F1764-BCEA-4D0E-8660-C876CB94FF8D}" sibTransId="{5C42B671-F9A2-4EBB-A07F-7B0CBE1B0D27}"/>
    <dgm:cxn modelId="{E7F90A74-CC05-4F49-93DA-ADDA6F33D60A}" srcId="{819B2D4C-29A8-4019-9E4C-9BB2988DBFF1}" destId="{F7C52A22-5B30-41AF-9BEE-658D3A47D524}" srcOrd="0" destOrd="0" parTransId="{97660835-AED6-458B-89C2-ECE499450BED}" sibTransId="{75C1176A-B39C-493C-982A-863D60FEA2A9}"/>
    <dgm:cxn modelId="{B489407F-D53A-4309-AD7F-3FDB72B57202}" type="presOf" srcId="{B4E73AC5-62BE-4904-8FA7-5F9EE44D9454}" destId="{7A34EC02-01D9-42D3-BA7F-F72E9E871074}" srcOrd="1" destOrd="2" presId="urn:microsoft.com/office/officeart/2005/8/layout/hProcess6"/>
    <dgm:cxn modelId="{33E2DF7F-BAE2-4065-BB2C-7861A31873CE}" type="presOf" srcId="{0BBDEF4D-41E0-4BB4-81B2-B6906B763F22}" destId="{27AD9F5C-473A-46C8-82C7-0D650072A88C}" srcOrd="0" destOrd="1" presId="urn:microsoft.com/office/officeart/2005/8/layout/hProcess6"/>
    <dgm:cxn modelId="{138C0F80-111C-4518-88DC-C400181B118A}" srcId="{956B51F2-0F0F-4C33-A4C2-18877A921D38}" destId="{C7C40CCC-704D-4311-BF81-6B833EDA5667}" srcOrd="1" destOrd="0" parTransId="{5753BE74-D551-4659-B99C-A14DA6124412}" sibTransId="{5217B7CD-C313-4EDD-AA85-C2BC0DFE7EA8}"/>
    <dgm:cxn modelId="{084CEA83-3C31-42D3-B581-03F825A75904}" srcId="{277DD01C-8B20-4F50-8436-0F9314C95FB4}" destId="{B4E73AC5-62BE-4904-8FA7-5F9EE44D9454}" srcOrd="2" destOrd="0" parTransId="{CBDE7740-54AB-4922-BA79-AB674F48C403}" sibTransId="{DBB00347-24DB-4CBD-95C4-1A3BA0D40716}"/>
    <dgm:cxn modelId="{8959BE8D-1594-448A-92D3-ED4F7F0B4598}" type="presOf" srcId="{F7C52A22-5B30-41AF-9BEE-658D3A47D524}" destId="{27AD9F5C-473A-46C8-82C7-0D650072A88C}" srcOrd="0" destOrd="0" presId="urn:microsoft.com/office/officeart/2005/8/layout/hProcess6"/>
    <dgm:cxn modelId="{FE9DE19D-D6A0-4EA4-ABF1-B764F4182528}" type="presOf" srcId="{C7C40CCC-704D-4311-BF81-6B833EDA5667}" destId="{C4AC0D70-B52E-446D-BA4A-511F0200415D}" srcOrd="1" destOrd="1" presId="urn:microsoft.com/office/officeart/2005/8/layout/hProcess6"/>
    <dgm:cxn modelId="{5920E0A0-D751-4176-ABF1-EB58311BE35D}" type="presOf" srcId="{A845761F-EA08-429B-82ED-501F227F4C25}" destId="{7A34EC02-01D9-42D3-BA7F-F72E9E871074}" srcOrd="1" destOrd="1" presId="urn:microsoft.com/office/officeart/2005/8/layout/hProcess6"/>
    <dgm:cxn modelId="{4CF034A2-C781-4769-9D02-14571E4C547A}" srcId="{956B51F2-0F0F-4C33-A4C2-18877A921D38}" destId="{9D845C68-2E9E-48C2-B6AE-7D44A87422FA}" srcOrd="0" destOrd="0" parTransId="{11F84755-A014-4A69-944E-C7D1666C46C3}" sibTransId="{DF0E08C4-6EC7-476E-A730-E1580ACCAA20}"/>
    <dgm:cxn modelId="{746D63A6-3352-4A9B-8523-240937718298}" srcId="{EFF8AF61-9353-42F2-967C-29E4D8C01253}" destId="{819B2D4C-29A8-4019-9E4C-9BB2988DBFF1}" srcOrd="1" destOrd="0" parTransId="{4E591ED4-BFAC-4252-899D-42A3B02CC9AD}" sibTransId="{CA722BBE-60F2-4642-B319-EFFF3110B192}"/>
    <dgm:cxn modelId="{1D0FD4A7-DFBE-4A76-A70F-33959EA26277}" type="presOf" srcId="{C7C40CCC-704D-4311-BF81-6B833EDA5667}" destId="{9F1DF76F-F191-416B-B157-A39C7B53318D}" srcOrd="0" destOrd="1" presId="urn:microsoft.com/office/officeart/2005/8/layout/hProcess6"/>
    <dgm:cxn modelId="{647FF2AC-00A6-4967-91CB-F98034C0DD58}" type="presOf" srcId="{38834F42-03A0-4F9C-A774-2711F47B4553}" destId="{C4AC0D70-B52E-446D-BA4A-511F0200415D}" srcOrd="1" destOrd="2" presId="urn:microsoft.com/office/officeart/2005/8/layout/hProcess6"/>
    <dgm:cxn modelId="{9EB021AE-1F43-4684-9DC7-D3C5585D9B1F}" type="presOf" srcId="{EFF8AF61-9353-42F2-967C-29E4D8C01253}" destId="{F6AFADC8-99E0-4D7C-938F-D6946EFCD377}" srcOrd="0" destOrd="0" presId="urn:microsoft.com/office/officeart/2005/8/layout/hProcess6"/>
    <dgm:cxn modelId="{99AD85B2-AD51-4840-AC64-E2C837CF26B1}" srcId="{EFF8AF61-9353-42F2-967C-29E4D8C01253}" destId="{277DD01C-8B20-4F50-8436-0F9314C95FB4}" srcOrd="0" destOrd="0" parTransId="{0E3F11A3-D860-43ED-8F6F-EA0E6333F276}" sibTransId="{46EE737E-C797-4B59-B405-A5FE2A32E8AC}"/>
    <dgm:cxn modelId="{E6045AC3-A796-4EFD-BC9A-292113C083C6}" type="presOf" srcId="{9D845C68-2E9E-48C2-B6AE-7D44A87422FA}" destId="{9F1DF76F-F191-416B-B157-A39C7B53318D}" srcOrd="0" destOrd="0" presId="urn:microsoft.com/office/officeart/2005/8/layout/hProcess6"/>
    <dgm:cxn modelId="{B533B1C6-984E-4534-A301-9B530937A359}" srcId="{EFF8AF61-9353-42F2-967C-29E4D8C01253}" destId="{956B51F2-0F0F-4C33-A4C2-18877A921D38}" srcOrd="2" destOrd="0" parTransId="{8C299ADF-9D42-4E40-9F44-2F3D0275BF32}" sibTransId="{C0505E04-4C23-4F81-BEBE-A5E9F86623DF}"/>
    <dgm:cxn modelId="{38B803D0-21EC-423C-8B3F-55C95E645870}" type="presOf" srcId="{00CDBDD4-62F8-4A71-A2B4-F275F5EFFA46}" destId="{27AD9F5C-473A-46C8-82C7-0D650072A88C}" srcOrd="0" destOrd="2" presId="urn:microsoft.com/office/officeart/2005/8/layout/hProcess6"/>
    <dgm:cxn modelId="{F45013D3-B74B-4278-A182-27A3983AFD78}" type="presOf" srcId="{00CDBDD4-62F8-4A71-A2B4-F275F5EFFA46}" destId="{F1D151D3-FD51-49CA-A7F8-546C310CAEA5}" srcOrd="1" destOrd="2" presId="urn:microsoft.com/office/officeart/2005/8/layout/hProcess6"/>
    <dgm:cxn modelId="{D44660D8-FE5A-4AED-9D95-A44480FC4009}" type="presOf" srcId="{38834F42-03A0-4F9C-A774-2711F47B4553}" destId="{9F1DF76F-F191-416B-B157-A39C7B53318D}" srcOrd="0" destOrd="2" presId="urn:microsoft.com/office/officeart/2005/8/layout/hProcess6"/>
    <dgm:cxn modelId="{0AD1EFD8-3B50-4BA5-A297-0545066CA966}" type="presOf" srcId="{0BBDEF4D-41E0-4BB4-81B2-B6906B763F22}" destId="{F1D151D3-FD51-49CA-A7F8-546C310CAEA5}" srcOrd="1" destOrd="1" presId="urn:microsoft.com/office/officeart/2005/8/layout/hProcess6"/>
    <dgm:cxn modelId="{BC7F4ADB-A024-4CBA-87C5-2B3CF1D43C9B}" type="presOf" srcId="{277DD01C-8B20-4F50-8436-0F9314C95FB4}" destId="{52CF8563-3502-41F4-A6F3-607662CE9F45}" srcOrd="0" destOrd="0" presId="urn:microsoft.com/office/officeart/2005/8/layout/hProcess6"/>
    <dgm:cxn modelId="{2D387BF0-368A-4BDC-BCC2-61B3646FF993}" type="presOf" srcId="{9D845C68-2E9E-48C2-B6AE-7D44A87422FA}" destId="{C4AC0D70-B52E-446D-BA4A-511F0200415D}" srcOrd="1" destOrd="0" presId="urn:microsoft.com/office/officeart/2005/8/layout/hProcess6"/>
    <dgm:cxn modelId="{EDC918F6-2AFA-415E-8BBE-235DB92354DE}" srcId="{277DD01C-8B20-4F50-8436-0F9314C95FB4}" destId="{4FEAA1AA-3CA0-476F-B45B-071B54A96BF1}" srcOrd="0" destOrd="0" parTransId="{BB36B7EE-DF67-49A7-B917-DC6C589D493A}" sibTransId="{ABE80D73-820A-4C3B-94D8-0798DEFB6EAB}"/>
    <dgm:cxn modelId="{2B5C1FFF-1BF8-4BDA-9F65-B1919E7441EB}" type="presOf" srcId="{B4E73AC5-62BE-4904-8FA7-5F9EE44D9454}" destId="{D10FFD59-4A3A-4803-82BE-037D0C4CB3C9}" srcOrd="0" destOrd="2" presId="urn:microsoft.com/office/officeart/2005/8/layout/hProcess6"/>
    <dgm:cxn modelId="{AE777059-D7EA-4A36-AE41-3C8602C145C7}" type="presParOf" srcId="{F6AFADC8-99E0-4D7C-938F-D6946EFCD377}" destId="{9C8C1FAC-B66F-4B6A-93F9-F5D30EFE081F}" srcOrd="0" destOrd="0" presId="urn:microsoft.com/office/officeart/2005/8/layout/hProcess6"/>
    <dgm:cxn modelId="{F7A45F94-ECCA-45E5-9425-E7912B702D9F}" type="presParOf" srcId="{9C8C1FAC-B66F-4B6A-93F9-F5D30EFE081F}" destId="{A9859E43-8A69-4D7F-8DEB-AD78382BDF60}" srcOrd="0" destOrd="0" presId="urn:microsoft.com/office/officeart/2005/8/layout/hProcess6"/>
    <dgm:cxn modelId="{B44DB9FB-DC3D-4D74-974E-4172B8A6D821}" type="presParOf" srcId="{9C8C1FAC-B66F-4B6A-93F9-F5D30EFE081F}" destId="{D10FFD59-4A3A-4803-82BE-037D0C4CB3C9}" srcOrd="1" destOrd="0" presId="urn:microsoft.com/office/officeart/2005/8/layout/hProcess6"/>
    <dgm:cxn modelId="{FDEFD81C-8BDF-40AF-9F12-46D6A9071C9C}" type="presParOf" srcId="{9C8C1FAC-B66F-4B6A-93F9-F5D30EFE081F}" destId="{7A34EC02-01D9-42D3-BA7F-F72E9E871074}" srcOrd="2" destOrd="0" presId="urn:microsoft.com/office/officeart/2005/8/layout/hProcess6"/>
    <dgm:cxn modelId="{E546C75D-2247-44ED-90D9-ED3C71076C0F}" type="presParOf" srcId="{9C8C1FAC-B66F-4B6A-93F9-F5D30EFE081F}" destId="{52CF8563-3502-41F4-A6F3-607662CE9F45}" srcOrd="3" destOrd="0" presId="urn:microsoft.com/office/officeart/2005/8/layout/hProcess6"/>
    <dgm:cxn modelId="{BA5547D8-60C7-440B-B7AC-28C7E903159C}" type="presParOf" srcId="{F6AFADC8-99E0-4D7C-938F-D6946EFCD377}" destId="{677EE371-7436-40B3-A3FA-95E00374F412}" srcOrd="1" destOrd="0" presId="urn:microsoft.com/office/officeart/2005/8/layout/hProcess6"/>
    <dgm:cxn modelId="{5C13AC99-8D56-4257-B413-70966E795AE3}" type="presParOf" srcId="{F6AFADC8-99E0-4D7C-938F-D6946EFCD377}" destId="{5BAE088B-5D73-49F2-B657-650CE43BF84E}" srcOrd="2" destOrd="0" presId="urn:microsoft.com/office/officeart/2005/8/layout/hProcess6"/>
    <dgm:cxn modelId="{C1CB59D7-1BDC-4341-A848-C740EED19213}" type="presParOf" srcId="{5BAE088B-5D73-49F2-B657-650CE43BF84E}" destId="{95205264-F4B6-4FD3-A96E-491B18B9CFCE}" srcOrd="0" destOrd="0" presId="urn:microsoft.com/office/officeart/2005/8/layout/hProcess6"/>
    <dgm:cxn modelId="{3B72664F-75A7-47B7-8D7C-BC70FD7846CC}" type="presParOf" srcId="{5BAE088B-5D73-49F2-B657-650CE43BF84E}" destId="{27AD9F5C-473A-46C8-82C7-0D650072A88C}" srcOrd="1" destOrd="0" presId="urn:microsoft.com/office/officeart/2005/8/layout/hProcess6"/>
    <dgm:cxn modelId="{49B1E31B-2D0E-4FF3-8B1E-55660A37214E}" type="presParOf" srcId="{5BAE088B-5D73-49F2-B657-650CE43BF84E}" destId="{F1D151D3-FD51-49CA-A7F8-546C310CAEA5}" srcOrd="2" destOrd="0" presId="urn:microsoft.com/office/officeart/2005/8/layout/hProcess6"/>
    <dgm:cxn modelId="{35E0790F-1B52-4C89-9E01-EC3ED39138FF}" type="presParOf" srcId="{5BAE088B-5D73-49F2-B657-650CE43BF84E}" destId="{1BC170B8-E129-47C2-B037-657E8C614F9C}" srcOrd="3" destOrd="0" presId="urn:microsoft.com/office/officeart/2005/8/layout/hProcess6"/>
    <dgm:cxn modelId="{3056EB91-54DC-41A4-A40C-57B0B6B10A1F}" type="presParOf" srcId="{F6AFADC8-99E0-4D7C-938F-D6946EFCD377}" destId="{4627DE62-521E-472C-B2D9-CA9FD6F0A841}" srcOrd="3" destOrd="0" presId="urn:microsoft.com/office/officeart/2005/8/layout/hProcess6"/>
    <dgm:cxn modelId="{83C13189-7E57-44BF-A647-180B50DED29F}" type="presParOf" srcId="{F6AFADC8-99E0-4D7C-938F-D6946EFCD377}" destId="{533E2649-7C6D-43F3-9B65-B0F5419114F9}" srcOrd="4" destOrd="0" presId="urn:microsoft.com/office/officeart/2005/8/layout/hProcess6"/>
    <dgm:cxn modelId="{1F02F0F5-4D50-4DB7-BBEB-1821485CAFB4}" type="presParOf" srcId="{533E2649-7C6D-43F3-9B65-B0F5419114F9}" destId="{BF519800-0DCA-4C5F-A883-D838F0E057F7}" srcOrd="0" destOrd="0" presId="urn:microsoft.com/office/officeart/2005/8/layout/hProcess6"/>
    <dgm:cxn modelId="{DA0DDD53-23B5-4F4F-9390-490D345C15D6}" type="presParOf" srcId="{533E2649-7C6D-43F3-9B65-B0F5419114F9}" destId="{9F1DF76F-F191-416B-B157-A39C7B53318D}" srcOrd="1" destOrd="0" presId="urn:microsoft.com/office/officeart/2005/8/layout/hProcess6"/>
    <dgm:cxn modelId="{4C1C661A-A215-4E4B-88FE-96C8D02311A6}" type="presParOf" srcId="{533E2649-7C6D-43F3-9B65-B0F5419114F9}" destId="{C4AC0D70-B52E-446D-BA4A-511F0200415D}" srcOrd="2" destOrd="0" presId="urn:microsoft.com/office/officeart/2005/8/layout/hProcess6"/>
    <dgm:cxn modelId="{2FADC6F1-833B-4BB3-B939-1487EDB24389}" type="presParOf" srcId="{533E2649-7C6D-43F3-9B65-B0F5419114F9}" destId="{5FB16A6B-98EA-488E-A1DF-871A7B829FB8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307DE0-AB58-438D-BC0E-9524FAE5B4C2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2D1ABE7-CE3F-4BEB-827D-521C8C5434CF}">
      <dgm:prSet phldrT="[Text]"/>
      <dgm:spPr/>
      <dgm:t>
        <a:bodyPr/>
        <a:lstStyle/>
        <a:p>
          <a:r>
            <a:rPr lang="en-IN" dirty="0"/>
            <a:t>Problem-1</a:t>
          </a:r>
        </a:p>
      </dgm:t>
    </dgm:pt>
    <dgm:pt modelId="{A1E871E4-DE1C-462A-89B5-519E51BC95FE}" type="parTrans" cxnId="{8ED37AAF-97CE-45E5-A489-665C86E1F52E}">
      <dgm:prSet/>
      <dgm:spPr/>
      <dgm:t>
        <a:bodyPr/>
        <a:lstStyle/>
        <a:p>
          <a:endParaRPr lang="en-IN"/>
        </a:p>
      </dgm:t>
    </dgm:pt>
    <dgm:pt modelId="{2AE265A0-8A0B-4D20-A167-561D593FAE71}" type="sibTrans" cxnId="{8ED37AAF-97CE-45E5-A489-665C86E1F52E}">
      <dgm:prSet/>
      <dgm:spPr/>
      <dgm:t>
        <a:bodyPr/>
        <a:lstStyle/>
        <a:p>
          <a:endParaRPr lang="en-IN"/>
        </a:p>
      </dgm:t>
    </dgm:pt>
    <dgm:pt modelId="{6CA87EDB-AA35-4ACA-A4B6-1C6CC7CCA99B}">
      <dgm:prSet phldrT="[Text]"/>
      <dgm:spPr/>
      <dgm:t>
        <a:bodyPr/>
        <a:lstStyle/>
        <a:p>
          <a:r>
            <a:rPr lang="en-IN" dirty="0"/>
            <a:t>Observing Process-1</a:t>
          </a:r>
        </a:p>
      </dgm:t>
    </dgm:pt>
    <dgm:pt modelId="{A1DB1CC4-6DBC-4525-AE0E-3DFD4618CB52}" type="parTrans" cxnId="{66F50394-3304-42BA-9A7A-4469100239A4}">
      <dgm:prSet/>
      <dgm:spPr/>
      <dgm:t>
        <a:bodyPr/>
        <a:lstStyle/>
        <a:p>
          <a:endParaRPr lang="en-IN"/>
        </a:p>
      </dgm:t>
    </dgm:pt>
    <dgm:pt modelId="{256604FB-92E5-4896-B3AC-94849938F6C4}" type="sibTrans" cxnId="{66F50394-3304-42BA-9A7A-4469100239A4}">
      <dgm:prSet/>
      <dgm:spPr/>
      <dgm:t>
        <a:bodyPr/>
        <a:lstStyle/>
        <a:p>
          <a:endParaRPr lang="en-IN"/>
        </a:p>
      </dgm:t>
    </dgm:pt>
    <dgm:pt modelId="{F4C6D491-4EDD-4C66-AAC2-BA1F3D35817A}">
      <dgm:prSet phldrT="[Text]"/>
      <dgm:spPr/>
      <dgm:t>
        <a:bodyPr/>
        <a:lstStyle/>
        <a:p>
          <a:r>
            <a:rPr lang="en-IN" dirty="0"/>
            <a:t>Identifying defects in Process-1</a:t>
          </a:r>
        </a:p>
      </dgm:t>
    </dgm:pt>
    <dgm:pt modelId="{DE336A9D-1DF8-454E-97FF-5F62A116BBA3}" type="parTrans" cxnId="{CC1E6A1A-A464-4860-B49B-332E52DFBBDD}">
      <dgm:prSet/>
      <dgm:spPr/>
      <dgm:t>
        <a:bodyPr/>
        <a:lstStyle/>
        <a:p>
          <a:endParaRPr lang="en-IN"/>
        </a:p>
      </dgm:t>
    </dgm:pt>
    <dgm:pt modelId="{95B6A48D-836F-40C1-BE81-681D57F3E445}" type="sibTrans" cxnId="{CC1E6A1A-A464-4860-B49B-332E52DFBBDD}">
      <dgm:prSet/>
      <dgm:spPr/>
      <dgm:t>
        <a:bodyPr/>
        <a:lstStyle/>
        <a:p>
          <a:endParaRPr lang="en-IN"/>
        </a:p>
      </dgm:t>
    </dgm:pt>
    <dgm:pt modelId="{22036965-A64B-4BD2-A393-54D921BB7400}">
      <dgm:prSet phldrT="[Text]"/>
      <dgm:spPr/>
      <dgm:t>
        <a:bodyPr/>
        <a:lstStyle/>
        <a:p>
          <a:r>
            <a:rPr lang="en-IN" dirty="0"/>
            <a:t>Problem-2</a:t>
          </a:r>
        </a:p>
      </dgm:t>
    </dgm:pt>
    <dgm:pt modelId="{95B3B254-17FB-4CB9-A121-165773FE839F}" type="parTrans" cxnId="{51BB145F-643C-48D4-A4B4-C0CA54F7AEFE}">
      <dgm:prSet/>
      <dgm:spPr/>
      <dgm:t>
        <a:bodyPr/>
        <a:lstStyle/>
        <a:p>
          <a:endParaRPr lang="en-IN"/>
        </a:p>
      </dgm:t>
    </dgm:pt>
    <dgm:pt modelId="{22809600-1845-4A46-86A4-078D80573964}" type="sibTrans" cxnId="{51BB145F-643C-48D4-A4B4-C0CA54F7AEFE}">
      <dgm:prSet/>
      <dgm:spPr/>
      <dgm:t>
        <a:bodyPr/>
        <a:lstStyle/>
        <a:p>
          <a:endParaRPr lang="en-IN"/>
        </a:p>
      </dgm:t>
    </dgm:pt>
    <dgm:pt modelId="{BAC2E098-800B-4CEB-BF29-58D1C335CC7F}">
      <dgm:prSet phldrT="[Text]"/>
      <dgm:spPr/>
      <dgm:t>
        <a:bodyPr/>
        <a:lstStyle/>
        <a:p>
          <a:endParaRPr lang="en-IN" dirty="0"/>
        </a:p>
      </dgm:t>
    </dgm:pt>
    <dgm:pt modelId="{A4DC6A9C-42F4-4191-9915-FBF043664E3E}" type="parTrans" cxnId="{E696F1EE-BB46-4F6C-AE9E-270E62B68074}">
      <dgm:prSet/>
      <dgm:spPr/>
      <dgm:t>
        <a:bodyPr/>
        <a:lstStyle/>
        <a:p>
          <a:endParaRPr lang="en-IN"/>
        </a:p>
      </dgm:t>
    </dgm:pt>
    <dgm:pt modelId="{DCBA6790-AE4C-4DFA-88B6-CCA583A48EA1}" type="sibTrans" cxnId="{E696F1EE-BB46-4F6C-AE9E-270E62B68074}">
      <dgm:prSet/>
      <dgm:spPr/>
      <dgm:t>
        <a:bodyPr/>
        <a:lstStyle/>
        <a:p>
          <a:endParaRPr lang="en-IN"/>
        </a:p>
      </dgm:t>
    </dgm:pt>
    <dgm:pt modelId="{4F260F34-E295-430C-B8CA-A39497AADDA7}">
      <dgm:prSet phldrT="[Text]" phldr="1"/>
      <dgm:spPr/>
      <dgm:t>
        <a:bodyPr/>
        <a:lstStyle/>
        <a:p>
          <a:endParaRPr lang="en-IN"/>
        </a:p>
      </dgm:t>
    </dgm:pt>
    <dgm:pt modelId="{132DB4DE-9D28-4486-9599-8DAED0A468E2}" type="parTrans" cxnId="{3D956990-F00C-40F6-A8FA-77D0DF5D92FA}">
      <dgm:prSet/>
      <dgm:spPr/>
      <dgm:t>
        <a:bodyPr/>
        <a:lstStyle/>
        <a:p>
          <a:endParaRPr lang="en-IN"/>
        </a:p>
      </dgm:t>
    </dgm:pt>
    <dgm:pt modelId="{2BC7CFAA-2446-4026-951D-8389B74F5E19}" type="sibTrans" cxnId="{3D956990-F00C-40F6-A8FA-77D0DF5D92FA}">
      <dgm:prSet/>
      <dgm:spPr/>
      <dgm:t>
        <a:bodyPr/>
        <a:lstStyle/>
        <a:p>
          <a:endParaRPr lang="en-IN"/>
        </a:p>
      </dgm:t>
    </dgm:pt>
    <dgm:pt modelId="{304DD4E1-CBCE-4A4C-B97D-E617FE36EA45}">
      <dgm:prSet phldrT="[Text]"/>
      <dgm:spPr/>
      <dgm:t>
        <a:bodyPr/>
        <a:lstStyle/>
        <a:p>
          <a:r>
            <a:rPr lang="en-IN" dirty="0"/>
            <a:t>Problem-3</a:t>
          </a:r>
        </a:p>
      </dgm:t>
    </dgm:pt>
    <dgm:pt modelId="{B8A874F9-E72F-446D-99AE-CF4D5B59AFAA}" type="parTrans" cxnId="{D736A5FA-FA21-4DBA-A51B-00C7C0DDFD68}">
      <dgm:prSet/>
      <dgm:spPr/>
      <dgm:t>
        <a:bodyPr/>
        <a:lstStyle/>
        <a:p>
          <a:endParaRPr lang="en-IN"/>
        </a:p>
      </dgm:t>
    </dgm:pt>
    <dgm:pt modelId="{44422DD4-BB6B-4176-BE65-FA5037DA9C00}" type="sibTrans" cxnId="{D736A5FA-FA21-4DBA-A51B-00C7C0DDFD68}">
      <dgm:prSet/>
      <dgm:spPr/>
      <dgm:t>
        <a:bodyPr/>
        <a:lstStyle/>
        <a:p>
          <a:endParaRPr lang="en-IN"/>
        </a:p>
      </dgm:t>
    </dgm:pt>
    <dgm:pt modelId="{DEEE02E5-9F54-4F8D-B845-3BCFB93BA1B3}">
      <dgm:prSet phldrT="[Text]" phldr="1"/>
      <dgm:spPr/>
      <dgm:t>
        <a:bodyPr/>
        <a:lstStyle/>
        <a:p>
          <a:endParaRPr lang="en-IN"/>
        </a:p>
      </dgm:t>
    </dgm:pt>
    <dgm:pt modelId="{8B5875B4-0577-4338-A7C1-E9F962714D62}" type="parTrans" cxnId="{ADA26372-E4BD-4CFD-BB5D-D30102F31EA7}">
      <dgm:prSet/>
      <dgm:spPr/>
      <dgm:t>
        <a:bodyPr/>
        <a:lstStyle/>
        <a:p>
          <a:endParaRPr lang="en-IN"/>
        </a:p>
      </dgm:t>
    </dgm:pt>
    <dgm:pt modelId="{F4EE2FD9-9567-411A-A2E8-2DA9C35E4C95}" type="sibTrans" cxnId="{ADA26372-E4BD-4CFD-BB5D-D30102F31EA7}">
      <dgm:prSet/>
      <dgm:spPr/>
      <dgm:t>
        <a:bodyPr/>
        <a:lstStyle/>
        <a:p>
          <a:endParaRPr lang="en-IN"/>
        </a:p>
      </dgm:t>
    </dgm:pt>
    <dgm:pt modelId="{DDE13B7B-E1CD-4936-B4F5-90DCF8D2D757}">
      <dgm:prSet phldrT="[Text]" phldr="1"/>
      <dgm:spPr/>
      <dgm:t>
        <a:bodyPr/>
        <a:lstStyle/>
        <a:p>
          <a:endParaRPr lang="en-IN"/>
        </a:p>
      </dgm:t>
    </dgm:pt>
    <dgm:pt modelId="{FBFCB63C-FAFA-4210-A15A-0B90BD1DD7A0}" type="parTrans" cxnId="{0C3497AD-3CC9-4A68-B7AE-3FC4B242A49C}">
      <dgm:prSet/>
      <dgm:spPr/>
      <dgm:t>
        <a:bodyPr/>
        <a:lstStyle/>
        <a:p>
          <a:endParaRPr lang="en-IN"/>
        </a:p>
      </dgm:t>
    </dgm:pt>
    <dgm:pt modelId="{62A89253-57BA-4958-AF57-6BBE0CA2F665}" type="sibTrans" cxnId="{0C3497AD-3CC9-4A68-B7AE-3FC4B242A49C}">
      <dgm:prSet/>
      <dgm:spPr/>
      <dgm:t>
        <a:bodyPr/>
        <a:lstStyle/>
        <a:p>
          <a:endParaRPr lang="en-IN"/>
        </a:p>
      </dgm:t>
    </dgm:pt>
    <dgm:pt modelId="{B837500B-A61D-44EB-B97F-876058AE9120}" type="pres">
      <dgm:prSet presAssocID="{A2307DE0-AB58-438D-BC0E-9524FAE5B4C2}" presName="linearFlow" presStyleCnt="0">
        <dgm:presLayoutVars>
          <dgm:dir/>
          <dgm:animLvl val="lvl"/>
          <dgm:resizeHandles val="exact"/>
        </dgm:presLayoutVars>
      </dgm:prSet>
      <dgm:spPr/>
    </dgm:pt>
    <dgm:pt modelId="{3460A568-0FC8-42A9-A228-A229BD106CC0}" type="pres">
      <dgm:prSet presAssocID="{F2D1ABE7-CE3F-4BEB-827D-521C8C5434CF}" presName="composite" presStyleCnt="0"/>
      <dgm:spPr/>
    </dgm:pt>
    <dgm:pt modelId="{E7759E68-515A-478E-9179-A926021C6059}" type="pres">
      <dgm:prSet presAssocID="{F2D1ABE7-CE3F-4BEB-827D-521C8C5434C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A7BFBFB-1E8E-4DEC-9D49-222B9FDFE39C}" type="pres">
      <dgm:prSet presAssocID="{F2D1ABE7-CE3F-4BEB-827D-521C8C5434CF}" presName="descendantText" presStyleLbl="alignAcc1" presStyleIdx="0" presStyleCnt="3">
        <dgm:presLayoutVars>
          <dgm:bulletEnabled val="1"/>
        </dgm:presLayoutVars>
      </dgm:prSet>
      <dgm:spPr/>
    </dgm:pt>
    <dgm:pt modelId="{4D877467-7B50-424C-9187-CF3CFF56CCCA}" type="pres">
      <dgm:prSet presAssocID="{2AE265A0-8A0B-4D20-A167-561D593FAE71}" presName="sp" presStyleCnt="0"/>
      <dgm:spPr/>
    </dgm:pt>
    <dgm:pt modelId="{AD0520A6-5F98-4BA0-B7DA-7E288C0517FA}" type="pres">
      <dgm:prSet presAssocID="{22036965-A64B-4BD2-A393-54D921BB7400}" presName="composite" presStyleCnt="0"/>
      <dgm:spPr/>
    </dgm:pt>
    <dgm:pt modelId="{D5118D81-A636-45D2-998F-3929A51F015C}" type="pres">
      <dgm:prSet presAssocID="{22036965-A64B-4BD2-A393-54D921BB7400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232EF31-29CA-4BB2-AA30-764103D6F12D}" type="pres">
      <dgm:prSet presAssocID="{22036965-A64B-4BD2-A393-54D921BB7400}" presName="descendantText" presStyleLbl="alignAcc1" presStyleIdx="1" presStyleCnt="3">
        <dgm:presLayoutVars>
          <dgm:bulletEnabled val="1"/>
        </dgm:presLayoutVars>
      </dgm:prSet>
      <dgm:spPr/>
    </dgm:pt>
    <dgm:pt modelId="{90476488-6E55-4E53-BC45-3982BD9FEBD5}" type="pres">
      <dgm:prSet presAssocID="{22809600-1845-4A46-86A4-078D80573964}" presName="sp" presStyleCnt="0"/>
      <dgm:spPr/>
    </dgm:pt>
    <dgm:pt modelId="{340A72F1-875B-43F2-BDF6-31ED666BCC14}" type="pres">
      <dgm:prSet presAssocID="{304DD4E1-CBCE-4A4C-B97D-E617FE36EA45}" presName="composite" presStyleCnt="0"/>
      <dgm:spPr/>
    </dgm:pt>
    <dgm:pt modelId="{F86B0C02-BE70-449C-AEA6-3E6380E2DF5A}" type="pres">
      <dgm:prSet presAssocID="{304DD4E1-CBCE-4A4C-B97D-E617FE36EA4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5CAAD9A-D431-4FD2-A692-B8DC124B9DA2}" type="pres">
      <dgm:prSet presAssocID="{304DD4E1-CBCE-4A4C-B97D-E617FE36EA4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E5F85A04-CFA1-4990-98D0-1F72EE87729C}" type="presOf" srcId="{4F260F34-E295-430C-B8CA-A39497AADDA7}" destId="{4232EF31-29CA-4BB2-AA30-764103D6F12D}" srcOrd="0" destOrd="1" presId="urn:microsoft.com/office/officeart/2005/8/layout/chevron2"/>
    <dgm:cxn modelId="{3950D70C-2862-4276-8F84-74874BF0B5C7}" type="presOf" srcId="{DDE13B7B-E1CD-4936-B4F5-90DCF8D2D757}" destId="{35CAAD9A-D431-4FD2-A692-B8DC124B9DA2}" srcOrd="0" destOrd="1" presId="urn:microsoft.com/office/officeart/2005/8/layout/chevron2"/>
    <dgm:cxn modelId="{CC1E6A1A-A464-4860-B49B-332E52DFBBDD}" srcId="{F2D1ABE7-CE3F-4BEB-827D-521C8C5434CF}" destId="{F4C6D491-4EDD-4C66-AAC2-BA1F3D35817A}" srcOrd="1" destOrd="0" parTransId="{DE336A9D-1DF8-454E-97FF-5F62A116BBA3}" sibTransId="{95B6A48D-836F-40C1-BE81-681D57F3E445}"/>
    <dgm:cxn modelId="{65A40B21-3804-414A-99A0-C2DCB36912E7}" type="presOf" srcId="{304DD4E1-CBCE-4A4C-B97D-E617FE36EA45}" destId="{F86B0C02-BE70-449C-AEA6-3E6380E2DF5A}" srcOrd="0" destOrd="0" presId="urn:microsoft.com/office/officeart/2005/8/layout/chevron2"/>
    <dgm:cxn modelId="{A2EE415C-C35A-4BB8-8D5E-9232995366E6}" type="presOf" srcId="{DEEE02E5-9F54-4F8D-B845-3BCFB93BA1B3}" destId="{35CAAD9A-D431-4FD2-A692-B8DC124B9DA2}" srcOrd="0" destOrd="0" presId="urn:microsoft.com/office/officeart/2005/8/layout/chevron2"/>
    <dgm:cxn modelId="{51BB145F-643C-48D4-A4B4-C0CA54F7AEFE}" srcId="{A2307DE0-AB58-438D-BC0E-9524FAE5B4C2}" destId="{22036965-A64B-4BD2-A393-54D921BB7400}" srcOrd="1" destOrd="0" parTransId="{95B3B254-17FB-4CB9-A121-165773FE839F}" sibTransId="{22809600-1845-4A46-86A4-078D80573964}"/>
    <dgm:cxn modelId="{17685560-0372-4B71-8137-71015EE242F1}" type="presOf" srcId="{22036965-A64B-4BD2-A393-54D921BB7400}" destId="{D5118D81-A636-45D2-998F-3929A51F015C}" srcOrd="0" destOrd="0" presId="urn:microsoft.com/office/officeart/2005/8/layout/chevron2"/>
    <dgm:cxn modelId="{78452165-F3E6-436E-A52A-9316C3FF152F}" type="presOf" srcId="{F2D1ABE7-CE3F-4BEB-827D-521C8C5434CF}" destId="{E7759E68-515A-478E-9179-A926021C6059}" srcOrd="0" destOrd="0" presId="urn:microsoft.com/office/officeart/2005/8/layout/chevron2"/>
    <dgm:cxn modelId="{ADA26372-E4BD-4CFD-BB5D-D30102F31EA7}" srcId="{304DD4E1-CBCE-4A4C-B97D-E617FE36EA45}" destId="{DEEE02E5-9F54-4F8D-B845-3BCFB93BA1B3}" srcOrd="0" destOrd="0" parTransId="{8B5875B4-0577-4338-A7C1-E9F962714D62}" sibTransId="{F4EE2FD9-9567-411A-A2E8-2DA9C35E4C95}"/>
    <dgm:cxn modelId="{1D70AC7A-7799-474B-B3C7-2E87DDB11857}" type="presOf" srcId="{6CA87EDB-AA35-4ACA-A4B6-1C6CC7CCA99B}" destId="{4A7BFBFB-1E8E-4DEC-9D49-222B9FDFE39C}" srcOrd="0" destOrd="0" presId="urn:microsoft.com/office/officeart/2005/8/layout/chevron2"/>
    <dgm:cxn modelId="{3D956990-F00C-40F6-A8FA-77D0DF5D92FA}" srcId="{22036965-A64B-4BD2-A393-54D921BB7400}" destId="{4F260F34-E295-430C-B8CA-A39497AADDA7}" srcOrd="1" destOrd="0" parTransId="{132DB4DE-9D28-4486-9599-8DAED0A468E2}" sibTransId="{2BC7CFAA-2446-4026-951D-8389B74F5E19}"/>
    <dgm:cxn modelId="{66F50394-3304-42BA-9A7A-4469100239A4}" srcId="{F2D1ABE7-CE3F-4BEB-827D-521C8C5434CF}" destId="{6CA87EDB-AA35-4ACA-A4B6-1C6CC7CCA99B}" srcOrd="0" destOrd="0" parTransId="{A1DB1CC4-6DBC-4525-AE0E-3DFD4618CB52}" sibTransId="{256604FB-92E5-4896-B3AC-94849938F6C4}"/>
    <dgm:cxn modelId="{D6B2E49E-0462-4FC5-927E-AF4A33F4D921}" type="presOf" srcId="{BAC2E098-800B-4CEB-BF29-58D1C335CC7F}" destId="{4232EF31-29CA-4BB2-AA30-764103D6F12D}" srcOrd="0" destOrd="0" presId="urn:microsoft.com/office/officeart/2005/8/layout/chevron2"/>
    <dgm:cxn modelId="{0C3497AD-3CC9-4A68-B7AE-3FC4B242A49C}" srcId="{304DD4E1-CBCE-4A4C-B97D-E617FE36EA45}" destId="{DDE13B7B-E1CD-4936-B4F5-90DCF8D2D757}" srcOrd="1" destOrd="0" parTransId="{FBFCB63C-FAFA-4210-A15A-0B90BD1DD7A0}" sibTransId="{62A89253-57BA-4958-AF57-6BBE0CA2F665}"/>
    <dgm:cxn modelId="{8ED37AAF-97CE-45E5-A489-665C86E1F52E}" srcId="{A2307DE0-AB58-438D-BC0E-9524FAE5B4C2}" destId="{F2D1ABE7-CE3F-4BEB-827D-521C8C5434CF}" srcOrd="0" destOrd="0" parTransId="{A1E871E4-DE1C-462A-89B5-519E51BC95FE}" sibTransId="{2AE265A0-8A0B-4D20-A167-561D593FAE71}"/>
    <dgm:cxn modelId="{300AA4BB-4428-442C-B760-8F9CA01308CA}" type="presOf" srcId="{F4C6D491-4EDD-4C66-AAC2-BA1F3D35817A}" destId="{4A7BFBFB-1E8E-4DEC-9D49-222B9FDFE39C}" srcOrd="0" destOrd="1" presId="urn:microsoft.com/office/officeart/2005/8/layout/chevron2"/>
    <dgm:cxn modelId="{341DF8C7-8724-4515-B3E7-4C27EDEA6656}" type="presOf" srcId="{A2307DE0-AB58-438D-BC0E-9524FAE5B4C2}" destId="{B837500B-A61D-44EB-B97F-876058AE9120}" srcOrd="0" destOrd="0" presId="urn:microsoft.com/office/officeart/2005/8/layout/chevron2"/>
    <dgm:cxn modelId="{E696F1EE-BB46-4F6C-AE9E-270E62B68074}" srcId="{22036965-A64B-4BD2-A393-54D921BB7400}" destId="{BAC2E098-800B-4CEB-BF29-58D1C335CC7F}" srcOrd="0" destOrd="0" parTransId="{A4DC6A9C-42F4-4191-9915-FBF043664E3E}" sibTransId="{DCBA6790-AE4C-4DFA-88B6-CCA583A48EA1}"/>
    <dgm:cxn modelId="{D736A5FA-FA21-4DBA-A51B-00C7C0DDFD68}" srcId="{A2307DE0-AB58-438D-BC0E-9524FAE5B4C2}" destId="{304DD4E1-CBCE-4A4C-B97D-E617FE36EA45}" srcOrd="2" destOrd="0" parTransId="{B8A874F9-E72F-446D-99AE-CF4D5B59AFAA}" sibTransId="{44422DD4-BB6B-4176-BE65-FA5037DA9C00}"/>
    <dgm:cxn modelId="{CA2FABE0-513B-4923-BB36-FF9B0C47209C}" type="presParOf" srcId="{B837500B-A61D-44EB-B97F-876058AE9120}" destId="{3460A568-0FC8-42A9-A228-A229BD106CC0}" srcOrd="0" destOrd="0" presId="urn:microsoft.com/office/officeart/2005/8/layout/chevron2"/>
    <dgm:cxn modelId="{6F500D6F-B3F8-4494-AFDC-31F4F7745E76}" type="presParOf" srcId="{3460A568-0FC8-42A9-A228-A229BD106CC0}" destId="{E7759E68-515A-478E-9179-A926021C6059}" srcOrd="0" destOrd="0" presId="urn:microsoft.com/office/officeart/2005/8/layout/chevron2"/>
    <dgm:cxn modelId="{0DEE0596-8E02-4AE9-B148-2CFB4652C18F}" type="presParOf" srcId="{3460A568-0FC8-42A9-A228-A229BD106CC0}" destId="{4A7BFBFB-1E8E-4DEC-9D49-222B9FDFE39C}" srcOrd="1" destOrd="0" presId="urn:microsoft.com/office/officeart/2005/8/layout/chevron2"/>
    <dgm:cxn modelId="{5D8D4020-BBBA-4586-A804-DB29E0454248}" type="presParOf" srcId="{B837500B-A61D-44EB-B97F-876058AE9120}" destId="{4D877467-7B50-424C-9187-CF3CFF56CCCA}" srcOrd="1" destOrd="0" presId="urn:microsoft.com/office/officeart/2005/8/layout/chevron2"/>
    <dgm:cxn modelId="{84673FD6-051F-4630-A02E-7E02035C3486}" type="presParOf" srcId="{B837500B-A61D-44EB-B97F-876058AE9120}" destId="{AD0520A6-5F98-4BA0-B7DA-7E288C0517FA}" srcOrd="2" destOrd="0" presId="urn:microsoft.com/office/officeart/2005/8/layout/chevron2"/>
    <dgm:cxn modelId="{4073D013-EC77-495A-A919-7983948750BA}" type="presParOf" srcId="{AD0520A6-5F98-4BA0-B7DA-7E288C0517FA}" destId="{D5118D81-A636-45D2-998F-3929A51F015C}" srcOrd="0" destOrd="0" presId="urn:microsoft.com/office/officeart/2005/8/layout/chevron2"/>
    <dgm:cxn modelId="{BF5D4027-2DB2-4483-9EF2-173401235809}" type="presParOf" srcId="{AD0520A6-5F98-4BA0-B7DA-7E288C0517FA}" destId="{4232EF31-29CA-4BB2-AA30-764103D6F12D}" srcOrd="1" destOrd="0" presId="urn:microsoft.com/office/officeart/2005/8/layout/chevron2"/>
    <dgm:cxn modelId="{92442078-B032-4A94-B44D-428D36647B21}" type="presParOf" srcId="{B837500B-A61D-44EB-B97F-876058AE9120}" destId="{90476488-6E55-4E53-BC45-3982BD9FEBD5}" srcOrd="3" destOrd="0" presId="urn:microsoft.com/office/officeart/2005/8/layout/chevron2"/>
    <dgm:cxn modelId="{FFCDA1CE-9379-4C10-AA84-9904B47FFE80}" type="presParOf" srcId="{B837500B-A61D-44EB-B97F-876058AE9120}" destId="{340A72F1-875B-43F2-BDF6-31ED666BCC14}" srcOrd="4" destOrd="0" presId="urn:microsoft.com/office/officeart/2005/8/layout/chevron2"/>
    <dgm:cxn modelId="{C9CC0913-B582-44E6-806C-BE5E4B5AE945}" type="presParOf" srcId="{340A72F1-875B-43F2-BDF6-31ED666BCC14}" destId="{F86B0C02-BE70-449C-AEA6-3E6380E2DF5A}" srcOrd="0" destOrd="0" presId="urn:microsoft.com/office/officeart/2005/8/layout/chevron2"/>
    <dgm:cxn modelId="{3E10CDD0-876A-4910-A7A4-BD1583CD982D}" type="presParOf" srcId="{340A72F1-875B-43F2-BDF6-31ED666BCC14}" destId="{35CAAD9A-D431-4FD2-A692-B8DC124B9DA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E45289-FAF1-4E46-8410-60DBA2AF8E5C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0F8D6FE-8384-4658-ABC9-7AB6917522FE}">
      <dgm:prSet phldrT="[Text]"/>
      <dgm:spPr/>
      <dgm:t>
        <a:bodyPr/>
        <a:lstStyle/>
        <a:p>
          <a:r>
            <a:rPr lang="en-IN" dirty="0"/>
            <a:t>Name of student-1</a:t>
          </a:r>
        </a:p>
      </dgm:t>
    </dgm:pt>
    <dgm:pt modelId="{46887369-3F66-49C7-A309-FF3B084D552C}" type="parTrans" cxnId="{24A62D16-952A-4F1D-8E2A-38A458497229}">
      <dgm:prSet/>
      <dgm:spPr/>
      <dgm:t>
        <a:bodyPr/>
        <a:lstStyle/>
        <a:p>
          <a:endParaRPr lang="en-IN"/>
        </a:p>
      </dgm:t>
    </dgm:pt>
    <dgm:pt modelId="{EFA96A56-3B10-4E0E-8BB7-4A8962C0B26A}" type="sibTrans" cxnId="{24A62D16-952A-4F1D-8E2A-38A458497229}">
      <dgm:prSet/>
      <dgm:spPr/>
      <dgm:t>
        <a:bodyPr/>
        <a:lstStyle/>
        <a:p>
          <a:endParaRPr lang="en-IN"/>
        </a:p>
      </dgm:t>
    </dgm:pt>
    <dgm:pt modelId="{99D811E8-4941-4380-8EAB-9E764368B808}">
      <dgm:prSet phldrT="[Text]"/>
      <dgm:spPr/>
      <dgm:t>
        <a:bodyPr/>
        <a:lstStyle/>
        <a:p>
          <a:r>
            <a:rPr lang="en-IN" dirty="0"/>
            <a:t>Contribution-1</a:t>
          </a:r>
        </a:p>
      </dgm:t>
    </dgm:pt>
    <dgm:pt modelId="{BD1592EC-21EC-4227-8774-504A0B2CD300}" type="parTrans" cxnId="{DFB598B3-7482-4257-ABDF-7D119E79DFBF}">
      <dgm:prSet/>
      <dgm:spPr/>
      <dgm:t>
        <a:bodyPr/>
        <a:lstStyle/>
        <a:p>
          <a:endParaRPr lang="en-IN"/>
        </a:p>
      </dgm:t>
    </dgm:pt>
    <dgm:pt modelId="{4A62930A-A80E-456A-9E03-BD8F33F7EC7D}" type="sibTrans" cxnId="{DFB598B3-7482-4257-ABDF-7D119E79DFBF}">
      <dgm:prSet/>
      <dgm:spPr/>
      <dgm:t>
        <a:bodyPr/>
        <a:lstStyle/>
        <a:p>
          <a:endParaRPr lang="en-IN"/>
        </a:p>
      </dgm:t>
    </dgm:pt>
    <dgm:pt modelId="{25CFE9A5-58C8-42FD-8BB2-AF3C493633AD}">
      <dgm:prSet phldrT="[Text]"/>
      <dgm:spPr/>
      <dgm:t>
        <a:bodyPr/>
        <a:lstStyle/>
        <a:p>
          <a:r>
            <a:rPr lang="en-IN" dirty="0"/>
            <a:t>Contribution-2</a:t>
          </a:r>
        </a:p>
      </dgm:t>
    </dgm:pt>
    <dgm:pt modelId="{73C6B1AC-2958-4876-BB71-F57336C65C4F}" type="parTrans" cxnId="{49A4094D-445E-481D-A546-8B5280A127A3}">
      <dgm:prSet/>
      <dgm:spPr/>
      <dgm:t>
        <a:bodyPr/>
        <a:lstStyle/>
        <a:p>
          <a:endParaRPr lang="en-IN"/>
        </a:p>
      </dgm:t>
    </dgm:pt>
    <dgm:pt modelId="{7EE6D376-CB75-4630-9622-59D5AA9480C8}" type="sibTrans" cxnId="{49A4094D-445E-481D-A546-8B5280A127A3}">
      <dgm:prSet/>
      <dgm:spPr/>
      <dgm:t>
        <a:bodyPr/>
        <a:lstStyle/>
        <a:p>
          <a:endParaRPr lang="en-IN"/>
        </a:p>
      </dgm:t>
    </dgm:pt>
    <dgm:pt modelId="{B9947DA2-E222-429E-895F-1E4ADC4EE516}">
      <dgm:prSet phldrT="[Text]"/>
      <dgm:spPr/>
      <dgm:t>
        <a:bodyPr/>
        <a:lstStyle/>
        <a:p>
          <a:r>
            <a:rPr lang="en-IN" dirty="0"/>
            <a:t>Name of student-2</a:t>
          </a:r>
        </a:p>
      </dgm:t>
    </dgm:pt>
    <dgm:pt modelId="{DA467930-1A84-4C6F-8117-812DB6738A0C}" type="parTrans" cxnId="{6FD7340A-3E96-4624-8CA2-8338F1D57438}">
      <dgm:prSet/>
      <dgm:spPr/>
      <dgm:t>
        <a:bodyPr/>
        <a:lstStyle/>
        <a:p>
          <a:endParaRPr lang="en-IN"/>
        </a:p>
      </dgm:t>
    </dgm:pt>
    <dgm:pt modelId="{8E008193-3CE1-4DD5-AAAE-5B59C076DD8F}" type="sibTrans" cxnId="{6FD7340A-3E96-4624-8CA2-8338F1D57438}">
      <dgm:prSet/>
      <dgm:spPr/>
      <dgm:t>
        <a:bodyPr/>
        <a:lstStyle/>
        <a:p>
          <a:endParaRPr lang="en-IN"/>
        </a:p>
      </dgm:t>
    </dgm:pt>
    <dgm:pt modelId="{BF22ACBD-9BDA-483E-A0E6-2D9D3E27B9CD}">
      <dgm:prSet phldrT="[Text]"/>
      <dgm:spPr/>
      <dgm:t>
        <a:bodyPr/>
        <a:lstStyle/>
        <a:p>
          <a:r>
            <a:rPr lang="en-IN" dirty="0"/>
            <a:t>Contribution-3</a:t>
          </a:r>
        </a:p>
      </dgm:t>
    </dgm:pt>
    <dgm:pt modelId="{70A1AEC4-81EE-4D2E-BE51-AEA067272D92}" type="parTrans" cxnId="{966F27E5-C035-4838-BDD5-2A90E981F311}">
      <dgm:prSet/>
      <dgm:spPr/>
      <dgm:t>
        <a:bodyPr/>
        <a:lstStyle/>
        <a:p>
          <a:endParaRPr lang="en-IN"/>
        </a:p>
      </dgm:t>
    </dgm:pt>
    <dgm:pt modelId="{5BC0A35D-2563-42EF-9415-73BF3FAAEEAD}" type="sibTrans" cxnId="{966F27E5-C035-4838-BDD5-2A90E981F311}">
      <dgm:prSet/>
      <dgm:spPr/>
      <dgm:t>
        <a:bodyPr/>
        <a:lstStyle/>
        <a:p>
          <a:endParaRPr lang="en-IN"/>
        </a:p>
      </dgm:t>
    </dgm:pt>
    <dgm:pt modelId="{FF7F96F4-F80C-40F4-8982-2DCB3809FCB1}">
      <dgm:prSet phldrT="[Text]"/>
      <dgm:spPr/>
      <dgm:t>
        <a:bodyPr/>
        <a:lstStyle/>
        <a:p>
          <a:r>
            <a:rPr lang="en-IN" dirty="0"/>
            <a:t>Contribution-4</a:t>
          </a:r>
        </a:p>
      </dgm:t>
    </dgm:pt>
    <dgm:pt modelId="{FEF63AEA-6508-433C-AD05-F5A6D4105206}" type="parTrans" cxnId="{D0754BC1-F323-4FEE-80B9-20FA0DC1AD10}">
      <dgm:prSet/>
      <dgm:spPr/>
      <dgm:t>
        <a:bodyPr/>
        <a:lstStyle/>
        <a:p>
          <a:endParaRPr lang="en-IN"/>
        </a:p>
      </dgm:t>
    </dgm:pt>
    <dgm:pt modelId="{59F28206-4F15-40C6-9896-5FDA014223E2}" type="sibTrans" cxnId="{D0754BC1-F323-4FEE-80B9-20FA0DC1AD10}">
      <dgm:prSet/>
      <dgm:spPr/>
      <dgm:t>
        <a:bodyPr/>
        <a:lstStyle/>
        <a:p>
          <a:endParaRPr lang="en-IN"/>
        </a:p>
      </dgm:t>
    </dgm:pt>
    <dgm:pt modelId="{BCD062D7-4B78-4D58-837B-7951FAB1F63F}">
      <dgm:prSet phldrT="[Text]"/>
      <dgm:spPr/>
      <dgm:t>
        <a:bodyPr/>
        <a:lstStyle/>
        <a:p>
          <a:r>
            <a:rPr lang="en-IN" dirty="0"/>
            <a:t>Name of student-3</a:t>
          </a:r>
        </a:p>
      </dgm:t>
    </dgm:pt>
    <dgm:pt modelId="{62C337B1-19E9-4674-9963-D672C58EE694}" type="parTrans" cxnId="{6448EE10-9FA3-4326-92FE-140A40C25924}">
      <dgm:prSet/>
      <dgm:spPr/>
      <dgm:t>
        <a:bodyPr/>
        <a:lstStyle/>
        <a:p>
          <a:endParaRPr lang="en-IN"/>
        </a:p>
      </dgm:t>
    </dgm:pt>
    <dgm:pt modelId="{F3690D23-8D09-47D0-B650-36B97CD687F2}" type="sibTrans" cxnId="{6448EE10-9FA3-4326-92FE-140A40C25924}">
      <dgm:prSet/>
      <dgm:spPr/>
      <dgm:t>
        <a:bodyPr/>
        <a:lstStyle/>
        <a:p>
          <a:endParaRPr lang="en-IN"/>
        </a:p>
      </dgm:t>
    </dgm:pt>
    <dgm:pt modelId="{A4622E8F-5D2A-4D3D-8F51-4D7F4D1D12AA}">
      <dgm:prSet phldrT="[Text]"/>
      <dgm:spPr/>
      <dgm:t>
        <a:bodyPr/>
        <a:lstStyle/>
        <a:p>
          <a:r>
            <a:rPr lang="en-IN" dirty="0"/>
            <a:t>Contribution-5</a:t>
          </a:r>
        </a:p>
      </dgm:t>
    </dgm:pt>
    <dgm:pt modelId="{FC89C758-F69F-45BF-AC36-72445C5755A0}" type="parTrans" cxnId="{2B803AD6-276B-48FB-ACA0-3983F4EA1CE0}">
      <dgm:prSet/>
      <dgm:spPr/>
      <dgm:t>
        <a:bodyPr/>
        <a:lstStyle/>
        <a:p>
          <a:endParaRPr lang="en-IN"/>
        </a:p>
      </dgm:t>
    </dgm:pt>
    <dgm:pt modelId="{CFDAB5B0-6A22-40D5-AFA3-DE4464A9D7BB}" type="sibTrans" cxnId="{2B803AD6-276B-48FB-ACA0-3983F4EA1CE0}">
      <dgm:prSet/>
      <dgm:spPr/>
      <dgm:t>
        <a:bodyPr/>
        <a:lstStyle/>
        <a:p>
          <a:endParaRPr lang="en-IN"/>
        </a:p>
      </dgm:t>
    </dgm:pt>
    <dgm:pt modelId="{0FC6DAFC-A97B-4B81-BD8F-E94427FD9D8F}">
      <dgm:prSet phldrT="[Text]"/>
      <dgm:spPr/>
      <dgm:t>
        <a:bodyPr/>
        <a:lstStyle/>
        <a:p>
          <a:r>
            <a:rPr lang="en-IN" dirty="0"/>
            <a:t>Contribution-6</a:t>
          </a:r>
        </a:p>
      </dgm:t>
    </dgm:pt>
    <dgm:pt modelId="{1924A645-E711-4C45-9E17-2D7AABBE5030}" type="parTrans" cxnId="{782A6D99-858B-40C6-829B-E61E33FFAF29}">
      <dgm:prSet/>
      <dgm:spPr/>
      <dgm:t>
        <a:bodyPr/>
        <a:lstStyle/>
        <a:p>
          <a:endParaRPr lang="en-IN"/>
        </a:p>
      </dgm:t>
    </dgm:pt>
    <dgm:pt modelId="{EB1DAB75-BC64-4BA7-BB7D-A58214345483}" type="sibTrans" cxnId="{782A6D99-858B-40C6-829B-E61E33FFAF29}">
      <dgm:prSet/>
      <dgm:spPr/>
      <dgm:t>
        <a:bodyPr/>
        <a:lstStyle/>
        <a:p>
          <a:endParaRPr lang="en-IN"/>
        </a:p>
      </dgm:t>
    </dgm:pt>
    <dgm:pt modelId="{B3F08D8B-268D-447A-A875-89968271AD2B}" type="pres">
      <dgm:prSet presAssocID="{66E45289-FAF1-4E46-8410-60DBA2AF8E5C}" presName="Name0" presStyleCnt="0">
        <dgm:presLayoutVars>
          <dgm:dir/>
          <dgm:animLvl val="lvl"/>
          <dgm:resizeHandles/>
        </dgm:presLayoutVars>
      </dgm:prSet>
      <dgm:spPr/>
    </dgm:pt>
    <dgm:pt modelId="{8FF30DEA-F16B-48FE-AB5A-A95984DCDEA7}" type="pres">
      <dgm:prSet presAssocID="{90F8D6FE-8384-4658-ABC9-7AB6917522FE}" presName="linNode" presStyleCnt="0"/>
      <dgm:spPr/>
    </dgm:pt>
    <dgm:pt modelId="{CE378A24-C734-4D50-8DDA-2CA1CDE83FF6}" type="pres">
      <dgm:prSet presAssocID="{90F8D6FE-8384-4658-ABC9-7AB6917522FE}" presName="parentShp" presStyleLbl="node1" presStyleIdx="0" presStyleCnt="3">
        <dgm:presLayoutVars>
          <dgm:bulletEnabled val="1"/>
        </dgm:presLayoutVars>
      </dgm:prSet>
      <dgm:spPr/>
    </dgm:pt>
    <dgm:pt modelId="{DDC2C465-BE1C-435F-93DF-D016446AE6FD}" type="pres">
      <dgm:prSet presAssocID="{90F8D6FE-8384-4658-ABC9-7AB6917522FE}" presName="childShp" presStyleLbl="bgAccFollowNode1" presStyleIdx="0" presStyleCnt="3">
        <dgm:presLayoutVars>
          <dgm:bulletEnabled val="1"/>
        </dgm:presLayoutVars>
      </dgm:prSet>
      <dgm:spPr/>
    </dgm:pt>
    <dgm:pt modelId="{DA04DD8B-A529-4383-AD53-34765D2546A8}" type="pres">
      <dgm:prSet presAssocID="{EFA96A56-3B10-4E0E-8BB7-4A8962C0B26A}" presName="spacing" presStyleCnt="0"/>
      <dgm:spPr/>
    </dgm:pt>
    <dgm:pt modelId="{8F15BD4A-2F44-4631-BC89-5C67F318C89D}" type="pres">
      <dgm:prSet presAssocID="{B9947DA2-E222-429E-895F-1E4ADC4EE516}" presName="linNode" presStyleCnt="0"/>
      <dgm:spPr/>
    </dgm:pt>
    <dgm:pt modelId="{F72D61DD-BE15-4CA2-BE71-5CEF8EC4F9EC}" type="pres">
      <dgm:prSet presAssocID="{B9947DA2-E222-429E-895F-1E4ADC4EE516}" presName="parentShp" presStyleLbl="node1" presStyleIdx="1" presStyleCnt="3">
        <dgm:presLayoutVars>
          <dgm:bulletEnabled val="1"/>
        </dgm:presLayoutVars>
      </dgm:prSet>
      <dgm:spPr/>
    </dgm:pt>
    <dgm:pt modelId="{EBBEB285-A874-4F4F-901C-E8581A3DF670}" type="pres">
      <dgm:prSet presAssocID="{B9947DA2-E222-429E-895F-1E4ADC4EE516}" presName="childShp" presStyleLbl="bgAccFollowNode1" presStyleIdx="1" presStyleCnt="3">
        <dgm:presLayoutVars>
          <dgm:bulletEnabled val="1"/>
        </dgm:presLayoutVars>
      </dgm:prSet>
      <dgm:spPr/>
    </dgm:pt>
    <dgm:pt modelId="{8320E8D6-A0D2-4DDA-852A-C7F0B3C7553C}" type="pres">
      <dgm:prSet presAssocID="{8E008193-3CE1-4DD5-AAAE-5B59C076DD8F}" presName="spacing" presStyleCnt="0"/>
      <dgm:spPr/>
    </dgm:pt>
    <dgm:pt modelId="{6777266C-64D7-445A-B000-BA7DF8772E65}" type="pres">
      <dgm:prSet presAssocID="{BCD062D7-4B78-4D58-837B-7951FAB1F63F}" presName="linNode" presStyleCnt="0"/>
      <dgm:spPr/>
    </dgm:pt>
    <dgm:pt modelId="{C6CE03B2-ECB8-4C59-A218-BCEAFA086C42}" type="pres">
      <dgm:prSet presAssocID="{BCD062D7-4B78-4D58-837B-7951FAB1F63F}" presName="parentShp" presStyleLbl="node1" presStyleIdx="2" presStyleCnt="3">
        <dgm:presLayoutVars>
          <dgm:bulletEnabled val="1"/>
        </dgm:presLayoutVars>
      </dgm:prSet>
      <dgm:spPr/>
    </dgm:pt>
    <dgm:pt modelId="{9E52B2F5-6665-4D25-98D8-A3F92E7B6094}" type="pres">
      <dgm:prSet presAssocID="{BCD062D7-4B78-4D58-837B-7951FAB1F63F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06E67E03-A01A-428A-986C-F7266ADFEC90}" type="presOf" srcId="{0FC6DAFC-A97B-4B81-BD8F-E94427FD9D8F}" destId="{9E52B2F5-6665-4D25-98D8-A3F92E7B6094}" srcOrd="0" destOrd="1" presId="urn:microsoft.com/office/officeart/2005/8/layout/vList6"/>
    <dgm:cxn modelId="{7BA0F805-D9BF-458F-ABEC-60F0D2FE4C6C}" type="presOf" srcId="{25CFE9A5-58C8-42FD-8BB2-AF3C493633AD}" destId="{DDC2C465-BE1C-435F-93DF-D016446AE6FD}" srcOrd="0" destOrd="1" presId="urn:microsoft.com/office/officeart/2005/8/layout/vList6"/>
    <dgm:cxn modelId="{6FD7340A-3E96-4624-8CA2-8338F1D57438}" srcId="{66E45289-FAF1-4E46-8410-60DBA2AF8E5C}" destId="{B9947DA2-E222-429E-895F-1E4ADC4EE516}" srcOrd="1" destOrd="0" parTransId="{DA467930-1A84-4C6F-8117-812DB6738A0C}" sibTransId="{8E008193-3CE1-4DD5-AAAE-5B59C076DD8F}"/>
    <dgm:cxn modelId="{6448EE10-9FA3-4326-92FE-140A40C25924}" srcId="{66E45289-FAF1-4E46-8410-60DBA2AF8E5C}" destId="{BCD062D7-4B78-4D58-837B-7951FAB1F63F}" srcOrd="2" destOrd="0" parTransId="{62C337B1-19E9-4674-9963-D672C58EE694}" sibTransId="{F3690D23-8D09-47D0-B650-36B97CD687F2}"/>
    <dgm:cxn modelId="{24A62D16-952A-4F1D-8E2A-38A458497229}" srcId="{66E45289-FAF1-4E46-8410-60DBA2AF8E5C}" destId="{90F8D6FE-8384-4658-ABC9-7AB6917522FE}" srcOrd="0" destOrd="0" parTransId="{46887369-3F66-49C7-A309-FF3B084D552C}" sibTransId="{EFA96A56-3B10-4E0E-8BB7-4A8962C0B26A}"/>
    <dgm:cxn modelId="{09AB9261-4226-4803-99B0-39D29ED352A7}" type="presOf" srcId="{FF7F96F4-F80C-40F4-8982-2DCB3809FCB1}" destId="{EBBEB285-A874-4F4F-901C-E8581A3DF670}" srcOrd="0" destOrd="1" presId="urn:microsoft.com/office/officeart/2005/8/layout/vList6"/>
    <dgm:cxn modelId="{DBFB694C-DA24-40B8-9C06-5768329C695F}" type="presOf" srcId="{BCD062D7-4B78-4D58-837B-7951FAB1F63F}" destId="{C6CE03B2-ECB8-4C59-A218-BCEAFA086C42}" srcOrd="0" destOrd="0" presId="urn:microsoft.com/office/officeart/2005/8/layout/vList6"/>
    <dgm:cxn modelId="{71CD7E6C-4C89-4407-A286-8B112888487F}" type="presOf" srcId="{A4622E8F-5D2A-4D3D-8F51-4D7F4D1D12AA}" destId="{9E52B2F5-6665-4D25-98D8-A3F92E7B6094}" srcOrd="0" destOrd="0" presId="urn:microsoft.com/office/officeart/2005/8/layout/vList6"/>
    <dgm:cxn modelId="{49A4094D-445E-481D-A546-8B5280A127A3}" srcId="{90F8D6FE-8384-4658-ABC9-7AB6917522FE}" destId="{25CFE9A5-58C8-42FD-8BB2-AF3C493633AD}" srcOrd="1" destOrd="0" parTransId="{73C6B1AC-2958-4876-BB71-F57336C65C4F}" sibTransId="{7EE6D376-CB75-4630-9622-59D5AA9480C8}"/>
    <dgm:cxn modelId="{CAA2F46D-BAE7-44E9-9728-3541B9E0EDE7}" type="presOf" srcId="{90F8D6FE-8384-4658-ABC9-7AB6917522FE}" destId="{CE378A24-C734-4D50-8DDA-2CA1CDE83FF6}" srcOrd="0" destOrd="0" presId="urn:microsoft.com/office/officeart/2005/8/layout/vList6"/>
    <dgm:cxn modelId="{C386778C-11A7-42CE-B50D-28E0140BCF64}" type="presOf" srcId="{B9947DA2-E222-429E-895F-1E4ADC4EE516}" destId="{F72D61DD-BE15-4CA2-BE71-5CEF8EC4F9EC}" srcOrd="0" destOrd="0" presId="urn:microsoft.com/office/officeart/2005/8/layout/vList6"/>
    <dgm:cxn modelId="{782A6D99-858B-40C6-829B-E61E33FFAF29}" srcId="{BCD062D7-4B78-4D58-837B-7951FAB1F63F}" destId="{0FC6DAFC-A97B-4B81-BD8F-E94427FD9D8F}" srcOrd="1" destOrd="0" parTransId="{1924A645-E711-4C45-9E17-2D7AABBE5030}" sibTransId="{EB1DAB75-BC64-4BA7-BB7D-A58214345483}"/>
    <dgm:cxn modelId="{DFB598B3-7482-4257-ABDF-7D119E79DFBF}" srcId="{90F8D6FE-8384-4658-ABC9-7AB6917522FE}" destId="{99D811E8-4941-4380-8EAB-9E764368B808}" srcOrd="0" destOrd="0" parTransId="{BD1592EC-21EC-4227-8774-504A0B2CD300}" sibTransId="{4A62930A-A80E-456A-9E03-BD8F33F7EC7D}"/>
    <dgm:cxn modelId="{D0754BC1-F323-4FEE-80B9-20FA0DC1AD10}" srcId="{B9947DA2-E222-429E-895F-1E4ADC4EE516}" destId="{FF7F96F4-F80C-40F4-8982-2DCB3809FCB1}" srcOrd="1" destOrd="0" parTransId="{FEF63AEA-6508-433C-AD05-F5A6D4105206}" sibTransId="{59F28206-4F15-40C6-9896-5FDA014223E2}"/>
    <dgm:cxn modelId="{74AF2EC6-A8BD-49EA-AA48-1409BD758ABD}" type="presOf" srcId="{66E45289-FAF1-4E46-8410-60DBA2AF8E5C}" destId="{B3F08D8B-268D-447A-A875-89968271AD2B}" srcOrd="0" destOrd="0" presId="urn:microsoft.com/office/officeart/2005/8/layout/vList6"/>
    <dgm:cxn modelId="{2B803AD6-276B-48FB-ACA0-3983F4EA1CE0}" srcId="{BCD062D7-4B78-4D58-837B-7951FAB1F63F}" destId="{A4622E8F-5D2A-4D3D-8F51-4D7F4D1D12AA}" srcOrd="0" destOrd="0" parTransId="{FC89C758-F69F-45BF-AC36-72445C5755A0}" sibTransId="{CFDAB5B0-6A22-40D5-AFA3-DE4464A9D7BB}"/>
    <dgm:cxn modelId="{966F27E5-C035-4838-BDD5-2A90E981F311}" srcId="{B9947DA2-E222-429E-895F-1E4ADC4EE516}" destId="{BF22ACBD-9BDA-483E-A0E6-2D9D3E27B9CD}" srcOrd="0" destOrd="0" parTransId="{70A1AEC4-81EE-4D2E-BE51-AEA067272D92}" sibTransId="{5BC0A35D-2563-42EF-9415-73BF3FAAEEAD}"/>
    <dgm:cxn modelId="{15D1BDEE-5403-449F-AEC3-A0D553800550}" type="presOf" srcId="{99D811E8-4941-4380-8EAB-9E764368B808}" destId="{DDC2C465-BE1C-435F-93DF-D016446AE6FD}" srcOrd="0" destOrd="0" presId="urn:microsoft.com/office/officeart/2005/8/layout/vList6"/>
    <dgm:cxn modelId="{6DC84BFC-A16A-4B7B-8BCC-CD9C1C8E5BB0}" type="presOf" srcId="{BF22ACBD-9BDA-483E-A0E6-2D9D3E27B9CD}" destId="{EBBEB285-A874-4F4F-901C-E8581A3DF670}" srcOrd="0" destOrd="0" presId="urn:microsoft.com/office/officeart/2005/8/layout/vList6"/>
    <dgm:cxn modelId="{0E30BF36-DDE4-4E69-8FD1-C8B31BFE8948}" type="presParOf" srcId="{B3F08D8B-268D-447A-A875-89968271AD2B}" destId="{8FF30DEA-F16B-48FE-AB5A-A95984DCDEA7}" srcOrd="0" destOrd="0" presId="urn:microsoft.com/office/officeart/2005/8/layout/vList6"/>
    <dgm:cxn modelId="{403719B9-CE15-4FF9-8957-443B8A5F9AC7}" type="presParOf" srcId="{8FF30DEA-F16B-48FE-AB5A-A95984DCDEA7}" destId="{CE378A24-C734-4D50-8DDA-2CA1CDE83FF6}" srcOrd="0" destOrd="0" presId="urn:microsoft.com/office/officeart/2005/8/layout/vList6"/>
    <dgm:cxn modelId="{D87C6664-3461-478F-B20D-3109E4E5838E}" type="presParOf" srcId="{8FF30DEA-F16B-48FE-AB5A-A95984DCDEA7}" destId="{DDC2C465-BE1C-435F-93DF-D016446AE6FD}" srcOrd="1" destOrd="0" presId="urn:microsoft.com/office/officeart/2005/8/layout/vList6"/>
    <dgm:cxn modelId="{401CA2F2-8A39-4CDF-B94E-9DAB1BBA2A78}" type="presParOf" srcId="{B3F08D8B-268D-447A-A875-89968271AD2B}" destId="{DA04DD8B-A529-4383-AD53-34765D2546A8}" srcOrd="1" destOrd="0" presId="urn:microsoft.com/office/officeart/2005/8/layout/vList6"/>
    <dgm:cxn modelId="{A4C3658D-B6BF-4BFB-B6CD-DBAF6A340D45}" type="presParOf" srcId="{B3F08D8B-268D-447A-A875-89968271AD2B}" destId="{8F15BD4A-2F44-4631-BC89-5C67F318C89D}" srcOrd="2" destOrd="0" presId="urn:microsoft.com/office/officeart/2005/8/layout/vList6"/>
    <dgm:cxn modelId="{DA6DCA7B-890D-4196-BFAE-4303C1A3C1EF}" type="presParOf" srcId="{8F15BD4A-2F44-4631-BC89-5C67F318C89D}" destId="{F72D61DD-BE15-4CA2-BE71-5CEF8EC4F9EC}" srcOrd="0" destOrd="0" presId="urn:microsoft.com/office/officeart/2005/8/layout/vList6"/>
    <dgm:cxn modelId="{C3D09957-8912-48AF-BD24-244A95082F0B}" type="presParOf" srcId="{8F15BD4A-2F44-4631-BC89-5C67F318C89D}" destId="{EBBEB285-A874-4F4F-901C-E8581A3DF670}" srcOrd="1" destOrd="0" presId="urn:microsoft.com/office/officeart/2005/8/layout/vList6"/>
    <dgm:cxn modelId="{1853CB03-4A58-4619-A100-70A3EC1C590B}" type="presParOf" srcId="{B3F08D8B-268D-447A-A875-89968271AD2B}" destId="{8320E8D6-A0D2-4DDA-852A-C7F0B3C7553C}" srcOrd="3" destOrd="0" presId="urn:microsoft.com/office/officeart/2005/8/layout/vList6"/>
    <dgm:cxn modelId="{173E65EB-814C-4375-8532-21CBFDF9A6C9}" type="presParOf" srcId="{B3F08D8B-268D-447A-A875-89968271AD2B}" destId="{6777266C-64D7-445A-B000-BA7DF8772E65}" srcOrd="4" destOrd="0" presId="urn:microsoft.com/office/officeart/2005/8/layout/vList6"/>
    <dgm:cxn modelId="{CBFDDF5E-7D57-45CD-B861-88152DF21558}" type="presParOf" srcId="{6777266C-64D7-445A-B000-BA7DF8772E65}" destId="{C6CE03B2-ECB8-4C59-A218-BCEAFA086C42}" srcOrd="0" destOrd="0" presId="urn:microsoft.com/office/officeart/2005/8/layout/vList6"/>
    <dgm:cxn modelId="{B85620A7-E86E-4744-B6B5-A060254D3187}" type="presParOf" srcId="{6777266C-64D7-445A-B000-BA7DF8772E65}" destId="{9E52B2F5-6665-4D25-98D8-A3F92E7B609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C48BA8-F53B-4C9E-AEF9-10470A516DA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64E02ADD-F594-47CF-AA92-BDAE3E4FBA2A}">
      <dgm:prSet phldrT="[Text]" phldr="1"/>
      <dgm:spPr/>
      <dgm:t>
        <a:bodyPr/>
        <a:lstStyle/>
        <a:p>
          <a:endParaRPr lang="en-IN" dirty="0"/>
        </a:p>
      </dgm:t>
    </dgm:pt>
    <dgm:pt modelId="{877A15E6-E68D-40A5-8CD2-AE85EC0B2006}" type="parTrans" cxnId="{74BCFF60-FEA9-4E96-9DC9-E08C39F67F5A}">
      <dgm:prSet/>
      <dgm:spPr/>
      <dgm:t>
        <a:bodyPr/>
        <a:lstStyle/>
        <a:p>
          <a:endParaRPr lang="en-IN"/>
        </a:p>
      </dgm:t>
    </dgm:pt>
    <dgm:pt modelId="{B0753E48-300D-4E94-9FE7-03C897912FD7}" type="sibTrans" cxnId="{74BCFF60-FEA9-4E96-9DC9-E08C39F67F5A}">
      <dgm:prSet/>
      <dgm:spPr/>
      <dgm:t>
        <a:bodyPr/>
        <a:lstStyle/>
        <a:p>
          <a:endParaRPr lang="en-IN"/>
        </a:p>
      </dgm:t>
    </dgm:pt>
    <dgm:pt modelId="{6EF2761A-7FD9-493D-875F-C63492210212}">
      <dgm:prSet phldrT="[Text]" phldr="1"/>
      <dgm:spPr/>
      <dgm:t>
        <a:bodyPr/>
        <a:lstStyle/>
        <a:p>
          <a:endParaRPr lang="en-IN"/>
        </a:p>
      </dgm:t>
    </dgm:pt>
    <dgm:pt modelId="{8AD40F41-5A92-4FE4-8A06-99A7B1CB88B0}" type="parTrans" cxnId="{1470E9EC-2058-4E4E-A44C-8EAD110D42AF}">
      <dgm:prSet/>
      <dgm:spPr/>
      <dgm:t>
        <a:bodyPr/>
        <a:lstStyle/>
        <a:p>
          <a:endParaRPr lang="en-IN"/>
        </a:p>
      </dgm:t>
    </dgm:pt>
    <dgm:pt modelId="{E8C12093-9B25-4061-BCAD-97350F52A263}" type="sibTrans" cxnId="{1470E9EC-2058-4E4E-A44C-8EAD110D42AF}">
      <dgm:prSet/>
      <dgm:spPr/>
      <dgm:t>
        <a:bodyPr/>
        <a:lstStyle/>
        <a:p>
          <a:endParaRPr lang="en-IN"/>
        </a:p>
      </dgm:t>
    </dgm:pt>
    <dgm:pt modelId="{4CECC452-F745-46E4-A93B-B2F4161CCA15}">
      <dgm:prSet phldrT="[Text]" phldr="1"/>
      <dgm:spPr/>
      <dgm:t>
        <a:bodyPr/>
        <a:lstStyle/>
        <a:p>
          <a:endParaRPr lang="en-IN"/>
        </a:p>
      </dgm:t>
    </dgm:pt>
    <dgm:pt modelId="{E9901AB5-C013-46C4-8967-2671F2ED9E6D}" type="parTrans" cxnId="{59E6CD54-1511-4B0D-A92B-BACC9E999A55}">
      <dgm:prSet/>
      <dgm:spPr/>
      <dgm:t>
        <a:bodyPr/>
        <a:lstStyle/>
        <a:p>
          <a:endParaRPr lang="en-IN"/>
        </a:p>
      </dgm:t>
    </dgm:pt>
    <dgm:pt modelId="{7AFFBB57-0C00-426D-AA36-ED3B47EA77CD}" type="sibTrans" cxnId="{59E6CD54-1511-4B0D-A92B-BACC9E999A55}">
      <dgm:prSet/>
      <dgm:spPr/>
      <dgm:t>
        <a:bodyPr/>
        <a:lstStyle/>
        <a:p>
          <a:endParaRPr lang="en-IN"/>
        </a:p>
      </dgm:t>
    </dgm:pt>
    <dgm:pt modelId="{027284A2-2B7B-44F8-BB81-72342C107812}">
      <dgm:prSet phldrT="[Text]" phldr="1"/>
      <dgm:spPr/>
      <dgm:t>
        <a:bodyPr/>
        <a:lstStyle/>
        <a:p>
          <a:endParaRPr lang="en-IN"/>
        </a:p>
      </dgm:t>
    </dgm:pt>
    <dgm:pt modelId="{DE71AED2-354D-4C40-A308-057002182C38}" type="parTrans" cxnId="{17C39F94-D81B-4CE3-A1A7-EAD517F7643F}">
      <dgm:prSet/>
      <dgm:spPr/>
      <dgm:t>
        <a:bodyPr/>
        <a:lstStyle/>
        <a:p>
          <a:endParaRPr lang="en-IN"/>
        </a:p>
      </dgm:t>
    </dgm:pt>
    <dgm:pt modelId="{F15FB720-1F93-4E94-8327-31D9ED768108}" type="sibTrans" cxnId="{17C39F94-D81B-4CE3-A1A7-EAD517F7643F}">
      <dgm:prSet/>
      <dgm:spPr/>
      <dgm:t>
        <a:bodyPr/>
        <a:lstStyle/>
        <a:p>
          <a:endParaRPr lang="en-IN"/>
        </a:p>
      </dgm:t>
    </dgm:pt>
    <dgm:pt modelId="{DAFE5511-C52B-471B-8541-B2C368645A03}">
      <dgm:prSet phldrT="[Text]" phldr="1"/>
      <dgm:spPr/>
      <dgm:t>
        <a:bodyPr/>
        <a:lstStyle/>
        <a:p>
          <a:endParaRPr lang="en-IN"/>
        </a:p>
      </dgm:t>
    </dgm:pt>
    <dgm:pt modelId="{30B0562F-1F60-472E-8C30-433F8478DD25}" type="parTrans" cxnId="{F6CDB90D-CDF1-44B4-ADB6-71B18918920C}">
      <dgm:prSet/>
      <dgm:spPr/>
      <dgm:t>
        <a:bodyPr/>
        <a:lstStyle/>
        <a:p>
          <a:endParaRPr lang="en-IN"/>
        </a:p>
      </dgm:t>
    </dgm:pt>
    <dgm:pt modelId="{7AFA7330-2C66-452A-815D-BA9AB287CBFB}" type="sibTrans" cxnId="{F6CDB90D-CDF1-44B4-ADB6-71B18918920C}">
      <dgm:prSet/>
      <dgm:spPr/>
      <dgm:t>
        <a:bodyPr/>
        <a:lstStyle/>
        <a:p>
          <a:endParaRPr lang="en-IN"/>
        </a:p>
      </dgm:t>
    </dgm:pt>
    <dgm:pt modelId="{5B25FCB3-1DE8-40EA-B71E-8B85F1D7D339}">
      <dgm:prSet phldrT="[Text]" phldr="1"/>
      <dgm:spPr/>
      <dgm:t>
        <a:bodyPr/>
        <a:lstStyle/>
        <a:p>
          <a:endParaRPr lang="en-IN"/>
        </a:p>
      </dgm:t>
    </dgm:pt>
    <dgm:pt modelId="{9A9DAC69-16DD-423B-8067-F45BF0D3115D}" type="parTrans" cxnId="{FE0CCC5F-2617-49AE-96E5-470C498991D4}">
      <dgm:prSet/>
      <dgm:spPr/>
      <dgm:t>
        <a:bodyPr/>
        <a:lstStyle/>
        <a:p>
          <a:endParaRPr lang="en-IN"/>
        </a:p>
      </dgm:t>
    </dgm:pt>
    <dgm:pt modelId="{AEB46972-C311-4A91-BDC2-E1463F6630A2}" type="sibTrans" cxnId="{FE0CCC5F-2617-49AE-96E5-470C498991D4}">
      <dgm:prSet/>
      <dgm:spPr/>
      <dgm:t>
        <a:bodyPr/>
        <a:lstStyle/>
        <a:p>
          <a:endParaRPr lang="en-IN"/>
        </a:p>
      </dgm:t>
    </dgm:pt>
    <dgm:pt modelId="{EC0E8DB2-44D6-4AAF-981A-0178C4269EFC}">
      <dgm:prSet phldrT="[Text]" phldr="1"/>
      <dgm:spPr/>
      <dgm:t>
        <a:bodyPr/>
        <a:lstStyle/>
        <a:p>
          <a:endParaRPr lang="en-IN"/>
        </a:p>
      </dgm:t>
    </dgm:pt>
    <dgm:pt modelId="{16234113-FF33-4BC1-92E2-62E74B9A27EB}" type="parTrans" cxnId="{61C08878-E838-4398-A0E0-BAD223DC5F51}">
      <dgm:prSet/>
      <dgm:spPr/>
      <dgm:t>
        <a:bodyPr/>
        <a:lstStyle/>
        <a:p>
          <a:endParaRPr lang="en-IN"/>
        </a:p>
      </dgm:t>
    </dgm:pt>
    <dgm:pt modelId="{919BD55D-2015-4B15-B99A-B8480A9A68A3}" type="sibTrans" cxnId="{61C08878-E838-4398-A0E0-BAD223DC5F51}">
      <dgm:prSet/>
      <dgm:spPr/>
      <dgm:t>
        <a:bodyPr/>
        <a:lstStyle/>
        <a:p>
          <a:endParaRPr lang="en-IN"/>
        </a:p>
      </dgm:t>
    </dgm:pt>
    <dgm:pt modelId="{72263900-7FF5-447C-8B26-D8C4283049F7}">
      <dgm:prSet phldrT="[Text]" phldr="1"/>
      <dgm:spPr/>
      <dgm:t>
        <a:bodyPr/>
        <a:lstStyle/>
        <a:p>
          <a:endParaRPr lang="en-IN"/>
        </a:p>
      </dgm:t>
    </dgm:pt>
    <dgm:pt modelId="{A9F8021A-2413-480A-810D-5FB697DA1B07}" type="parTrans" cxnId="{2CF6C697-C8BE-4DFE-B666-40F82BCC8ECF}">
      <dgm:prSet/>
      <dgm:spPr/>
      <dgm:t>
        <a:bodyPr/>
        <a:lstStyle/>
        <a:p>
          <a:endParaRPr lang="en-IN"/>
        </a:p>
      </dgm:t>
    </dgm:pt>
    <dgm:pt modelId="{1F38750B-05BB-4664-A5CF-EE66DA862948}" type="sibTrans" cxnId="{2CF6C697-C8BE-4DFE-B666-40F82BCC8ECF}">
      <dgm:prSet/>
      <dgm:spPr/>
      <dgm:t>
        <a:bodyPr/>
        <a:lstStyle/>
        <a:p>
          <a:endParaRPr lang="en-IN"/>
        </a:p>
      </dgm:t>
    </dgm:pt>
    <dgm:pt modelId="{7EC8AD5B-B497-43DC-9281-6FA55837947D}">
      <dgm:prSet phldrT="[Text]" phldr="1"/>
      <dgm:spPr/>
      <dgm:t>
        <a:bodyPr/>
        <a:lstStyle/>
        <a:p>
          <a:endParaRPr lang="en-IN"/>
        </a:p>
      </dgm:t>
    </dgm:pt>
    <dgm:pt modelId="{8F25A5B1-3711-4F1F-BF1D-734FB2A0CD32}" type="parTrans" cxnId="{00895E7E-DABB-42FF-8FCA-88C632AB7189}">
      <dgm:prSet/>
      <dgm:spPr/>
      <dgm:t>
        <a:bodyPr/>
        <a:lstStyle/>
        <a:p>
          <a:endParaRPr lang="en-IN"/>
        </a:p>
      </dgm:t>
    </dgm:pt>
    <dgm:pt modelId="{6967D01C-3B28-4F74-B79A-6B2587262699}" type="sibTrans" cxnId="{00895E7E-DABB-42FF-8FCA-88C632AB7189}">
      <dgm:prSet/>
      <dgm:spPr/>
      <dgm:t>
        <a:bodyPr/>
        <a:lstStyle/>
        <a:p>
          <a:endParaRPr lang="en-IN"/>
        </a:p>
      </dgm:t>
    </dgm:pt>
    <dgm:pt modelId="{96E93F24-6A5F-46DF-95FE-81C5F508ADB7}" type="pres">
      <dgm:prSet presAssocID="{F6C48BA8-F53B-4C9E-AEF9-10470A516DA6}" presName="Name0" presStyleCnt="0">
        <dgm:presLayoutVars>
          <dgm:dir/>
          <dgm:resizeHandles val="exact"/>
        </dgm:presLayoutVars>
      </dgm:prSet>
      <dgm:spPr/>
    </dgm:pt>
    <dgm:pt modelId="{0FFB57AB-D3A2-4F0C-9F51-A607F29B764A}" type="pres">
      <dgm:prSet presAssocID="{64E02ADD-F594-47CF-AA92-BDAE3E4FBA2A}" presName="node" presStyleLbl="node1" presStyleIdx="0" presStyleCnt="3">
        <dgm:presLayoutVars>
          <dgm:bulletEnabled val="1"/>
        </dgm:presLayoutVars>
      </dgm:prSet>
      <dgm:spPr/>
    </dgm:pt>
    <dgm:pt modelId="{C26B1D25-F4A0-45EE-B408-E2491EB3CEC2}" type="pres">
      <dgm:prSet presAssocID="{B0753E48-300D-4E94-9FE7-03C897912FD7}" presName="sibTrans" presStyleCnt="0"/>
      <dgm:spPr/>
    </dgm:pt>
    <dgm:pt modelId="{2FD8C081-5C64-4566-8DDF-48D71AEC87C5}" type="pres">
      <dgm:prSet presAssocID="{027284A2-2B7B-44F8-BB81-72342C107812}" presName="node" presStyleLbl="node1" presStyleIdx="1" presStyleCnt="3">
        <dgm:presLayoutVars>
          <dgm:bulletEnabled val="1"/>
        </dgm:presLayoutVars>
      </dgm:prSet>
      <dgm:spPr/>
    </dgm:pt>
    <dgm:pt modelId="{7C88E68D-3C92-4B23-82A5-73160379DA4F}" type="pres">
      <dgm:prSet presAssocID="{F15FB720-1F93-4E94-8327-31D9ED768108}" presName="sibTrans" presStyleCnt="0"/>
      <dgm:spPr/>
    </dgm:pt>
    <dgm:pt modelId="{4832FD13-99D3-4766-96C9-CEFB615385DC}" type="pres">
      <dgm:prSet presAssocID="{EC0E8DB2-44D6-4AAF-981A-0178C4269EFC}" presName="node" presStyleLbl="node1" presStyleIdx="2" presStyleCnt="3">
        <dgm:presLayoutVars>
          <dgm:bulletEnabled val="1"/>
        </dgm:presLayoutVars>
      </dgm:prSet>
      <dgm:spPr/>
    </dgm:pt>
  </dgm:ptLst>
  <dgm:cxnLst>
    <dgm:cxn modelId="{F6D3ED01-3F1A-40D1-98E6-8A678E62F012}" type="presOf" srcId="{64E02ADD-F594-47CF-AA92-BDAE3E4FBA2A}" destId="{0FFB57AB-D3A2-4F0C-9F51-A607F29B764A}" srcOrd="0" destOrd="0" presId="urn:microsoft.com/office/officeart/2005/8/layout/hList6"/>
    <dgm:cxn modelId="{F6CDB90D-CDF1-44B4-ADB6-71B18918920C}" srcId="{027284A2-2B7B-44F8-BB81-72342C107812}" destId="{DAFE5511-C52B-471B-8541-B2C368645A03}" srcOrd="0" destOrd="0" parTransId="{30B0562F-1F60-472E-8C30-433F8478DD25}" sibTransId="{7AFA7330-2C66-452A-815D-BA9AB287CBFB}"/>
    <dgm:cxn modelId="{DCADD22E-B63C-4E93-873B-E83801F9B702}" type="presOf" srcId="{6EF2761A-7FD9-493D-875F-C63492210212}" destId="{0FFB57AB-D3A2-4F0C-9F51-A607F29B764A}" srcOrd="0" destOrd="1" presId="urn:microsoft.com/office/officeart/2005/8/layout/hList6"/>
    <dgm:cxn modelId="{29EC983E-52A0-4F69-93F5-22C0ED918AE4}" type="presOf" srcId="{027284A2-2B7B-44F8-BB81-72342C107812}" destId="{2FD8C081-5C64-4566-8DDF-48D71AEC87C5}" srcOrd="0" destOrd="0" presId="urn:microsoft.com/office/officeart/2005/8/layout/hList6"/>
    <dgm:cxn modelId="{5B1C935F-F9BF-4E6F-8421-BEF287949753}" type="presOf" srcId="{5B25FCB3-1DE8-40EA-B71E-8B85F1D7D339}" destId="{2FD8C081-5C64-4566-8DDF-48D71AEC87C5}" srcOrd="0" destOrd="2" presId="urn:microsoft.com/office/officeart/2005/8/layout/hList6"/>
    <dgm:cxn modelId="{FE0CCC5F-2617-49AE-96E5-470C498991D4}" srcId="{027284A2-2B7B-44F8-BB81-72342C107812}" destId="{5B25FCB3-1DE8-40EA-B71E-8B85F1D7D339}" srcOrd="1" destOrd="0" parTransId="{9A9DAC69-16DD-423B-8067-F45BF0D3115D}" sibTransId="{AEB46972-C311-4A91-BDC2-E1463F6630A2}"/>
    <dgm:cxn modelId="{74BCFF60-FEA9-4E96-9DC9-E08C39F67F5A}" srcId="{F6C48BA8-F53B-4C9E-AEF9-10470A516DA6}" destId="{64E02ADD-F594-47CF-AA92-BDAE3E4FBA2A}" srcOrd="0" destOrd="0" parTransId="{877A15E6-E68D-40A5-8CD2-AE85EC0B2006}" sibTransId="{B0753E48-300D-4E94-9FE7-03C897912FD7}"/>
    <dgm:cxn modelId="{4B7B8841-B601-4CFB-92B6-BF5BAA0B9638}" type="presOf" srcId="{72263900-7FF5-447C-8B26-D8C4283049F7}" destId="{4832FD13-99D3-4766-96C9-CEFB615385DC}" srcOrd="0" destOrd="1" presId="urn:microsoft.com/office/officeart/2005/8/layout/hList6"/>
    <dgm:cxn modelId="{AF379454-F1B2-47DB-BA35-04A1DA284E22}" type="presOf" srcId="{F6C48BA8-F53B-4C9E-AEF9-10470A516DA6}" destId="{96E93F24-6A5F-46DF-95FE-81C5F508ADB7}" srcOrd="0" destOrd="0" presId="urn:microsoft.com/office/officeart/2005/8/layout/hList6"/>
    <dgm:cxn modelId="{59E6CD54-1511-4B0D-A92B-BACC9E999A55}" srcId="{64E02ADD-F594-47CF-AA92-BDAE3E4FBA2A}" destId="{4CECC452-F745-46E4-A93B-B2F4161CCA15}" srcOrd="1" destOrd="0" parTransId="{E9901AB5-C013-46C4-8967-2671F2ED9E6D}" sibTransId="{7AFFBB57-0C00-426D-AA36-ED3B47EA77CD}"/>
    <dgm:cxn modelId="{1D3A6775-8166-4DB6-8F3F-E8D8E12C7D06}" type="presOf" srcId="{DAFE5511-C52B-471B-8541-B2C368645A03}" destId="{2FD8C081-5C64-4566-8DDF-48D71AEC87C5}" srcOrd="0" destOrd="1" presId="urn:microsoft.com/office/officeart/2005/8/layout/hList6"/>
    <dgm:cxn modelId="{0A4F1B78-C561-4C4A-8D82-B8F220D31C36}" type="presOf" srcId="{7EC8AD5B-B497-43DC-9281-6FA55837947D}" destId="{4832FD13-99D3-4766-96C9-CEFB615385DC}" srcOrd="0" destOrd="2" presId="urn:microsoft.com/office/officeart/2005/8/layout/hList6"/>
    <dgm:cxn modelId="{61C08878-E838-4398-A0E0-BAD223DC5F51}" srcId="{F6C48BA8-F53B-4C9E-AEF9-10470A516DA6}" destId="{EC0E8DB2-44D6-4AAF-981A-0178C4269EFC}" srcOrd="2" destOrd="0" parTransId="{16234113-FF33-4BC1-92E2-62E74B9A27EB}" sibTransId="{919BD55D-2015-4B15-B99A-B8480A9A68A3}"/>
    <dgm:cxn modelId="{00895E7E-DABB-42FF-8FCA-88C632AB7189}" srcId="{EC0E8DB2-44D6-4AAF-981A-0178C4269EFC}" destId="{7EC8AD5B-B497-43DC-9281-6FA55837947D}" srcOrd="1" destOrd="0" parTransId="{8F25A5B1-3711-4F1F-BF1D-734FB2A0CD32}" sibTransId="{6967D01C-3B28-4F74-B79A-6B2587262699}"/>
    <dgm:cxn modelId="{17C39F94-D81B-4CE3-A1A7-EAD517F7643F}" srcId="{F6C48BA8-F53B-4C9E-AEF9-10470A516DA6}" destId="{027284A2-2B7B-44F8-BB81-72342C107812}" srcOrd="1" destOrd="0" parTransId="{DE71AED2-354D-4C40-A308-057002182C38}" sibTransId="{F15FB720-1F93-4E94-8327-31D9ED768108}"/>
    <dgm:cxn modelId="{2CF6C697-C8BE-4DFE-B666-40F82BCC8ECF}" srcId="{EC0E8DB2-44D6-4AAF-981A-0178C4269EFC}" destId="{72263900-7FF5-447C-8B26-D8C4283049F7}" srcOrd="0" destOrd="0" parTransId="{A9F8021A-2413-480A-810D-5FB697DA1B07}" sibTransId="{1F38750B-05BB-4664-A5CF-EE66DA862948}"/>
    <dgm:cxn modelId="{D24424B8-F2A1-4333-AAE1-166A718A45AA}" type="presOf" srcId="{EC0E8DB2-44D6-4AAF-981A-0178C4269EFC}" destId="{4832FD13-99D3-4766-96C9-CEFB615385DC}" srcOrd="0" destOrd="0" presId="urn:microsoft.com/office/officeart/2005/8/layout/hList6"/>
    <dgm:cxn modelId="{654B83CF-2B3E-4DCD-ADD5-DEF036C722CC}" type="presOf" srcId="{4CECC452-F745-46E4-A93B-B2F4161CCA15}" destId="{0FFB57AB-D3A2-4F0C-9F51-A607F29B764A}" srcOrd="0" destOrd="2" presId="urn:microsoft.com/office/officeart/2005/8/layout/hList6"/>
    <dgm:cxn modelId="{1470E9EC-2058-4E4E-A44C-8EAD110D42AF}" srcId="{64E02ADD-F594-47CF-AA92-BDAE3E4FBA2A}" destId="{6EF2761A-7FD9-493D-875F-C63492210212}" srcOrd="0" destOrd="0" parTransId="{8AD40F41-5A92-4FE4-8A06-99A7B1CB88B0}" sibTransId="{E8C12093-9B25-4061-BCAD-97350F52A263}"/>
    <dgm:cxn modelId="{ED2485A8-7D77-4D5E-988D-DFD57EFB9F7F}" type="presParOf" srcId="{96E93F24-6A5F-46DF-95FE-81C5F508ADB7}" destId="{0FFB57AB-D3A2-4F0C-9F51-A607F29B764A}" srcOrd="0" destOrd="0" presId="urn:microsoft.com/office/officeart/2005/8/layout/hList6"/>
    <dgm:cxn modelId="{51F8A3B4-96C0-4EDB-AE35-7BD9FE2EFF74}" type="presParOf" srcId="{96E93F24-6A5F-46DF-95FE-81C5F508ADB7}" destId="{C26B1D25-F4A0-45EE-B408-E2491EB3CEC2}" srcOrd="1" destOrd="0" presId="urn:microsoft.com/office/officeart/2005/8/layout/hList6"/>
    <dgm:cxn modelId="{4AEF5D38-5525-4DCB-900D-016BDB0EF896}" type="presParOf" srcId="{96E93F24-6A5F-46DF-95FE-81C5F508ADB7}" destId="{2FD8C081-5C64-4566-8DDF-48D71AEC87C5}" srcOrd="2" destOrd="0" presId="urn:microsoft.com/office/officeart/2005/8/layout/hList6"/>
    <dgm:cxn modelId="{CC9F09EA-FE65-4748-8136-C1FB96220885}" type="presParOf" srcId="{96E93F24-6A5F-46DF-95FE-81C5F508ADB7}" destId="{7C88E68D-3C92-4B23-82A5-73160379DA4F}" srcOrd="3" destOrd="0" presId="urn:microsoft.com/office/officeart/2005/8/layout/hList6"/>
    <dgm:cxn modelId="{C246F337-02DB-47AD-8809-8DC0F901B3BB}" type="presParOf" srcId="{96E93F24-6A5F-46DF-95FE-81C5F508ADB7}" destId="{4832FD13-99D3-4766-96C9-CEFB615385DC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F3F54BD-B52B-4833-AF73-57877295F6E9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7C3CBD2-1AAC-4EC7-9D94-62DB5AD0C300}">
      <dgm:prSet phldrT="[Text]"/>
      <dgm:spPr/>
      <dgm:t>
        <a:bodyPr/>
        <a:lstStyle/>
        <a:p>
          <a:r>
            <a:rPr lang="en-IN" dirty="0"/>
            <a:t>Result</a:t>
          </a:r>
        </a:p>
      </dgm:t>
    </dgm:pt>
    <dgm:pt modelId="{D7DCF204-055D-4293-B90A-CCCA8857B0ED}" type="parTrans" cxnId="{5C68A3BD-54CC-407A-B822-DF93F3AB8975}">
      <dgm:prSet/>
      <dgm:spPr/>
      <dgm:t>
        <a:bodyPr/>
        <a:lstStyle/>
        <a:p>
          <a:endParaRPr lang="en-IN"/>
        </a:p>
      </dgm:t>
    </dgm:pt>
    <dgm:pt modelId="{D0223662-F94B-4672-A92C-54F127739858}" type="sibTrans" cxnId="{5C68A3BD-54CC-407A-B822-DF93F3AB8975}">
      <dgm:prSet/>
      <dgm:spPr/>
      <dgm:t>
        <a:bodyPr/>
        <a:lstStyle/>
        <a:p>
          <a:endParaRPr lang="en-IN"/>
        </a:p>
      </dgm:t>
    </dgm:pt>
    <dgm:pt modelId="{C8046E86-440F-479D-8312-B2B03F51D14C}">
      <dgm:prSet phldrT="[Text]"/>
      <dgm:spPr/>
      <dgm:t>
        <a:bodyPr/>
        <a:lstStyle/>
        <a:p>
          <a:r>
            <a:rPr lang="en-IN" dirty="0"/>
            <a:t>Result-1</a:t>
          </a:r>
        </a:p>
      </dgm:t>
    </dgm:pt>
    <dgm:pt modelId="{95B5CABC-055F-43F7-9345-729FD4361C63}" type="parTrans" cxnId="{3F28C19F-13B7-4F8A-81C1-B83DFA5E21BC}">
      <dgm:prSet/>
      <dgm:spPr/>
      <dgm:t>
        <a:bodyPr/>
        <a:lstStyle/>
        <a:p>
          <a:endParaRPr lang="en-IN"/>
        </a:p>
      </dgm:t>
    </dgm:pt>
    <dgm:pt modelId="{593C7582-F1D5-4EE6-8294-7B7DC7B5B641}" type="sibTrans" cxnId="{3F28C19F-13B7-4F8A-81C1-B83DFA5E21BC}">
      <dgm:prSet/>
      <dgm:spPr/>
      <dgm:t>
        <a:bodyPr/>
        <a:lstStyle/>
        <a:p>
          <a:endParaRPr lang="en-IN"/>
        </a:p>
      </dgm:t>
    </dgm:pt>
    <dgm:pt modelId="{62AF2702-DF18-42F6-A172-ED4CF7546A6E}">
      <dgm:prSet phldrT="[Text]"/>
      <dgm:spPr/>
      <dgm:t>
        <a:bodyPr/>
        <a:lstStyle/>
        <a:p>
          <a:r>
            <a:rPr lang="en-IN" dirty="0"/>
            <a:t>Result-2</a:t>
          </a:r>
        </a:p>
      </dgm:t>
    </dgm:pt>
    <dgm:pt modelId="{ABF213DF-CB42-495D-A6EC-00474321F233}" type="parTrans" cxnId="{77C4E4C9-8FC3-43A1-B0ED-8C229D1900E9}">
      <dgm:prSet/>
      <dgm:spPr/>
      <dgm:t>
        <a:bodyPr/>
        <a:lstStyle/>
        <a:p>
          <a:endParaRPr lang="en-IN"/>
        </a:p>
      </dgm:t>
    </dgm:pt>
    <dgm:pt modelId="{4A21C85E-3C98-493C-9905-1585E34CC4AB}" type="sibTrans" cxnId="{77C4E4C9-8FC3-43A1-B0ED-8C229D1900E9}">
      <dgm:prSet/>
      <dgm:spPr/>
      <dgm:t>
        <a:bodyPr/>
        <a:lstStyle/>
        <a:p>
          <a:endParaRPr lang="en-IN"/>
        </a:p>
      </dgm:t>
    </dgm:pt>
    <dgm:pt modelId="{C71DF05B-3CA7-4492-8BB7-2A96D897686B}">
      <dgm:prSet phldrT="[Text]"/>
      <dgm:spPr/>
      <dgm:t>
        <a:bodyPr/>
        <a:lstStyle/>
        <a:p>
          <a:r>
            <a:rPr lang="en-IN" dirty="0"/>
            <a:t>Result-3</a:t>
          </a:r>
        </a:p>
      </dgm:t>
    </dgm:pt>
    <dgm:pt modelId="{D5D8552A-43FD-4593-B02F-54CFCE652E62}" type="parTrans" cxnId="{448C191B-1619-4526-97B5-21CE325777C7}">
      <dgm:prSet/>
      <dgm:spPr/>
      <dgm:t>
        <a:bodyPr/>
        <a:lstStyle/>
        <a:p>
          <a:endParaRPr lang="en-IN"/>
        </a:p>
      </dgm:t>
    </dgm:pt>
    <dgm:pt modelId="{6FF1C949-99BC-43C7-B123-CBAD88562918}" type="sibTrans" cxnId="{448C191B-1619-4526-97B5-21CE325777C7}">
      <dgm:prSet/>
      <dgm:spPr/>
      <dgm:t>
        <a:bodyPr/>
        <a:lstStyle/>
        <a:p>
          <a:endParaRPr lang="en-IN"/>
        </a:p>
      </dgm:t>
    </dgm:pt>
    <dgm:pt modelId="{9B971F70-32F7-4466-B44D-54FDE55DE0A1}" type="pres">
      <dgm:prSet presAssocID="{4F3F54BD-B52B-4833-AF73-57877295F6E9}" presName="vert0" presStyleCnt="0">
        <dgm:presLayoutVars>
          <dgm:dir/>
          <dgm:animOne val="branch"/>
          <dgm:animLvl val="lvl"/>
        </dgm:presLayoutVars>
      </dgm:prSet>
      <dgm:spPr/>
    </dgm:pt>
    <dgm:pt modelId="{A44369D9-3FEE-4C40-B3C6-5C2A98296610}" type="pres">
      <dgm:prSet presAssocID="{87C3CBD2-1AAC-4EC7-9D94-62DB5AD0C300}" presName="thickLine" presStyleLbl="alignNode1" presStyleIdx="0" presStyleCnt="1"/>
      <dgm:spPr/>
    </dgm:pt>
    <dgm:pt modelId="{B7613949-E0A4-41BC-A3F6-933F4A3A18B0}" type="pres">
      <dgm:prSet presAssocID="{87C3CBD2-1AAC-4EC7-9D94-62DB5AD0C300}" presName="horz1" presStyleCnt="0"/>
      <dgm:spPr/>
    </dgm:pt>
    <dgm:pt modelId="{C68EA426-6C46-4419-9C57-38B93C31BCBF}" type="pres">
      <dgm:prSet presAssocID="{87C3CBD2-1AAC-4EC7-9D94-62DB5AD0C300}" presName="tx1" presStyleLbl="revTx" presStyleIdx="0" presStyleCnt="4"/>
      <dgm:spPr/>
    </dgm:pt>
    <dgm:pt modelId="{E5C920E6-E1DB-4EE3-9333-A005C616EE36}" type="pres">
      <dgm:prSet presAssocID="{87C3CBD2-1AAC-4EC7-9D94-62DB5AD0C300}" presName="vert1" presStyleCnt="0"/>
      <dgm:spPr/>
    </dgm:pt>
    <dgm:pt modelId="{7D0F2CCE-DB48-4DFE-A38B-F9F26FC89BE7}" type="pres">
      <dgm:prSet presAssocID="{C8046E86-440F-479D-8312-B2B03F51D14C}" presName="vertSpace2a" presStyleCnt="0"/>
      <dgm:spPr/>
    </dgm:pt>
    <dgm:pt modelId="{8C27C14A-F53E-4187-A23C-09372C0ABB33}" type="pres">
      <dgm:prSet presAssocID="{C8046E86-440F-479D-8312-B2B03F51D14C}" presName="horz2" presStyleCnt="0"/>
      <dgm:spPr/>
    </dgm:pt>
    <dgm:pt modelId="{D782443F-2788-4844-8F7D-D0D96E85A6CD}" type="pres">
      <dgm:prSet presAssocID="{C8046E86-440F-479D-8312-B2B03F51D14C}" presName="horzSpace2" presStyleCnt="0"/>
      <dgm:spPr/>
    </dgm:pt>
    <dgm:pt modelId="{799E35FF-FF7F-4357-8E8C-9BBEB3EACBC2}" type="pres">
      <dgm:prSet presAssocID="{C8046E86-440F-479D-8312-B2B03F51D14C}" presName="tx2" presStyleLbl="revTx" presStyleIdx="1" presStyleCnt="4"/>
      <dgm:spPr/>
    </dgm:pt>
    <dgm:pt modelId="{06579374-7282-43B7-AB0A-BF3989F387D1}" type="pres">
      <dgm:prSet presAssocID="{C8046E86-440F-479D-8312-B2B03F51D14C}" presName="vert2" presStyleCnt="0"/>
      <dgm:spPr/>
    </dgm:pt>
    <dgm:pt modelId="{9F8592BB-B986-4304-B359-C7066712EE5F}" type="pres">
      <dgm:prSet presAssocID="{C8046E86-440F-479D-8312-B2B03F51D14C}" presName="thinLine2b" presStyleLbl="callout" presStyleIdx="0" presStyleCnt="3"/>
      <dgm:spPr/>
    </dgm:pt>
    <dgm:pt modelId="{B70E594C-02CE-4D9E-9193-AB4B6A9C9901}" type="pres">
      <dgm:prSet presAssocID="{C8046E86-440F-479D-8312-B2B03F51D14C}" presName="vertSpace2b" presStyleCnt="0"/>
      <dgm:spPr/>
    </dgm:pt>
    <dgm:pt modelId="{05E4C01C-1D65-42B7-9849-094F49EAB2C8}" type="pres">
      <dgm:prSet presAssocID="{62AF2702-DF18-42F6-A172-ED4CF7546A6E}" presName="horz2" presStyleCnt="0"/>
      <dgm:spPr/>
    </dgm:pt>
    <dgm:pt modelId="{3EABDE64-E7FC-4E53-A5B2-5E86A70769AF}" type="pres">
      <dgm:prSet presAssocID="{62AF2702-DF18-42F6-A172-ED4CF7546A6E}" presName="horzSpace2" presStyleCnt="0"/>
      <dgm:spPr/>
    </dgm:pt>
    <dgm:pt modelId="{ED20A230-0514-4DBF-9E05-AD5E498E48A3}" type="pres">
      <dgm:prSet presAssocID="{62AF2702-DF18-42F6-A172-ED4CF7546A6E}" presName="tx2" presStyleLbl="revTx" presStyleIdx="2" presStyleCnt="4"/>
      <dgm:spPr/>
    </dgm:pt>
    <dgm:pt modelId="{AF3FDC8C-12E6-4ABA-95F8-86A369C92602}" type="pres">
      <dgm:prSet presAssocID="{62AF2702-DF18-42F6-A172-ED4CF7546A6E}" presName="vert2" presStyleCnt="0"/>
      <dgm:spPr/>
    </dgm:pt>
    <dgm:pt modelId="{601FC512-619C-42D3-B8AE-51C1D0C2503A}" type="pres">
      <dgm:prSet presAssocID="{62AF2702-DF18-42F6-A172-ED4CF7546A6E}" presName="thinLine2b" presStyleLbl="callout" presStyleIdx="1" presStyleCnt="3"/>
      <dgm:spPr/>
    </dgm:pt>
    <dgm:pt modelId="{4F53C1F5-DE28-4569-9C76-AA9787ACE126}" type="pres">
      <dgm:prSet presAssocID="{62AF2702-DF18-42F6-A172-ED4CF7546A6E}" presName="vertSpace2b" presStyleCnt="0"/>
      <dgm:spPr/>
    </dgm:pt>
    <dgm:pt modelId="{12AD994D-D4B5-4293-8F51-E55CDB9FE6D1}" type="pres">
      <dgm:prSet presAssocID="{C71DF05B-3CA7-4492-8BB7-2A96D897686B}" presName="horz2" presStyleCnt="0"/>
      <dgm:spPr/>
    </dgm:pt>
    <dgm:pt modelId="{ABC8C5D5-0DEA-43FA-B725-1C54EB3F0B8E}" type="pres">
      <dgm:prSet presAssocID="{C71DF05B-3CA7-4492-8BB7-2A96D897686B}" presName="horzSpace2" presStyleCnt="0"/>
      <dgm:spPr/>
    </dgm:pt>
    <dgm:pt modelId="{559641A9-8403-4FC0-BD3D-3D26E7DB7BBB}" type="pres">
      <dgm:prSet presAssocID="{C71DF05B-3CA7-4492-8BB7-2A96D897686B}" presName="tx2" presStyleLbl="revTx" presStyleIdx="3" presStyleCnt="4"/>
      <dgm:spPr/>
    </dgm:pt>
    <dgm:pt modelId="{9A5C5981-53A1-4FB0-87CE-8EAD409F7421}" type="pres">
      <dgm:prSet presAssocID="{C71DF05B-3CA7-4492-8BB7-2A96D897686B}" presName="vert2" presStyleCnt="0"/>
      <dgm:spPr/>
    </dgm:pt>
    <dgm:pt modelId="{DED15AA1-83CD-4AFD-85DB-9A669926EE4C}" type="pres">
      <dgm:prSet presAssocID="{C71DF05B-3CA7-4492-8BB7-2A96D897686B}" presName="thinLine2b" presStyleLbl="callout" presStyleIdx="2" presStyleCnt="3"/>
      <dgm:spPr/>
    </dgm:pt>
    <dgm:pt modelId="{75496649-E126-4F6E-9879-3C20F97FFCD7}" type="pres">
      <dgm:prSet presAssocID="{C71DF05B-3CA7-4492-8BB7-2A96D897686B}" presName="vertSpace2b" presStyleCnt="0"/>
      <dgm:spPr/>
    </dgm:pt>
  </dgm:ptLst>
  <dgm:cxnLst>
    <dgm:cxn modelId="{448C191B-1619-4526-97B5-21CE325777C7}" srcId="{87C3CBD2-1AAC-4EC7-9D94-62DB5AD0C300}" destId="{C71DF05B-3CA7-4492-8BB7-2A96D897686B}" srcOrd="2" destOrd="0" parTransId="{D5D8552A-43FD-4593-B02F-54CFCE652E62}" sibTransId="{6FF1C949-99BC-43C7-B123-CBAD88562918}"/>
    <dgm:cxn modelId="{A22B6B63-91AF-4CE2-9805-A160C0184CE3}" type="presOf" srcId="{4F3F54BD-B52B-4833-AF73-57877295F6E9}" destId="{9B971F70-32F7-4466-B44D-54FDE55DE0A1}" srcOrd="0" destOrd="0" presId="urn:microsoft.com/office/officeart/2008/layout/LinedList"/>
    <dgm:cxn modelId="{B42A0F4C-4B57-405B-879F-0CBCB093CF9B}" type="presOf" srcId="{62AF2702-DF18-42F6-A172-ED4CF7546A6E}" destId="{ED20A230-0514-4DBF-9E05-AD5E498E48A3}" srcOrd="0" destOrd="0" presId="urn:microsoft.com/office/officeart/2008/layout/LinedList"/>
    <dgm:cxn modelId="{F9EF2392-C71F-4A08-98EB-96850FC9FD51}" type="presOf" srcId="{C8046E86-440F-479D-8312-B2B03F51D14C}" destId="{799E35FF-FF7F-4357-8E8C-9BBEB3EACBC2}" srcOrd="0" destOrd="0" presId="urn:microsoft.com/office/officeart/2008/layout/LinedList"/>
    <dgm:cxn modelId="{3F28C19F-13B7-4F8A-81C1-B83DFA5E21BC}" srcId="{87C3CBD2-1AAC-4EC7-9D94-62DB5AD0C300}" destId="{C8046E86-440F-479D-8312-B2B03F51D14C}" srcOrd="0" destOrd="0" parTransId="{95B5CABC-055F-43F7-9345-729FD4361C63}" sibTransId="{593C7582-F1D5-4EE6-8294-7B7DC7B5B641}"/>
    <dgm:cxn modelId="{DD2E46B9-BEA9-4A89-9BCB-A42115258294}" type="presOf" srcId="{C71DF05B-3CA7-4492-8BB7-2A96D897686B}" destId="{559641A9-8403-4FC0-BD3D-3D26E7DB7BBB}" srcOrd="0" destOrd="0" presId="urn:microsoft.com/office/officeart/2008/layout/LinedList"/>
    <dgm:cxn modelId="{5C68A3BD-54CC-407A-B822-DF93F3AB8975}" srcId="{4F3F54BD-B52B-4833-AF73-57877295F6E9}" destId="{87C3CBD2-1AAC-4EC7-9D94-62DB5AD0C300}" srcOrd="0" destOrd="0" parTransId="{D7DCF204-055D-4293-B90A-CCCA8857B0ED}" sibTransId="{D0223662-F94B-4672-A92C-54F127739858}"/>
    <dgm:cxn modelId="{77C4E4C9-8FC3-43A1-B0ED-8C229D1900E9}" srcId="{87C3CBD2-1AAC-4EC7-9D94-62DB5AD0C300}" destId="{62AF2702-DF18-42F6-A172-ED4CF7546A6E}" srcOrd="1" destOrd="0" parTransId="{ABF213DF-CB42-495D-A6EC-00474321F233}" sibTransId="{4A21C85E-3C98-493C-9905-1585E34CC4AB}"/>
    <dgm:cxn modelId="{CC04EFEE-947B-42C5-A03B-00116DF931C9}" type="presOf" srcId="{87C3CBD2-1AAC-4EC7-9D94-62DB5AD0C300}" destId="{C68EA426-6C46-4419-9C57-38B93C31BCBF}" srcOrd="0" destOrd="0" presId="urn:microsoft.com/office/officeart/2008/layout/LinedList"/>
    <dgm:cxn modelId="{1C9F35B4-7E23-48D5-AF15-D95FC1B28ECE}" type="presParOf" srcId="{9B971F70-32F7-4466-B44D-54FDE55DE0A1}" destId="{A44369D9-3FEE-4C40-B3C6-5C2A98296610}" srcOrd="0" destOrd="0" presId="urn:microsoft.com/office/officeart/2008/layout/LinedList"/>
    <dgm:cxn modelId="{4C6FA744-D47C-4822-A690-01842B0B078C}" type="presParOf" srcId="{9B971F70-32F7-4466-B44D-54FDE55DE0A1}" destId="{B7613949-E0A4-41BC-A3F6-933F4A3A18B0}" srcOrd="1" destOrd="0" presId="urn:microsoft.com/office/officeart/2008/layout/LinedList"/>
    <dgm:cxn modelId="{CC59DE7B-B4B4-4646-842A-1EAE38D75B20}" type="presParOf" srcId="{B7613949-E0A4-41BC-A3F6-933F4A3A18B0}" destId="{C68EA426-6C46-4419-9C57-38B93C31BCBF}" srcOrd="0" destOrd="0" presId="urn:microsoft.com/office/officeart/2008/layout/LinedList"/>
    <dgm:cxn modelId="{4C7E7F2E-D3EA-4A84-B89F-51789738AC68}" type="presParOf" srcId="{B7613949-E0A4-41BC-A3F6-933F4A3A18B0}" destId="{E5C920E6-E1DB-4EE3-9333-A005C616EE36}" srcOrd="1" destOrd="0" presId="urn:microsoft.com/office/officeart/2008/layout/LinedList"/>
    <dgm:cxn modelId="{33B55F9E-8A2E-4659-B880-5B988D0D9009}" type="presParOf" srcId="{E5C920E6-E1DB-4EE3-9333-A005C616EE36}" destId="{7D0F2CCE-DB48-4DFE-A38B-F9F26FC89BE7}" srcOrd="0" destOrd="0" presId="urn:microsoft.com/office/officeart/2008/layout/LinedList"/>
    <dgm:cxn modelId="{78D97015-8225-4743-87CA-D1751863F9E2}" type="presParOf" srcId="{E5C920E6-E1DB-4EE3-9333-A005C616EE36}" destId="{8C27C14A-F53E-4187-A23C-09372C0ABB33}" srcOrd="1" destOrd="0" presId="urn:microsoft.com/office/officeart/2008/layout/LinedList"/>
    <dgm:cxn modelId="{242C3A20-3B10-4F0D-AFE3-91BEE08569FC}" type="presParOf" srcId="{8C27C14A-F53E-4187-A23C-09372C0ABB33}" destId="{D782443F-2788-4844-8F7D-D0D96E85A6CD}" srcOrd="0" destOrd="0" presId="urn:microsoft.com/office/officeart/2008/layout/LinedList"/>
    <dgm:cxn modelId="{B8D03B06-2FEC-44DB-9B8C-6D5DBA35DB58}" type="presParOf" srcId="{8C27C14A-F53E-4187-A23C-09372C0ABB33}" destId="{799E35FF-FF7F-4357-8E8C-9BBEB3EACBC2}" srcOrd="1" destOrd="0" presId="urn:microsoft.com/office/officeart/2008/layout/LinedList"/>
    <dgm:cxn modelId="{C193F74F-FFD8-4BBA-9B48-B23B4B5BDB5F}" type="presParOf" srcId="{8C27C14A-F53E-4187-A23C-09372C0ABB33}" destId="{06579374-7282-43B7-AB0A-BF3989F387D1}" srcOrd="2" destOrd="0" presId="urn:microsoft.com/office/officeart/2008/layout/LinedList"/>
    <dgm:cxn modelId="{FEDBD102-9C34-4FB4-B28B-0A275FEE58C0}" type="presParOf" srcId="{E5C920E6-E1DB-4EE3-9333-A005C616EE36}" destId="{9F8592BB-B986-4304-B359-C7066712EE5F}" srcOrd="2" destOrd="0" presId="urn:microsoft.com/office/officeart/2008/layout/LinedList"/>
    <dgm:cxn modelId="{2B8ED394-CD22-4360-B98D-E35840A40E79}" type="presParOf" srcId="{E5C920E6-E1DB-4EE3-9333-A005C616EE36}" destId="{B70E594C-02CE-4D9E-9193-AB4B6A9C9901}" srcOrd="3" destOrd="0" presId="urn:microsoft.com/office/officeart/2008/layout/LinedList"/>
    <dgm:cxn modelId="{78256F56-E9AF-473B-B951-BFA2B5340F67}" type="presParOf" srcId="{E5C920E6-E1DB-4EE3-9333-A005C616EE36}" destId="{05E4C01C-1D65-42B7-9849-094F49EAB2C8}" srcOrd="4" destOrd="0" presId="urn:microsoft.com/office/officeart/2008/layout/LinedList"/>
    <dgm:cxn modelId="{E187190C-C5D6-4C61-9E7E-277E8EE8A19C}" type="presParOf" srcId="{05E4C01C-1D65-42B7-9849-094F49EAB2C8}" destId="{3EABDE64-E7FC-4E53-A5B2-5E86A70769AF}" srcOrd="0" destOrd="0" presId="urn:microsoft.com/office/officeart/2008/layout/LinedList"/>
    <dgm:cxn modelId="{862A9E61-9A43-478D-B830-D0F2D1820A2F}" type="presParOf" srcId="{05E4C01C-1D65-42B7-9849-094F49EAB2C8}" destId="{ED20A230-0514-4DBF-9E05-AD5E498E48A3}" srcOrd="1" destOrd="0" presId="urn:microsoft.com/office/officeart/2008/layout/LinedList"/>
    <dgm:cxn modelId="{9C605A49-9ACB-457B-8EDE-CB561B91A1F6}" type="presParOf" srcId="{05E4C01C-1D65-42B7-9849-094F49EAB2C8}" destId="{AF3FDC8C-12E6-4ABA-95F8-86A369C92602}" srcOrd="2" destOrd="0" presId="urn:microsoft.com/office/officeart/2008/layout/LinedList"/>
    <dgm:cxn modelId="{21198B43-6F21-4570-BB52-02E0FFDAD6AD}" type="presParOf" srcId="{E5C920E6-E1DB-4EE3-9333-A005C616EE36}" destId="{601FC512-619C-42D3-B8AE-51C1D0C2503A}" srcOrd="5" destOrd="0" presId="urn:microsoft.com/office/officeart/2008/layout/LinedList"/>
    <dgm:cxn modelId="{A287D961-0FDA-4A92-ABE0-A5317921498F}" type="presParOf" srcId="{E5C920E6-E1DB-4EE3-9333-A005C616EE36}" destId="{4F53C1F5-DE28-4569-9C76-AA9787ACE126}" srcOrd="6" destOrd="0" presId="urn:microsoft.com/office/officeart/2008/layout/LinedList"/>
    <dgm:cxn modelId="{8371E319-8313-4297-A8F3-1807A4765AB9}" type="presParOf" srcId="{E5C920E6-E1DB-4EE3-9333-A005C616EE36}" destId="{12AD994D-D4B5-4293-8F51-E55CDB9FE6D1}" srcOrd="7" destOrd="0" presId="urn:microsoft.com/office/officeart/2008/layout/LinedList"/>
    <dgm:cxn modelId="{E306F82B-36ED-4F2F-88EF-2AFF060EDA10}" type="presParOf" srcId="{12AD994D-D4B5-4293-8F51-E55CDB9FE6D1}" destId="{ABC8C5D5-0DEA-43FA-B725-1C54EB3F0B8E}" srcOrd="0" destOrd="0" presId="urn:microsoft.com/office/officeart/2008/layout/LinedList"/>
    <dgm:cxn modelId="{282F214C-BC4D-45F2-A8BB-AB5938F274B4}" type="presParOf" srcId="{12AD994D-D4B5-4293-8F51-E55CDB9FE6D1}" destId="{559641A9-8403-4FC0-BD3D-3D26E7DB7BBB}" srcOrd="1" destOrd="0" presId="urn:microsoft.com/office/officeart/2008/layout/LinedList"/>
    <dgm:cxn modelId="{01F9AC46-4585-48D3-8E8D-38ABD511FA8E}" type="presParOf" srcId="{12AD994D-D4B5-4293-8F51-E55CDB9FE6D1}" destId="{9A5C5981-53A1-4FB0-87CE-8EAD409F7421}" srcOrd="2" destOrd="0" presId="urn:microsoft.com/office/officeart/2008/layout/LinedList"/>
    <dgm:cxn modelId="{7345E226-177A-4551-A130-C1E5C66496CF}" type="presParOf" srcId="{E5C920E6-E1DB-4EE3-9333-A005C616EE36}" destId="{DED15AA1-83CD-4AFD-85DB-9A669926EE4C}" srcOrd="8" destOrd="0" presId="urn:microsoft.com/office/officeart/2008/layout/LinedList"/>
    <dgm:cxn modelId="{280D1C4C-1649-476E-8561-72EF36A95364}" type="presParOf" srcId="{E5C920E6-E1DB-4EE3-9333-A005C616EE36}" destId="{75496649-E126-4F6E-9879-3C20F97FFCD7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0D6D9-71A2-433E-841B-A384D6812FCA}">
      <dsp:nvSpPr>
        <dsp:cNvPr id="0" name=""/>
        <dsp:cNvSpPr/>
      </dsp:nvSpPr>
      <dsp:spPr>
        <a:xfrm>
          <a:off x="0" y="0"/>
          <a:ext cx="10959547" cy="185662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500" kern="1200" dirty="0"/>
            <a:t>Introduction</a:t>
          </a:r>
        </a:p>
      </dsp:txBody>
      <dsp:txXfrm>
        <a:off x="0" y="0"/>
        <a:ext cx="10959547" cy="1856629"/>
      </dsp:txXfrm>
    </dsp:sp>
    <dsp:sp modelId="{DB6E7CB2-0A74-455A-9608-7FC5EDC1C7C0}">
      <dsp:nvSpPr>
        <dsp:cNvPr id="0" name=""/>
        <dsp:cNvSpPr/>
      </dsp:nvSpPr>
      <dsp:spPr>
        <a:xfrm>
          <a:off x="5351" y="1856629"/>
          <a:ext cx="3649615" cy="3898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kern="1200" dirty="0"/>
            <a:t>Is your project title confirmed? If not by when</a:t>
          </a:r>
        </a:p>
      </dsp:txBody>
      <dsp:txXfrm>
        <a:off x="5351" y="1856629"/>
        <a:ext cx="3649615" cy="3898921"/>
      </dsp:txXfrm>
    </dsp:sp>
    <dsp:sp modelId="{FA93CBEE-0AFC-4E46-BAEB-AA5EF1702C8A}">
      <dsp:nvSpPr>
        <dsp:cNvPr id="0" name=""/>
        <dsp:cNvSpPr/>
      </dsp:nvSpPr>
      <dsp:spPr>
        <a:xfrm>
          <a:off x="3654966" y="1856629"/>
          <a:ext cx="3649615" cy="3898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kern="1200" dirty="0"/>
            <a:t>Discuss what you have learnt till date</a:t>
          </a:r>
        </a:p>
      </dsp:txBody>
      <dsp:txXfrm>
        <a:off x="3654966" y="1856629"/>
        <a:ext cx="3649615" cy="3898921"/>
      </dsp:txXfrm>
    </dsp:sp>
    <dsp:sp modelId="{CCAF3A8B-3C66-4600-BBA1-7EAABB686332}">
      <dsp:nvSpPr>
        <dsp:cNvPr id="0" name=""/>
        <dsp:cNvSpPr/>
      </dsp:nvSpPr>
      <dsp:spPr>
        <a:xfrm>
          <a:off x="7304581" y="1856629"/>
          <a:ext cx="3649615" cy="3898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kern="1200" dirty="0"/>
            <a:t>Inform if there are any complications</a:t>
          </a:r>
        </a:p>
      </dsp:txBody>
      <dsp:txXfrm>
        <a:off x="7304581" y="1856629"/>
        <a:ext cx="3649615" cy="3898921"/>
      </dsp:txXfrm>
    </dsp:sp>
    <dsp:sp modelId="{24E223F6-CA30-4AB7-97A1-70E3BC0E4001}">
      <dsp:nvSpPr>
        <dsp:cNvPr id="0" name=""/>
        <dsp:cNvSpPr/>
      </dsp:nvSpPr>
      <dsp:spPr>
        <a:xfrm>
          <a:off x="0" y="5755551"/>
          <a:ext cx="10959547" cy="4332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0FFD59-4A3A-4803-82BE-037D0C4CB3C9}">
      <dsp:nvSpPr>
        <dsp:cNvPr id="0" name=""/>
        <dsp:cNvSpPr/>
      </dsp:nvSpPr>
      <dsp:spPr>
        <a:xfrm>
          <a:off x="527843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Observation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Process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Outcome from the process</a:t>
          </a:r>
        </a:p>
      </dsp:txBody>
      <dsp:txXfrm>
        <a:off x="1051718" y="2068228"/>
        <a:ext cx="1021556" cy="1282211"/>
      </dsp:txXfrm>
    </dsp:sp>
    <dsp:sp modelId="{52CF8563-3502-41F4-A6F3-607662CE9F45}">
      <dsp:nvSpPr>
        <dsp:cNvPr id="0" name=""/>
        <dsp:cNvSpPr/>
      </dsp:nvSpPr>
      <dsp:spPr>
        <a:xfrm>
          <a:off x="3968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Depatment-1</a:t>
          </a:r>
        </a:p>
      </dsp:txBody>
      <dsp:txXfrm>
        <a:off x="157407" y="2338897"/>
        <a:ext cx="740872" cy="740872"/>
      </dsp:txXfrm>
    </dsp:sp>
    <dsp:sp modelId="{27AD9F5C-473A-46C8-82C7-0D650072A88C}">
      <dsp:nvSpPr>
        <dsp:cNvPr id="0" name=""/>
        <dsp:cNvSpPr/>
      </dsp:nvSpPr>
      <dsp:spPr>
        <a:xfrm>
          <a:off x="3278187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Observation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Process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Outcome from the process</a:t>
          </a:r>
        </a:p>
      </dsp:txBody>
      <dsp:txXfrm>
        <a:off x="3802062" y="2068228"/>
        <a:ext cx="1021556" cy="1282211"/>
      </dsp:txXfrm>
    </dsp:sp>
    <dsp:sp modelId="{1BC170B8-E129-47C2-B037-657E8C614F9C}">
      <dsp:nvSpPr>
        <dsp:cNvPr id="0" name=""/>
        <dsp:cNvSpPr/>
      </dsp:nvSpPr>
      <dsp:spPr>
        <a:xfrm>
          <a:off x="2754312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Department-2</a:t>
          </a:r>
        </a:p>
      </dsp:txBody>
      <dsp:txXfrm>
        <a:off x="2907751" y="2338897"/>
        <a:ext cx="740872" cy="740872"/>
      </dsp:txXfrm>
    </dsp:sp>
    <dsp:sp modelId="{9F1DF76F-F191-416B-B157-A39C7B53318D}">
      <dsp:nvSpPr>
        <dsp:cNvPr id="0" name=""/>
        <dsp:cNvSpPr/>
      </dsp:nvSpPr>
      <dsp:spPr>
        <a:xfrm>
          <a:off x="6028531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Observation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Process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Outcome from the process</a:t>
          </a:r>
        </a:p>
      </dsp:txBody>
      <dsp:txXfrm>
        <a:off x="6552406" y="2068228"/>
        <a:ext cx="1021556" cy="1282211"/>
      </dsp:txXfrm>
    </dsp:sp>
    <dsp:sp modelId="{5FB16A6B-98EA-488E-A1DF-871A7B829FB8}">
      <dsp:nvSpPr>
        <dsp:cNvPr id="0" name=""/>
        <dsp:cNvSpPr/>
      </dsp:nvSpPr>
      <dsp:spPr>
        <a:xfrm>
          <a:off x="5504656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658095" y="2338897"/>
        <a:ext cx="740872" cy="740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59E68-515A-478E-9179-A926021C6059}">
      <dsp:nvSpPr>
        <dsp:cNvPr id="0" name=""/>
        <dsp:cNvSpPr/>
      </dsp:nvSpPr>
      <dsp:spPr>
        <a:xfrm rot="5400000">
          <a:off x="-236795" y="238852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Problem-1</a:t>
          </a:r>
        </a:p>
      </dsp:txBody>
      <dsp:txXfrm rot="-5400000">
        <a:off x="0" y="554579"/>
        <a:ext cx="1105044" cy="473590"/>
      </dsp:txXfrm>
    </dsp:sp>
    <dsp:sp modelId="{4A7BFBFB-1E8E-4DEC-9D49-222B9FDFE39C}">
      <dsp:nvSpPr>
        <dsp:cNvPr id="0" name=""/>
        <dsp:cNvSpPr/>
      </dsp:nvSpPr>
      <dsp:spPr>
        <a:xfrm rot="5400000">
          <a:off x="5297265" y="-4190163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900" kern="1200" dirty="0"/>
            <a:t>Observing Process-1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900" kern="1200" dirty="0"/>
            <a:t>Identifying defects in Process-1</a:t>
          </a:r>
        </a:p>
      </dsp:txBody>
      <dsp:txXfrm rot="-5400000">
        <a:off x="1105044" y="52149"/>
        <a:ext cx="9360464" cy="925930"/>
      </dsp:txXfrm>
    </dsp:sp>
    <dsp:sp modelId="{D5118D81-A636-45D2-998F-3929A51F015C}">
      <dsp:nvSpPr>
        <dsp:cNvPr id="0" name=""/>
        <dsp:cNvSpPr/>
      </dsp:nvSpPr>
      <dsp:spPr>
        <a:xfrm rot="5400000">
          <a:off x="-236795" y="1623146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Problem-2</a:t>
          </a:r>
        </a:p>
      </dsp:txBody>
      <dsp:txXfrm rot="-5400000">
        <a:off x="0" y="1938873"/>
        <a:ext cx="1105044" cy="473590"/>
      </dsp:txXfrm>
    </dsp:sp>
    <dsp:sp modelId="{4232EF31-29CA-4BB2-AA30-764103D6F12D}">
      <dsp:nvSpPr>
        <dsp:cNvPr id="0" name=""/>
        <dsp:cNvSpPr/>
      </dsp:nvSpPr>
      <dsp:spPr>
        <a:xfrm rot="5400000">
          <a:off x="5297265" y="-2805869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900" kern="1200"/>
        </a:p>
      </dsp:txBody>
      <dsp:txXfrm rot="-5400000">
        <a:off x="1105044" y="1436443"/>
        <a:ext cx="9360464" cy="925930"/>
      </dsp:txXfrm>
    </dsp:sp>
    <dsp:sp modelId="{F86B0C02-BE70-449C-AEA6-3E6380E2DF5A}">
      <dsp:nvSpPr>
        <dsp:cNvPr id="0" name=""/>
        <dsp:cNvSpPr/>
      </dsp:nvSpPr>
      <dsp:spPr>
        <a:xfrm rot="5400000">
          <a:off x="-236795" y="3007440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Problem-3</a:t>
          </a:r>
        </a:p>
      </dsp:txBody>
      <dsp:txXfrm rot="-5400000">
        <a:off x="0" y="3323167"/>
        <a:ext cx="1105044" cy="473590"/>
      </dsp:txXfrm>
    </dsp:sp>
    <dsp:sp modelId="{35CAAD9A-D431-4FD2-A692-B8DC124B9DA2}">
      <dsp:nvSpPr>
        <dsp:cNvPr id="0" name=""/>
        <dsp:cNvSpPr/>
      </dsp:nvSpPr>
      <dsp:spPr>
        <a:xfrm rot="5400000">
          <a:off x="5297265" y="-1421576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900" kern="1200"/>
        </a:p>
      </dsp:txBody>
      <dsp:txXfrm rot="-5400000">
        <a:off x="1105044" y="2820736"/>
        <a:ext cx="9360464" cy="925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2C465-BE1C-435F-93DF-D016446AE6FD}">
      <dsp:nvSpPr>
        <dsp:cNvPr id="0" name=""/>
        <dsp:cNvSpPr/>
      </dsp:nvSpPr>
      <dsp:spPr>
        <a:xfrm>
          <a:off x="4206240" y="0"/>
          <a:ext cx="6309360" cy="13597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Contribution-1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Contribution-2</a:t>
          </a:r>
        </a:p>
      </dsp:txBody>
      <dsp:txXfrm>
        <a:off x="4206240" y="169974"/>
        <a:ext cx="5799438" cy="1019845"/>
      </dsp:txXfrm>
    </dsp:sp>
    <dsp:sp modelId="{CE378A24-C734-4D50-8DDA-2CA1CDE83FF6}">
      <dsp:nvSpPr>
        <dsp:cNvPr id="0" name=""/>
        <dsp:cNvSpPr/>
      </dsp:nvSpPr>
      <dsp:spPr>
        <a:xfrm>
          <a:off x="0" y="0"/>
          <a:ext cx="4206240" cy="1359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Name of student-1</a:t>
          </a:r>
        </a:p>
      </dsp:txBody>
      <dsp:txXfrm>
        <a:off x="66380" y="66380"/>
        <a:ext cx="4073480" cy="1227033"/>
      </dsp:txXfrm>
    </dsp:sp>
    <dsp:sp modelId="{EBBEB285-A874-4F4F-901C-E8581A3DF670}">
      <dsp:nvSpPr>
        <dsp:cNvPr id="0" name=""/>
        <dsp:cNvSpPr/>
      </dsp:nvSpPr>
      <dsp:spPr>
        <a:xfrm>
          <a:off x="4206240" y="1495772"/>
          <a:ext cx="6309360" cy="13597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Contribution-3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Contribution-4</a:t>
          </a:r>
        </a:p>
      </dsp:txBody>
      <dsp:txXfrm>
        <a:off x="4206240" y="1665746"/>
        <a:ext cx="5799438" cy="1019845"/>
      </dsp:txXfrm>
    </dsp:sp>
    <dsp:sp modelId="{F72D61DD-BE15-4CA2-BE71-5CEF8EC4F9EC}">
      <dsp:nvSpPr>
        <dsp:cNvPr id="0" name=""/>
        <dsp:cNvSpPr/>
      </dsp:nvSpPr>
      <dsp:spPr>
        <a:xfrm>
          <a:off x="0" y="1495772"/>
          <a:ext cx="4206240" cy="1359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Name of student-2</a:t>
          </a:r>
        </a:p>
      </dsp:txBody>
      <dsp:txXfrm>
        <a:off x="66380" y="1562152"/>
        <a:ext cx="4073480" cy="1227033"/>
      </dsp:txXfrm>
    </dsp:sp>
    <dsp:sp modelId="{9E52B2F5-6665-4D25-98D8-A3F92E7B6094}">
      <dsp:nvSpPr>
        <dsp:cNvPr id="0" name=""/>
        <dsp:cNvSpPr/>
      </dsp:nvSpPr>
      <dsp:spPr>
        <a:xfrm>
          <a:off x="4206240" y="2991544"/>
          <a:ext cx="6309360" cy="13597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Contribution-5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Contribution-6</a:t>
          </a:r>
        </a:p>
      </dsp:txBody>
      <dsp:txXfrm>
        <a:off x="4206240" y="3161518"/>
        <a:ext cx="5799438" cy="1019845"/>
      </dsp:txXfrm>
    </dsp:sp>
    <dsp:sp modelId="{C6CE03B2-ECB8-4C59-A218-BCEAFA086C42}">
      <dsp:nvSpPr>
        <dsp:cNvPr id="0" name=""/>
        <dsp:cNvSpPr/>
      </dsp:nvSpPr>
      <dsp:spPr>
        <a:xfrm>
          <a:off x="0" y="2991544"/>
          <a:ext cx="4206240" cy="1359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Name of student-3</a:t>
          </a:r>
        </a:p>
      </dsp:txBody>
      <dsp:txXfrm>
        <a:off x="66380" y="3057924"/>
        <a:ext cx="4073480" cy="12270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FB57AB-D3A2-4F0C-9F51-A607F29B764A}">
      <dsp:nvSpPr>
        <dsp:cNvPr id="0" name=""/>
        <dsp:cNvSpPr/>
      </dsp:nvSpPr>
      <dsp:spPr>
        <a:xfrm rot="16200000">
          <a:off x="-505650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0" tIns="0" rIns="382984" bIns="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0" kern="1200" dirty="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</dsp:txBody>
      <dsp:txXfrm rot="5400000">
        <a:off x="1284" y="870267"/>
        <a:ext cx="3337470" cy="2610802"/>
      </dsp:txXfrm>
    </dsp:sp>
    <dsp:sp modelId="{2FD8C081-5C64-4566-8DDF-48D71AEC87C5}">
      <dsp:nvSpPr>
        <dsp:cNvPr id="0" name=""/>
        <dsp:cNvSpPr/>
      </dsp:nvSpPr>
      <dsp:spPr>
        <a:xfrm rot="16200000">
          <a:off x="3082131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0" tIns="0" rIns="382984" bIns="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</dsp:txBody>
      <dsp:txXfrm rot="5400000">
        <a:off x="3589065" y="870267"/>
        <a:ext cx="3337470" cy="2610802"/>
      </dsp:txXfrm>
    </dsp:sp>
    <dsp:sp modelId="{4832FD13-99D3-4766-96C9-CEFB615385DC}">
      <dsp:nvSpPr>
        <dsp:cNvPr id="0" name=""/>
        <dsp:cNvSpPr/>
      </dsp:nvSpPr>
      <dsp:spPr>
        <a:xfrm rot="16200000">
          <a:off x="6669912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0" tIns="0" rIns="382984" bIns="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</dsp:txBody>
      <dsp:txXfrm rot="5400000">
        <a:off x="7176846" y="870267"/>
        <a:ext cx="3337470" cy="26108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4369D9-3FEE-4C40-B3C6-5C2A98296610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EA426-6C46-4419-9C57-38B93C31BCBF}">
      <dsp:nvSpPr>
        <dsp:cNvPr id="0" name=""/>
        <dsp:cNvSpPr/>
      </dsp:nvSpPr>
      <dsp:spPr>
        <a:xfrm>
          <a:off x="0" y="0"/>
          <a:ext cx="210312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201930" rIns="201930" bIns="201930" numCol="1" spcCol="1270" anchor="t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300" kern="1200" dirty="0"/>
            <a:t>Result</a:t>
          </a:r>
        </a:p>
      </dsp:txBody>
      <dsp:txXfrm>
        <a:off x="0" y="0"/>
        <a:ext cx="2103120" cy="4351338"/>
      </dsp:txXfrm>
    </dsp:sp>
    <dsp:sp modelId="{799E35FF-FF7F-4357-8E8C-9BBEB3EACBC2}">
      <dsp:nvSpPr>
        <dsp:cNvPr id="0" name=""/>
        <dsp:cNvSpPr/>
      </dsp:nvSpPr>
      <dsp:spPr>
        <a:xfrm>
          <a:off x="2260854" y="67989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300" kern="1200" dirty="0"/>
            <a:t>Result-1</a:t>
          </a:r>
        </a:p>
      </dsp:txBody>
      <dsp:txXfrm>
        <a:off x="2260854" y="67989"/>
        <a:ext cx="8254746" cy="1359793"/>
      </dsp:txXfrm>
    </dsp:sp>
    <dsp:sp modelId="{9F8592BB-B986-4304-B359-C7066712EE5F}">
      <dsp:nvSpPr>
        <dsp:cNvPr id="0" name=""/>
        <dsp:cNvSpPr/>
      </dsp:nvSpPr>
      <dsp:spPr>
        <a:xfrm>
          <a:off x="2103120" y="142778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0A230-0514-4DBF-9E05-AD5E498E48A3}">
      <dsp:nvSpPr>
        <dsp:cNvPr id="0" name=""/>
        <dsp:cNvSpPr/>
      </dsp:nvSpPr>
      <dsp:spPr>
        <a:xfrm>
          <a:off x="2260854" y="1495772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300" kern="1200" dirty="0"/>
            <a:t>Result-2</a:t>
          </a:r>
        </a:p>
      </dsp:txBody>
      <dsp:txXfrm>
        <a:off x="2260854" y="1495772"/>
        <a:ext cx="8254746" cy="1359793"/>
      </dsp:txXfrm>
    </dsp:sp>
    <dsp:sp modelId="{601FC512-619C-42D3-B8AE-51C1D0C2503A}">
      <dsp:nvSpPr>
        <dsp:cNvPr id="0" name=""/>
        <dsp:cNvSpPr/>
      </dsp:nvSpPr>
      <dsp:spPr>
        <a:xfrm>
          <a:off x="2103120" y="285556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641A9-8403-4FC0-BD3D-3D26E7DB7BBB}">
      <dsp:nvSpPr>
        <dsp:cNvPr id="0" name=""/>
        <dsp:cNvSpPr/>
      </dsp:nvSpPr>
      <dsp:spPr>
        <a:xfrm>
          <a:off x="2260854" y="2923555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300" kern="1200" dirty="0"/>
            <a:t>Result-3</a:t>
          </a:r>
        </a:p>
      </dsp:txBody>
      <dsp:txXfrm>
        <a:off x="2260854" y="2923555"/>
        <a:ext cx="8254746" cy="1359793"/>
      </dsp:txXfrm>
    </dsp:sp>
    <dsp:sp modelId="{DED15AA1-83CD-4AFD-85DB-9A669926EE4C}">
      <dsp:nvSpPr>
        <dsp:cNvPr id="0" name=""/>
        <dsp:cNvSpPr/>
      </dsp:nvSpPr>
      <dsp:spPr>
        <a:xfrm>
          <a:off x="2103120" y="428334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91F66-0291-4D2A-865D-F333C3873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BAA06-CBCD-4A84-A06B-51B5E9570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6C924-530C-4729-9D92-F2168D2A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E1921-8EC5-4BE3-8320-1C6CD1996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B8D6-B87C-463C-9148-E4AB3596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92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4460-2990-4757-B773-741ACA3E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44082-69B3-4714-A443-C3A3D1482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6802D-718F-48BA-BB99-BAF8ADA2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33C3B-A25C-4D7A-85DF-422AF4727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2AE0-7E66-4D02-9078-C7F61C7E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06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E30A-8939-4B46-B7AA-4E9DD131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78ADD-AB50-4E1C-988F-DBA4D46A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70D5F-A6E3-44ED-A273-D06AD442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AD9B6-D2E7-4E5B-A385-7408D3D6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0E025-E0B8-4674-AC8D-8E30FA20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899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EF2F-4B80-449E-9F77-06F3077A0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ED286-1482-4378-ABEE-9BE9CA14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1F30C-6A47-47DF-B83E-2C15C3787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F6002-8847-453A-8DCB-F5C56D9D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456A-BADC-48DF-81CD-07EB7572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B3EEB-A9FF-41F1-98A7-54D7FE87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30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3562-3C1F-4E85-B860-1031290A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33C3B-530B-4A0A-80D6-8C1345212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54CB2-DEE8-4439-84DA-5B03953B6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723DE-EE7B-4D5B-9E45-1FF1964B6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B7EF7-23B9-4A1F-9B90-88D23A83C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3821A-EFF0-490F-85C6-0658AAFD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0CD14-78D4-4BCB-A4B4-B4F5134D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A7E9C-E91A-4F14-A236-D7EBDBCE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52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A0F5-3F95-42DC-A1A9-37A59406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44E35-8FCB-4ECE-B5C1-DC2576AA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26054-1B9C-4390-93A3-684CA817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CF4CB-AAC0-411B-8A1B-33782005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55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5BEB0-F999-4524-A82B-1D10A4CE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AC3F2-0B8A-4DCF-ADE0-716941D1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45F7A-7273-42E8-8D2A-9856E38B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5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D46D-A702-4DB1-87F5-A84ED166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163AD-BF41-4B77-8AF1-A1FF6C12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3926F-45B6-48DF-BE4F-C6E9A2199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BF7D6-2B2E-448B-A3FA-5ED5B137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0D12C-79CD-478A-81F1-8742E1AF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9A298-10D4-43AA-9AD1-7A58F532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64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57AB-7850-4177-BCAE-89D52C61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33D3B-08E8-4650-87BC-6311EFEED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EACED-549B-4AE4-832B-7396ADE7C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EB1D-2ABA-474F-AD2B-EA9AD791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3F778-A042-47C4-B422-3735FB29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1234B-1085-4957-8669-60A14CC3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26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5B9F-1BBE-49EC-BB2E-77C15CF8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061CE-F478-4710-BC6D-3BF51F40B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EC174-CEEA-4383-98A2-69A5AABE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1982-21FB-4A41-B6AE-6DCDB8DF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EAB6D-6210-48E8-AD0C-CE1E624E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53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FB9DD-62B5-4B1F-B4F2-62DDB5A0F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7A0A4-F633-4EDF-8D75-6AC4AA613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5C1F0-4B2F-4D5A-AE3B-8217C72E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A610E-F2CC-4232-881A-F1B76160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B2FD5-7421-4904-8301-79947468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08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A773B9-1632-4383-8AB0-D5D60C7A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258CE-3BE5-4E3A-9BF8-0A5608A5E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4100E-5314-43C9-B97E-593C54757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EE7B5-4BE3-440D-B021-735B55380C5F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85388-4135-4C8F-98FD-DD0EC9B37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E5B5D-7120-42CE-A5FF-478BECCF3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0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E82C-C4A6-418C-A770-DB2F54955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226" y="101946"/>
            <a:ext cx="9144000" cy="2387600"/>
          </a:xfrm>
        </p:spPr>
        <p:txBody>
          <a:bodyPr/>
          <a:lstStyle/>
          <a:p>
            <a:r>
              <a:rPr lang="en-IN" dirty="0"/>
              <a:t>PROJECT TITLE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436B9-34A9-446F-9763-E250D5D82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9774" y="1805816"/>
            <a:ext cx="9144000" cy="324636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NAME OF STUDENT(S) IN A GROUP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X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Y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Z</a:t>
            </a:r>
          </a:p>
          <a:p>
            <a:endParaRPr lang="en-IN" dirty="0"/>
          </a:p>
          <a:p>
            <a:r>
              <a:rPr lang="en-IN" dirty="0"/>
              <a:t>Name of Organization</a:t>
            </a:r>
          </a:p>
          <a:p>
            <a:endParaRPr lang="en-IN" dirty="0"/>
          </a:p>
          <a:p>
            <a:r>
              <a:rPr lang="en-IN" dirty="0"/>
              <a:t>A Summer Internship Company of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303F5-AB4C-3FB9-FD1D-EE4C96D21357}"/>
              </a:ext>
            </a:extLst>
          </p:cNvPr>
          <p:cNvSpPr txBox="1"/>
          <p:nvPr/>
        </p:nvSpPr>
        <p:spPr>
          <a:xfrm>
            <a:off x="2314497" y="5389852"/>
            <a:ext cx="785455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002060"/>
                </a:solidFill>
                <a:latin typeface="Trebuchet MS" panose="020B0603020202020204" pitchFamily="34" charset="0"/>
              </a:rPr>
              <a:t>SRM University AP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Trebuchet MS" panose="020B0603020202020204" pitchFamily="34" charset="0"/>
              </a:rPr>
              <a:t>Providing Unique Learning Experience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pic>
        <p:nvPicPr>
          <p:cNvPr id="9" name="Picture 8" descr="A picture containing food, plate&#10;&#10;Description automatically generated">
            <a:extLst>
              <a:ext uri="{FF2B5EF4-FFF2-40B4-BE49-F238E27FC236}">
                <a16:creationId xmlns:a16="http://schemas.microsoft.com/office/drawing/2014/main" id="{FEAE4B55-0494-393A-0CCC-1325AC335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8169" y="74646"/>
            <a:ext cx="2385518" cy="85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654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033A99-36F6-458E-AB0A-896410EE7B59}"/>
              </a:ext>
            </a:extLst>
          </p:cNvPr>
          <p:cNvSpPr txBox="1">
            <a:spLocks/>
          </p:cNvSpPr>
          <p:nvPr/>
        </p:nvSpPr>
        <p:spPr>
          <a:xfrm>
            <a:off x="3826565" y="1814050"/>
            <a:ext cx="31507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About the Company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46B627A-D7AD-46C3-A81A-FE1DBDA47F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11338"/>
              </p:ext>
            </p:extLst>
          </p:nvPr>
        </p:nvGraphicFramePr>
        <p:xfrm>
          <a:off x="675861" y="304800"/>
          <a:ext cx="10959548" cy="6188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096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Summer Internship – Progress Update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6D66F41-488A-448B-B846-9E6931BEF1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496026"/>
              </p:ext>
            </p:extLst>
          </p:nvPr>
        </p:nvGraphicFramePr>
        <p:xfrm>
          <a:off x="2078298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26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F32B-E3D0-4896-A481-14CB502C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Statement: Use multiple heading for multiple projects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FF2D60-6ED6-4727-8732-2596FE587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4864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41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1A5-909F-4B0A-90E6-D1DC4FAA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this slide if multiple students are working on same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7C136D-4EEA-444A-BA54-C8030D662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1516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80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22AA-44A0-4C0D-A60B-34C56C1A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4562D-0742-4496-BDF4-351D16B413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9741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12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B626-1659-4BD3-B2D4-E5A36C81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Discussion – Algo; Pseudo code; Analysis using graphs, charts etc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1A1E60-340D-4D91-BCAE-089C520535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889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073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146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Trebuchet MS</vt:lpstr>
      <vt:lpstr>Office Theme</vt:lpstr>
      <vt:lpstr>PROJECT TITLE </vt:lpstr>
      <vt:lpstr>PowerPoint Presentation</vt:lpstr>
      <vt:lpstr>Summer Internship – Progress Update </vt:lpstr>
      <vt:lpstr>Problem Statement: Use multiple heading for multiple projects</vt:lpstr>
      <vt:lpstr>Use this slide if multiple students are working on same project</vt:lpstr>
      <vt:lpstr>Methodology</vt:lpstr>
      <vt:lpstr>Results &amp; Discussion – Algo; Pseudo code; Analysis using graphs, charts etc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Maheshwar dwivedy</dc:creator>
  <cp:lastModifiedBy>Maheshwar Dwivedy</cp:lastModifiedBy>
  <cp:revision>6</cp:revision>
  <dcterms:created xsi:type="dcterms:W3CDTF">2019-07-17T06:46:17Z</dcterms:created>
  <dcterms:modified xsi:type="dcterms:W3CDTF">2024-07-11T06:04:44Z</dcterms:modified>
</cp:coreProperties>
</file>