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261FD1-A908-494A-AC0A-7767B236192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110B31C-9B3C-478E-8909-CA690B819753}">
      <dgm:prSet/>
      <dgm:spPr/>
      <dgm:t>
        <a:bodyPr/>
        <a:lstStyle/>
        <a:p>
          <a:pPr>
            <a:defRPr cap="all"/>
          </a:pPr>
          <a:r>
            <a:rPr lang="en-US" b="0" i="0" baseline="0"/>
            <a:t>IoT (Internet of Things) and its applications.</a:t>
          </a:r>
          <a:endParaRPr lang="en-US"/>
        </a:p>
      </dgm:t>
    </dgm:pt>
    <dgm:pt modelId="{D4EF332C-8055-48DC-8913-98C66DCA6C46}" type="parTrans" cxnId="{2BC5FAF6-671D-4C27-A650-F4F1C0CC7E1A}">
      <dgm:prSet/>
      <dgm:spPr/>
      <dgm:t>
        <a:bodyPr/>
        <a:lstStyle/>
        <a:p>
          <a:endParaRPr lang="en-US"/>
        </a:p>
      </dgm:t>
    </dgm:pt>
    <dgm:pt modelId="{B9F6F4B8-94DB-4EC2-9721-54F44C2FECA1}" type="sibTrans" cxnId="{2BC5FAF6-671D-4C27-A650-F4F1C0CC7E1A}">
      <dgm:prSet/>
      <dgm:spPr/>
      <dgm:t>
        <a:bodyPr/>
        <a:lstStyle/>
        <a:p>
          <a:endParaRPr lang="en-US"/>
        </a:p>
      </dgm:t>
    </dgm:pt>
    <dgm:pt modelId="{53DB6221-D856-413B-8E6D-487E040B34D9}">
      <dgm:prSet/>
      <dgm:spPr/>
      <dgm:t>
        <a:bodyPr/>
        <a:lstStyle/>
        <a:p>
          <a:pPr>
            <a:defRPr cap="all"/>
          </a:pPr>
          <a:r>
            <a:rPr lang="en-US" b="0" i="0" baseline="0"/>
            <a:t>The lab is divided into two parts: </a:t>
          </a:r>
          <a:r>
            <a:rPr lang="en-US" b="1" i="0" baseline="0"/>
            <a:t>IoT Protocols</a:t>
          </a:r>
          <a:r>
            <a:rPr lang="en-US" b="0" i="0" baseline="0"/>
            <a:t> and </a:t>
          </a:r>
          <a:r>
            <a:rPr lang="en-US" b="1" i="0" baseline="0"/>
            <a:t>AWS Cloud</a:t>
          </a:r>
          <a:r>
            <a:rPr lang="en-US" b="0" i="0" baseline="0"/>
            <a:t>.</a:t>
          </a:r>
          <a:endParaRPr lang="en-US"/>
        </a:p>
      </dgm:t>
    </dgm:pt>
    <dgm:pt modelId="{AD7CAFA8-36AF-4AB5-A835-ACB9BFAE60EC}" type="parTrans" cxnId="{CD6F3A5E-522B-475B-88DC-51F6C7234175}">
      <dgm:prSet/>
      <dgm:spPr/>
      <dgm:t>
        <a:bodyPr/>
        <a:lstStyle/>
        <a:p>
          <a:endParaRPr lang="en-US"/>
        </a:p>
      </dgm:t>
    </dgm:pt>
    <dgm:pt modelId="{4FD6AF6E-2021-4C6D-B10B-46197BF3442E}" type="sibTrans" cxnId="{CD6F3A5E-522B-475B-88DC-51F6C7234175}">
      <dgm:prSet/>
      <dgm:spPr/>
      <dgm:t>
        <a:bodyPr/>
        <a:lstStyle/>
        <a:p>
          <a:endParaRPr lang="en-US"/>
        </a:p>
      </dgm:t>
    </dgm:pt>
    <dgm:pt modelId="{3E15326E-638B-4EA7-9E70-914B94D50521}">
      <dgm:prSet/>
      <dgm:spPr/>
      <dgm:t>
        <a:bodyPr/>
        <a:lstStyle/>
        <a:p>
          <a:pPr>
            <a:defRPr cap="all"/>
          </a:pPr>
          <a:r>
            <a:rPr lang="en-US" b="0" i="0" baseline="0"/>
            <a:t>Each week will involve hands-on learning with one or two experiments </a:t>
          </a:r>
          <a:endParaRPr lang="en-US"/>
        </a:p>
      </dgm:t>
    </dgm:pt>
    <dgm:pt modelId="{C51A087B-8954-4A55-BF96-3CFCFC65BE19}" type="parTrans" cxnId="{216E505B-5FEC-4FBC-BEAA-B21949E331DE}">
      <dgm:prSet/>
      <dgm:spPr/>
      <dgm:t>
        <a:bodyPr/>
        <a:lstStyle/>
        <a:p>
          <a:endParaRPr lang="en-US"/>
        </a:p>
      </dgm:t>
    </dgm:pt>
    <dgm:pt modelId="{05BC6832-CC7C-4B04-AEB3-E3837A2ABA81}" type="sibTrans" cxnId="{216E505B-5FEC-4FBC-BEAA-B21949E331DE}">
      <dgm:prSet/>
      <dgm:spPr/>
      <dgm:t>
        <a:bodyPr/>
        <a:lstStyle/>
        <a:p>
          <a:endParaRPr lang="en-US"/>
        </a:p>
      </dgm:t>
    </dgm:pt>
    <dgm:pt modelId="{B6F8A89B-8B50-4503-A11A-C783FFF31A2C}" type="pres">
      <dgm:prSet presAssocID="{69261FD1-A908-494A-AC0A-7767B2361927}" presName="outerComposite" presStyleCnt="0">
        <dgm:presLayoutVars>
          <dgm:chMax val="5"/>
          <dgm:dir/>
          <dgm:resizeHandles val="exact"/>
        </dgm:presLayoutVars>
      </dgm:prSet>
      <dgm:spPr/>
    </dgm:pt>
    <dgm:pt modelId="{B6295335-D88A-4CFA-A3EB-B7CA3D729881}" type="pres">
      <dgm:prSet presAssocID="{69261FD1-A908-494A-AC0A-7767B2361927}" presName="dummyMaxCanvas" presStyleCnt="0">
        <dgm:presLayoutVars/>
      </dgm:prSet>
      <dgm:spPr/>
    </dgm:pt>
    <dgm:pt modelId="{4EF52C03-C87A-41F6-8DB6-A91D1A4DE2C8}" type="pres">
      <dgm:prSet presAssocID="{69261FD1-A908-494A-AC0A-7767B2361927}" presName="ThreeNodes_1" presStyleLbl="node1" presStyleIdx="0" presStyleCnt="3">
        <dgm:presLayoutVars>
          <dgm:bulletEnabled val="1"/>
        </dgm:presLayoutVars>
      </dgm:prSet>
      <dgm:spPr/>
    </dgm:pt>
    <dgm:pt modelId="{72E97F3C-436A-46B3-8522-94D5E1CF0665}" type="pres">
      <dgm:prSet presAssocID="{69261FD1-A908-494A-AC0A-7767B2361927}" presName="ThreeNodes_2" presStyleLbl="node1" presStyleIdx="1" presStyleCnt="3">
        <dgm:presLayoutVars>
          <dgm:bulletEnabled val="1"/>
        </dgm:presLayoutVars>
      </dgm:prSet>
      <dgm:spPr/>
    </dgm:pt>
    <dgm:pt modelId="{4BE6B093-57EC-4AF5-B751-8DA1361070F3}" type="pres">
      <dgm:prSet presAssocID="{69261FD1-A908-494A-AC0A-7767B2361927}" presName="ThreeNodes_3" presStyleLbl="node1" presStyleIdx="2" presStyleCnt="3">
        <dgm:presLayoutVars>
          <dgm:bulletEnabled val="1"/>
        </dgm:presLayoutVars>
      </dgm:prSet>
      <dgm:spPr/>
    </dgm:pt>
    <dgm:pt modelId="{97A908EE-FB4F-41FC-9591-C79A481EF43A}" type="pres">
      <dgm:prSet presAssocID="{69261FD1-A908-494A-AC0A-7767B2361927}" presName="ThreeConn_1-2" presStyleLbl="fgAccFollowNode1" presStyleIdx="0" presStyleCnt="2">
        <dgm:presLayoutVars>
          <dgm:bulletEnabled val="1"/>
        </dgm:presLayoutVars>
      </dgm:prSet>
      <dgm:spPr/>
    </dgm:pt>
    <dgm:pt modelId="{EA5E7261-838A-4165-9A3B-3825925311DD}" type="pres">
      <dgm:prSet presAssocID="{69261FD1-A908-494A-AC0A-7767B2361927}" presName="ThreeConn_2-3" presStyleLbl="fgAccFollowNode1" presStyleIdx="1" presStyleCnt="2">
        <dgm:presLayoutVars>
          <dgm:bulletEnabled val="1"/>
        </dgm:presLayoutVars>
      </dgm:prSet>
      <dgm:spPr/>
    </dgm:pt>
    <dgm:pt modelId="{6B280D46-974A-4F2A-8072-D8B53847817E}" type="pres">
      <dgm:prSet presAssocID="{69261FD1-A908-494A-AC0A-7767B2361927}" presName="ThreeNodes_1_text" presStyleLbl="node1" presStyleIdx="2" presStyleCnt="3">
        <dgm:presLayoutVars>
          <dgm:bulletEnabled val="1"/>
        </dgm:presLayoutVars>
      </dgm:prSet>
      <dgm:spPr/>
    </dgm:pt>
    <dgm:pt modelId="{9F58A5A9-6737-47EA-ACE1-2BE25ABE93F4}" type="pres">
      <dgm:prSet presAssocID="{69261FD1-A908-494A-AC0A-7767B2361927}" presName="ThreeNodes_2_text" presStyleLbl="node1" presStyleIdx="2" presStyleCnt="3">
        <dgm:presLayoutVars>
          <dgm:bulletEnabled val="1"/>
        </dgm:presLayoutVars>
      </dgm:prSet>
      <dgm:spPr/>
    </dgm:pt>
    <dgm:pt modelId="{233079F0-EBA2-40F7-A8F6-DBD62991195B}" type="pres">
      <dgm:prSet presAssocID="{69261FD1-A908-494A-AC0A-7767B236192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6707C05-5890-43BC-9D19-43FC154F4A1B}" type="presOf" srcId="{53DB6221-D856-413B-8E6D-487E040B34D9}" destId="{72E97F3C-436A-46B3-8522-94D5E1CF0665}" srcOrd="0" destOrd="0" presId="urn:microsoft.com/office/officeart/2005/8/layout/vProcess5"/>
    <dgm:cxn modelId="{08EB251D-124A-449C-A649-9B699F799824}" type="presOf" srcId="{3E15326E-638B-4EA7-9E70-914B94D50521}" destId="{233079F0-EBA2-40F7-A8F6-DBD62991195B}" srcOrd="1" destOrd="0" presId="urn:microsoft.com/office/officeart/2005/8/layout/vProcess5"/>
    <dgm:cxn modelId="{87070A5B-D5F9-460F-B454-8999A174B2AC}" type="presOf" srcId="{B9F6F4B8-94DB-4EC2-9721-54F44C2FECA1}" destId="{97A908EE-FB4F-41FC-9591-C79A481EF43A}" srcOrd="0" destOrd="0" presId="urn:microsoft.com/office/officeart/2005/8/layout/vProcess5"/>
    <dgm:cxn modelId="{216E505B-5FEC-4FBC-BEAA-B21949E331DE}" srcId="{69261FD1-A908-494A-AC0A-7767B2361927}" destId="{3E15326E-638B-4EA7-9E70-914B94D50521}" srcOrd="2" destOrd="0" parTransId="{C51A087B-8954-4A55-BF96-3CFCFC65BE19}" sibTransId="{05BC6832-CC7C-4B04-AEB3-E3837A2ABA81}"/>
    <dgm:cxn modelId="{CD6F3A5E-522B-475B-88DC-51F6C7234175}" srcId="{69261FD1-A908-494A-AC0A-7767B2361927}" destId="{53DB6221-D856-413B-8E6D-487E040B34D9}" srcOrd="1" destOrd="0" parTransId="{AD7CAFA8-36AF-4AB5-A835-ACB9BFAE60EC}" sibTransId="{4FD6AF6E-2021-4C6D-B10B-46197BF3442E}"/>
    <dgm:cxn modelId="{8F94904F-E32D-4314-A06B-54D35B3C4B81}" type="presOf" srcId="{E110B31C-9B3C-478E-8909-CA690B819753}" destId="{6B280D46-974A-4F2A-8072-D8B53847817E}" srcOrd="1" destOrd="0" presId="urn:microsoft.com/office/officeart/2005/8/layout/vProcess5"/>
    <dgm:cxn modelId="{00370F79-F10C-4158-A8B7-63639AE9072D}" type="presOf" srcId="{3E15326E-638B-4EA7-9E70-914B94D50521}" destId="{4BE6B093-57EC-4AF5-B751-8DA1361070F3}" srcOrd="0" destOrd="0" presId="urn:microsoft.com/office/officeart/2005/8/layout/vProcess5"/>
    <dgm:cxn modelId="{31C60F93-1A1F-4B96-912B-F3B57A13062A}" type="presOf" srcId="{69261FD1-A908-494A-AC0A-7767B2361927}" destId="{B6F8A89B-8B50-4503-A11A-C783FFF31A2C}" srcOrd="0" destOrd="0" presId="urn:microsoft.com/office/officeart/2005/8/layout/vProcess5"/>
    <dgm:cxn modelId="{64B5D1A4-21CA-40D5-9C9E-D6CE01B954FC}" type="presOf" srcId="{E110B31C-9B3C-478E-8909-CA690B819753}" destId="{4EF52C03-C87A-41F6-8DB6-A91D1A4DE2C8}" srcOrd="0" destOrd="0" presId="urn:microsoft.com/office/officeart/2005/8/layout/vProcess5"/>
    <dgm:cxn modelId="{7428A5C8-80F0-4590-9014-CC2DE1660EA8}" type="presOf" srcId="{53DB6221-D856-413B-8E6D-487E040B34D9}" destId="{9F58A5A9-6737-47EA-ACE1-2BE25ABE93F4}" srcOrd="1" destOrd="0" presId="urn:microsoft.com/office/officeart/2005/8/layout/vProcess5"/>
    <dgm:cxn modelId="{2A61C9CF-CF49-4AD1-BB06-E290629C60B1}" type="presOf" srcId="{4FD6AF6E-2021-4C6D-B10B-46197BF3442E}" destId="{EA5E7261-838A-4165-9A3B-3825925311DD}" srcOrd="0" destOrd="0" presId="urn:microsoft.com/office/officeart/2005/8/layout/vProcess5"/>
    <dgm:cxn modelId="{2BC5FAF6-671D-4C27-A650-F4F1C0CC7E1A}" srcId="{69261FD1-A908-494A-AC0A-7767B2361927}" destId="{E110B31C-9B3C-478E-8909-CA690B819753}" srcOrd="0" destOrd="0" parTransId="{D4EF332C-8055-48DC-8913-98C66DCA6C46}" sibTransId="{B9F6F4B8-94DB-4EC2-9721-54F44C2FECA1}"/>
    <dgm:cxn modelId="{484A8084-F81D-4488-B30C-AE3CA296AAD3}" type="presParOf" srcId="{B6F8A89B-8B50-4503-A11A-C783FFF31A2C}" destId="{B6295335-D88A-4CFA-A3EB-B7CA3D729881}" srcOrd="0" destOrd="0" presId="urn:microsoft.com/office/officeart/2005/8/layout/vProcess5"/>
    <dgm:cxn modelId="{9D8ED7AE-7F10-4EDF-9B29-2BACAC7EC3B6}" type="presParOf" srcId="{B6F8A89B-8B50-4503-A11A-C783FFF31A2C}" destId="{4EF52C03-C87A-41F6-8DB6-A91D1A4DE2C8}" srcOrd="1" destOrd="0" presId="urn:microsoft.com/office/officeart/2005/8/layout/vProcess5"/>
    <dgm:cxn modelId="{1542C7A7-36F4-4506-8C87-9BA5B4EA46E1}" type="presParOf" srcId="{B6F8A89B-8B50-4503-A11A-C783FFF31A2C}" destId="{72E97F3C-436A-46B3-8522-94D5E1CF0665}" srcOrd="2" destOrd="0" presId="urn:microsoft.com/office/officeart/2005/8/layout/vProcess5"/>
    <dgm:cxn modelId="{A56C4370-FE83-42EE-B8B8-AC89968CB163}" type="presParOf" srcId="{B6F8A89B-8B50-4503-A11A-C783FFF31A2C}" destId="{4BE6B093-57EC-4AF5-B751-8DA1361070F3}" srcOrd="3" destOrd="0" presId="urn:microsoft.com/office/officeart/2005/8/layout/vProcess5"/>
    <dgm:cxn modelId="{85EF4E01-BE83-46AF-AE42-CB1FFE9428E3}" type="presParOf" srcId="{B6F8A89B-8B50-4503-A11A-C783FFF31A2C}" destId="{97A908EE-FB4F-41FC-9591-C79A481EF43A}" srcOrd="4" destOrd="0" presId="urn:microsoft.com/office/officeart/2005/8/layout/vProcess5"/>
    <dgm:cxn modelId="{D5F41489-B8FC-47C5-B9E3-E8BA1AEB3FCE}" type="presParOf" srcId="{B6F8A89B-8B50-4503-A11A-C783FFF31A2C}" destId="{EA5E7261-838A-4165-9A3B-3825925311DD}" srcOrd="5" destOrd="0" presId="urn:microsoft.com/office/officeart/2005/8/layout/vProcess5"/>
    <dgm:cxn modelId="{4BE72AA8-748F-4D35-BEDD-52BC09A443DE}" type="presParOf" srcId="{B6F8A89B-8B50-4503-A11A-C783FFF31A2C}" destId="{6B280D46-974A-4F2A-8072-D8B53847817E}" srcOrd="6" destOrd="0" presId="urn:microsoft.com/office/officeart/2005/8/layout/vProcess5"/>
    <dgm:cxn modelId="{FC19CC63-0D11-4489-AC19-42DFCC1B7D38}" type="presParOf" srcId="{B6F8A89B-8B50-4503-A11A-C783FFF31A2C}" destId="{9F58A5A9-6737-47EA-ACE1-2BE25ABE93F4}" srcOrd="7" destOrd="0" presId="urn:microsoft.com/office/officeart/2005/8/layout/vProcess5"/>
    <dgm:cxn modelId="{0D6ABB4C-2DC4-4F98-8DEC-5D8DEC98D98A}" type="presParOf" srcId="{B6F8A89B-8B50-4503-A11A-C783FFF31A2C}" destId="{233079F0-EBA2-40F7-A8F6-DBD62991195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64A9B3-0ED8-4EFB-AD0E-EFD9086D6A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E9A22D-C665-4CF4-A911-ED49D2180C5A}">
      <dgm:prSet/>
      <dgm:spPr/>
      <dgm:t>
        <a:bodyPr/>
        <a:lstStyle/>
        <a:p>
          <a:r>
            <a:rPr lang="en-US" b="1" i="0" baseline="0"/>
            <a:t>Understanding IoT Protocols</a:t>
          </a:r>
          <a:r>
            <a:rPr lang="en-US" i="0" baseline="0"/>
            <a:t>:</a:t>
          </a:r>
          <a:endParaRPr lang="en-US"/>
        </a:p>
      </dgm:t>
    </dgm:pt>
    <dgm:pt modelId="{BD1D6757-53B9-433F-A672-826DB62AA17F}" type="parTrans" cxnId="{CE7162B6-CE6A-4D45-8072-6D4B447D5EBD}">
      <dgm:prSet/>
      <dgm:spPr/>
      <dgm:t>
        <a:bodyPr/>
        <a:lstStyle/>
        <a:p>
          <a:endParaRPr lang="en-US"/>
        </a:p>
      </dgm:t>
    </dgm:pt>
    <dgm:pt modelId="{0C3A10EB-9D70-4444-B158-11C1BF305482}" type="sibTrans" cxnId="{CE7162B6-CE6A-4D45-8072-6D4B447D5EBD}">
      <dgm:prSet/>
      <dgm:spPr/>
      <dgm:t>
        <a:bodyPr/>
        <a:lstStyle/>
        <a:p>
          <a:endParaRPr lang="en-US"/>
        </a:p>
      </dgm:t>
    </dgm:pt>
    <dgm:pt modelId="{E13B4D07-3E2F-41FA-8703-F626CE03FCE7}">
      <dgm:prSet/>
      <dgm:spPr/>
      <dgm:t>
        <a:bodyPr/>
        <a:lstStyle/>
        <a:p>
          <a:r>
            <a:rPr lang="en-US" b="0" i="0" baseline="0" dirty="0"/>
            <a:t>Learning about different IoT communication protocols and their applications.</a:t>
          </a:r>
          <a:endParaRPr lang="en-US" dirty="0"/>
        </a:p>
      </dgm:t>
    </dgm:pt>
    <dgm:pt modelId="{DCC1C3D2-D08C-438F-8A87-73165805807D}" type="parTrans" cxnId="{6C3ABEBD-4E9D-4255-9A65-2689BB275133}">
      <dgm:prSet/>
      <dgm:spPr/>
      <dgm:t>
        <a:bodyPr/>
        <a:lstStyle/>
        <a:p>
          <a:endParaRPr lang="en-US"/>
        </a:p>
      </dgm:t>
    </dgm:pt>
    <dgm:pt modelId="{E907F723-801E-40D8-A4CB-4A67432B5708}" type="sibTrans" cxnId="{6C3ABEBD-4E9D-4255-9A65-2689BB275133}">
      <dgm:prSet/>
      <dgm:spPr/>
      <dgm:t>
        <a:bodyPr/>
        <a:lstStyle/>
        <a:p>
          <a:endParaRPr lang="en-US"/>
        </a:p>
      </dgm:t>
    </dgm:pt>
    <dgm:pt modelId="{B716C49A-4C29-492B-BA4A-95DA1ECBB764}">
      <dgm:prSet/>
      <dgm:spPr/>
      <dgm:t>
        <a:bodyPr/>
        <a:lstStyle/>
        <a:p>
          <a:r>
            <a:rPr lang="en-US" b="0" i="0" baseline="0" dirty="0"/>
            <a:t>Developing the ability to implement these protocols on IoT devices.</a:t>
          </a:r>
          <a:endParaRPr lang="en-US" dirty="0"/>
        </a:p>
      </dgm:t>
    </dgm:pt>
    <dgm:pt modelId="{72D0ED18-1614-4C62-AC56-7B2D4528C03E}" type="parTrans" cxnId="{80334EC1-33B8-4313-A21B-C1295AE3B0A7}">
      <dgm:prSet/>
      <dgm:spPr/>
      <dgm:t>
        <a:bodyPr/>
        <a:lstStyle/>
        <a:p>
          <a:endParaRPr lang="en-US"/>
        </a:p>
      </dgm:t>
    </dgm:pt>
    <dgm:pt modelId="{92B893F4-6BB5-4F49-AC26-A41EEFC11447}" type="sibTrans" cxnId="{80334EC1-33B8-4313-A21B-C1295AE3B0A7}">
      <dgm:prSet/>
      <dgm:spPr/>
      <dgm:t>
        <a:bodyPr/>
        <a:lstStyle/>
        <a:p>
          <a:endParaRPr lang="en-US"/>
        </a:p>
      </dgm:t>
    </dgm:pt>
    <dgm:pt modelId="{5FBAE6BE-B716-489B-9E18-7AB20C838300}">
      <dgm:prSet/>
      <dgm:spPr/>
      <dgm:t>
        <a:bodyPr/>
        <a:lstStyle/>
        <a:p>
          <a:r>
            <a:rPr lang="en-US" b="1" i="0" baseline="0"/>
            <a:t>Working with AWS Cloud</a:t>
          </a:r>
          <a:r>
            <a:rPr lang="en-US" i="0" baseline="0"/>
            <a:t>:</a:t>
          </a:r>
          <a:endParaRPr lang="en-US"/>
        </a:p>
      </dgm:t>
    </dgm:pt>
    <dgm:pt modelId="{DF59FE25-06B5-4E5B-8AC0-276F29429E38}" type="parTrans" cxnId="{0B072CD7-B50A-4B9F-84EA-A7AD299FB870}">
      <dgm:prSet/>
      <dgm:spPr/>
      <dgm:t>
        <a:bodyPr/>
        <a:lstStyle/>
        <a:p>
          <a:endParaRPr lang="en-US"/>
        </a:p>
      </dgm:t>
    </dgm:pt>
    <dgm:pt modelId="{0265D56E-CB4D-4F20-A1A9-081152B2B3B2}" type="sibTrans" cxnId="{0B072CD7-B50A-4B9F-84EA-A7AD299FB870}">
      <dgm:prSet/>
      <dgm:spPr/>
      <dgm:t>
        <a:bodyPr/>
        <a:lstStyle/>
        <a:p>
          <a:endParaRPr lang="en-US"/>
        </a:p>
      </dgm:t>
    </dgm:pt>
    <dgm:pt modelId="{8DB8625C-B6A7-48F4-986F-055E4829D833}">
      <dgm:prSet/>
      <dgm:spPr/>
      <dgm:t>
        <a:bodyPr/>
        <a:lstStyle/>
        <a:p>
          <a:r>
            <a:rPr lang="en-US" b="0" i="0" baseline="0" dirty="0"/>
            <a:t>Learning how to integrate IoT devices with AWS Cloud for data storage and analytics.</a:t>
          </a:r>
          <a:endParaRPr lang="en-US" dirty="0"/>
        </a:p>
      </dgm:t>
    </dgm:pt>
    <dgm:pt modelId="{9ED92714-2DDB-4756-BF6B-B0E4991B92FA}" type="parTrans" cxnId="{9CCD9AE3-D0FC-4360-B8F6-9ED1A4C5A54B}">
      <dgm:prSet/>
      <dgm:spPr/>
      <dgm:t>
        <a:bodyPr/>
        <a:lstStyle/>
        <a:p>
          <a:endParaRPr lang="en-US"/>
        </a:p>
      </dgm:t>
    </dgm:pt>
    <dgm:pt modelId="{3BF984C0-A0FF-4B7D-8580-F1CE49D5B5A0}" type="sibTrans" cxnId="{9CCD9AE3-D0FC-4360-B8F6-9ED1A4C5A54B}">
      <dgm:prSet/>
      <dgm:spPr/>
      <dgm:t>
        <a:bodyPr/>
        <a:lstStyle/>
        <a:p>
          <a:endParaRPr lang="en-US"/>
        </a:p>
      </dgm:t>
    </dgm:pt>
    <dgm:pt modelId="{8A226DEC-210A-4EDA-9E27-D97353812DB0}">
      <dgm:prSet/>
      <dgm:spPr/>
      <dgm:t>
        <a:bodyPr/>
        <a:lstStyle/>
        <a:p>
          <a:r>
            <a:rPr lang="en-US" b="0" i="0" baseline="0" dirty="0"/>
            <a:t>Understanding cloud services and IoT core for managing devices remotely.</a:t>
          </a:r>
          <a:endParaRPr lang="en-US" dirty="0"/>
        </a:p>
      </dgm:t>
    </dgm:pt>
    <dgm:pt modelId="{48A57E7B-CFBA-48A5-A5F0-A5FCD635F1BA}" type="parTrans" cxnId="{3B3DC657-1042-461A-B283-AD2926AF50EB}">
      <dgm:prSet/>
      <dgm:spPr/>
      <dgm:t>
        <a:bodyPr/>
        <a:lstStyle/>
        <a:p>
          <a:endParaRPr lang="en-US"/>
        </a:p>
      </dgm:t>
    </dgm:pt>
    <dgm:pt modelId="{E97580B2-1DF2-431E-ACF1-445A89B88C46}" type="sibTrans" cxnId="{3B3DC657-1042-461A-B283-AD2926AF50EB}">
      <dgm:prSet/>
      <dgm:spPr/>
      <dgm:t>
        <a:bodyPr/>
        <a:lstStyle/>
        <a:p>
          <a:endParaRPr lang="en-US"/>
        </a:p>
      </dgm:t>
    </dgm:pt>
    <dgm:pt modelId="{329EF646-D2C7-4DA0-A673-56486A24C580}" type="pres">
      <dgm:prSet presAssocID="{0364A9B3-0ED8-4EFB-AD0E-EFD9086D6A28}" presName="root" presStyleCnt="0">
        <dgm:presLayoutVars>
          <dgm:dir/>
          <dgm:resizeHandles val="exact"/>
        </dgm:presLayoutVars>
      </dgm:prSet>
      <dgm:spPr/>
    </dgm:pt>
    <dgm:pt modelId="{3A830FF7-FA25-4536-AD90-6B8DA5CAE757}" type="pres">
      <dgm:prSet presAssocID="{84E9A22D-C665-4CF4-A911-ED49D2180C5A}" presName="compNode" presStyleCnt="0"/>
      <dgm:spPr/>
    </dgm:pt>
    <dgm:pt modelId="{02EAB729-8530-4940-A2C1-34DD3138B639}" type="pres">
      <dgm:prSet presAssocID="{84E9A22D-C665-4CF4-A911-ED49D2180C5A}" presName="bgRect" presStyleLbl="bgShp" presStyleIdx="0" presStyleCnt="2"/>
      <dgm:spPr/>
    </dgm:pt>
    <dgm:pt modelId="{84D1E8BF-C497-4615-84E5-A7DF5F7C1903}" type="pres">
      <dgm:prSet presAssocID="{84E9A22D-C665-4CF4-A911-ED49D2180C5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059F96D-C9A1-4F75-8654-D0DAE0DC1531}" type="pres">
      <dgm:prSet presAssocID="{84E9A22D-C665-4CF4-A911-ED49D2180C5A}" presName="spaceRect" presStyleCnt="0"/>
      <dgm:spPr/>
    </dgm:pt>
    <dgm:pt modelId="{8CCF2950-40BC-4B72-AC7F-BFD9A37F2749}" type="pres">
      <dgm:prSet presAssocID="{84E9A22D-C665-4CF4-A911-ED49D2180C5A}" presName="parTx" presStyleLbl="revTx" presStyleIdx="0" presStyleCnt="4">
        <dgm:presLayoutVars>
          <dgm:chMax val="0"/>
          <dgm:chPref val="0"/>
        </dgm:presLayoutVars>
      </dgm:prSet>
      <dgm:spPr/>
    </dgm:pt>
    <dgm:pt modelId="{A4A64915-4670-44CD-A9C8-FF0F9113DD24}" type="pres">
      <dgm:prSet presAssocID="{84E9A22D-C665-4CF4-A911-ED49D2180C5A}" presName="desTx" presStyleLbl="revTx" presStyleIdx="1" presStyleCnt="4">
        <dgm:presLayoutVars/>
      </dgm:prSet>
      <dgm:spPr/>
    </dgm:pt>
    <dgm:pt modelId="{AB73C34D-64E3-46F4-9234-F3BB370D2026}" type="pres">
      <dgm:prSet presAssocID="{0C3A10EB-9D70-4444-B158-11C1BF305482}" presName="sibTrans" presStyleCnt="0"/>
      <dgm:spPr/>
    </dgm:pt>
    <dgm:pt modelId="{035B1184-FBD2-46B5-ABD3-358465705318}" type="pres">
      <dgm:prSet presAssocID="{5FBAE6BE-B716-489B-9E18-7AB20C838300}" presName="compNode" presStyleCnt="0"/>
      <dgm:spPr/>
    </dgm:pt>
    <dgm:pt modelId="{43BC7B0A-70E6-455D-943F-59CD3F24C529}" type="pres">
      <dgm:prSet presAssocID="{5FBAE6BE-B716-489B-9E18-7AB20C838300}" presName="bgRect" presStyleLbl="bgShp" presStyleIdx="1" presStyleCnt="2"/>
      <dgm:spPr/>
    </dgm:pt>
    <dgm:pt modelId="{777DA5D6-F068-4053-AD5D-D9B84091FD61}" type="pres">
      <dgm:prSet presAssocID="{5FBAE6BE-B716-489B-9E18-7AB20C83830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47A84AE-E6CC-4A34-BCFF-D2506B4A5586}" type="pres">
      <dgm:prSet presAssocID="{5FBAE6BE-B716-489B-9E18-7AB20C838300}" presName="spaceRect" presStyleCnt="0"/>
      <dgm:spPr/>
    </dgm:pt>
    <dgm:pt modelId="{92E345C0-4231-43CF-A49E-EE379B53A8FB}" type="pres">
      <dgm:prSet presAssocID="{5FBAE6BE-B716-489B-9E18-7AB20C838300}" presName="parTx" presStyleLbl="revTx" presStyleIdx="2" presStyleCnt="4">
        <dgm:presLayoutVars>
          <dgm:chMax val="0"/>
          <dgm:chPref val="0"/>
        </dgm:presLayoutVars>
      </dgm:prSet>
      <dgm:spPr/>
    </dgm:pt>
    <dgm:pt modelId="{09958EE8-48F7-4B9C-B6D1-63A3D75AACB5}" type="pres">
      <dgm:prSet presAssocID="{5FBAE6BE-B716-489B-9E18-7AB20C838300}" presName="desTx" presStyleLbl="revTx" presStyleIdx="3" presStyleCnt="4">
        <dgm:presLayoutVars/>
      </dgm:prSet>
      <dgm:spPr/>
    </dgm:pt>
  </dgm:ptLst>
  <dgm:cxnLst>
    <dgm:cxn modelId="{3403E900-7578-48A1-8D1D-B3A8C21ADEFC}" type="presOf" srcId="{84E9A22D-C665-4CF4-A911-ED49D2180C5A}" destId="{8CCF2950-40BC-4B72-AC7F-BFD9A37F2749}" srcOrd="0" destOrd="0" presId="urn:microsoft.com/office/officeart/2018/2/layout/IconVerticalSolidList"/>
    <dgm:cxn modelId="{479B5F2A-00BA-46B0-BFF9-28B22ADBC6B2}" type="presOf" srcId="{B716C49A-4C29-492B-BA4A-95DA1ECBB764}" destId="{A4A64915-4670-44CD-A9C8-FF0F9113DD24}" srcOrd="0" destOrd="1" presId="urn:microsoft.com/office/officeart/2018/2/layout/IconVerticalSolidList"/>
    <dgm:cxn modelId="{DDE6F34A-3D69-40D1-893B-565FFB32B126}" type="presOf" srcId="{8DB8625C-B6A7-48F4-986F-055E4829D833}" destId="{09958EE8-48F7-4B9C-B6D1-63A3D75AACB5}" srcOrd="0" destOrd="0" presId="urn:microsoft.com/office/officeart/2018/2/layout/IconVerticalSolidList"/>
    <dgm:cxn modelId="{3B3DC657-1042-461A-B283-AD2926AF50EB}" srcId="{5FBAE6BE-B716-489B-9E18-7AB20C838300}" destId="{8A226DEC-210A-4EDA-9E27-D97353812DB0}" srcOrd="1" destOrd="0" parTransId="{48A57E7B-CFBA-48A5-A5F0-A5FCD635F1BA}" sibTransId="{E97580B2-1DF2-431E-ACF1-445A89B88C46}"/>
    <dgm:cxn modelId="{AFB93185-D7F1-46AC-853E-554EE8529FA9}" type="presOf" srcId="{8A226DEC-210A-4EDA-9E27-D97353812DB0}" destId="{09958EE8-48F7-4B9C-B6D1-63A3D75AACB5}" srcOrd="0" destOrd="1" presId="urn:microsoft.com/office/officeart/2018/2/layout/IconVerticalSolidList"/>
    <dgm:cxn modelId="{95C48B91-5902-408D-9540-612C317A1007}" type="presOf" srcId="{E13B4D07-3E2F-41FA-8703-F626CE03FCE7}" destId="{A4A64915-4670-44CD-A9C8-FF0F9113DD24}" srcOrd="0" destOrd="0" presId="urn:microsoft.com/office/officeart/2018/2/layout/IconVerticalSolidList"/>
    <dgm:cxn modelId="{932401A0-523D-48BE-B1F4-B09691F3413C}" type="presOf" srcId="{5FBAE6BE-B716-489B-9E18-7AB20C838300}" destId="{92E345C0-4231-43CF-A49E-EE379B53A8FB}" srcOrd="0" destOrd="0" presId="urn:microsoft.com/office/officeart/2018/2/layout/IconVerticalSolidList"/>
    <dgm:cxn modelId="{230CE5A2-B33C-4C0C-B97E-FFE0104D568C}" type="presOf" srcId="{0364A9B3-0ED8-4EFB-AD0E-EFD9086D6A28}" destId="{329EF646-D2C7-4DA0-A673-56486A24C580}" srcOrd="0" destOrd="0" presId="urn:microsoft.com/office/officeart/2018/2/layout/IconVerticalSolidList"/>
    <dgm:cxn modelId="{CE7162B6-CE6A-4D45-8072-6D4B447D5EBD}" srcId="{0364A9B3-0ED8-4EFB-AD0E-EFD9086D6A28}" destId="{84E9A22D-C665-4CF4-A911-ED49D2180C5A}" srcOrd="0" destOrd="0" parTransId="{BD1D6757-53B9-433F-A672-826DB62AA17F}" sibTransId="{0C3A10EB-9D70-4444-B158-11C1BF305482}"/>
    <dgm:cxn modelId="{6C3ABEBD-4E9D-4255-9A65-2689BB275133}" srcId="{84E9A22D-C665-4CF4-A911-ED49D2180C5A}" destId="{E13B4D07-3E2F-41FA-8703-F626CE03FCE7}" srcOrd="0" destOrd="0" parTransId="{DCC1C3D2-D08C-438F-8A87-73165805807D}" sibTransId="{E907F723-801E-40D8-A4CB-4A67432B5708}"/>
    <dgm:cxn modelId="{80334EC1-33B8-4313-A21B-C1295AE3B0A7}" srcId="{84E9A22D-C665-4CF4-A911-ED49D2180C5A}" destId="{B716C49A-4C29-492B-BA4A-95DA1ECBB764}" srcOrd="1" destOrd="0" parTransId="{72D0ED18-1614-4C62-AC56-7B2D4528C03E}" sibTransId="{92B893F4-6BB5-4F49-AC26-A41EEFC11447}"/>
    <dgm:cxn modelId="{0B072CD7-B50A-4B9F-84EA-A7AD299FB870}" srcId="{0364A9B3-0ED8-4EFB-AD0E-EFD9086D6A28}" destId="{5FBAE6BE-B716-489B-9E18-7AB20C838300}" srcOrd="1" destOrd="0" parTransId="{DF59FE25-06B5-4E5B-8AC0-276F29429E38}" sibTransId="{0265D56E-CB4D-4F20-A1A9-081152B2B3B2}"/>
    <dgm:cxn modelId="{9CCD9AE3-D0FC-4360-B8F6-9ED1A4C5A54B}" srcId="{5FBAE6BE-B716-489B-9E18-7AB20C838300}" destId="{8DB8625C-B6A7-48F4-986F-055E4829D833}" srcOrd="0" destOrd="0" parTransId="{9ED92714-2DDB-4756-BF6B-B0E4991B92FA}" sibTransId="{3BF984C0-A0FF-4B7D-8580-F1CE49D5B5A0}"/>
    <dgm:cxn modelId="{FB4E52CD-7468-424A-BB30-29BAF2E89F25}" type="presParOf" srcId="{329EF646-D2C7-4DA0-A673-56486A24C580}" destId="{3A830FF7-FA25-4536-AD90-6B8DA5CAE757}" srcOrd="0" destOrd="0" presId="urn:microsoft.com/office/officeart/2018/2/layout/IconVerticalSolidList"/>
    <dgm:cxn modelId="{A824586F-8AC8-4F7E-B3CE-4037B9E35860}" type="presParOf" srcId="{3A830FF7-FA25-4536-AD90-6B8DA5CAE757}" destId="{02EAB729-8530-4940-A2C1-34DD3138B639}" srcOrd="0" destOrd="0" presId="urn:microsoft.com/office/officeart/2018/2/layout/IconVerticalSolidList"/>
    <dgm:cxn modelId="{C92CACF9-5FF9-4CC3-B505-AB86BBB3C169}" type="presParOf" srcId="{3A830FF7-FA25-4536-AD90-6B8DA5CAE757}" destId="{84D1E8BF-C497-4615-84E5-A7DF5F7C1903}" srcOrd="1" destOrd="0" presId="urn:microsoft.com/office/officeart/2018/2/layout/IconVerticalSolidList"/>
    <dgm:cxn modelId="{56AE1804-9586-4C40-8ED5-877876A4D14D}" type="presParOf" srcId="{3A830FF7-FA25-4536-AD90-6B8DA5CAE757}" destId="{2059F96D-C9A1-4F75-8654-D0DAE0DC1531}" srcOrd="2" destOrd="0" presId="urn:microsoft.com/office/officeart/2018/2/layout/IconVerticalSolidList"/>
    <dgm:cxn modelId="{6FF42BE9-D025-4E29-9463-39AD8F2DEE75}" type="presParOf" srcId="{3A830FF7-FA25-4536-AD90-6B8DA5CAE757}" destId="{8CCF2950-40BC-4B72-AC7F-BFD9A37F2749}" srcOrd="3" destOrd="0" presId="urn:microsoft.com/office/officeart/2018/2/layout/IconVerticalSolidList"/>
    <dgm:cxn modelId="{2BC389EF-0127-4255-9B97-7C1625EF7765}" type="presParOf" srcId="{3A830FF7-FA25-4536-AD90-6B8DA5CAE757}" destId="{A4A64915-4670-44CD-A9C8-FF0F9113DD24}" srcOrd="4" destOrd="0" presId="urn:microsoft.com/office/officeart/2018/2/layout/IconVerticalSolidList"/>
    <dgm:cxn modelId="{31F7ACAE-E029-44CE-9B09-8FDE484D89D6}" type="presParOf" srcId="{329EF646-D2C7-4DA0-A673-56486A24C580}" destId="{AB73C34D-64E3-46F4-9234-F3BB370D2026}" srcOrd="1" destOrd="0" presId="urn:microsoft.com/office/officeart/2018/2/layout/IconVerticalSolidList"/>
    <dgm:cxn modelId="{C811E8A9-BB27-435D-BD0E-8B719BE74881}" type="presParOf" srcId="{329EF646-D2C7-4DA0-A673-56486A24C580}" destId="{035B1184-FBD2-46B5-ABD3-358465705318}" srcOrd="2" destOrd="0" presId="urn:microsoft.com/office/officeart/2018/2/layout/IconVerticalSolidList"/>
    <dgm:cxn modelId="{3A9BAC5B-B5D8-4F9B-AEB6-4FDFF8988CBE}" type="presParOf" srcId="{035B1184-FBD2-46B5-ABD3-358465705318}" destId="{43BC7B0A-70E6-455D-943F-59CD3F24C529}" srcOrd="0" destOrd="0" presId="urn:microsoft.com/office/officeart/2018/2/layout/IconVerticalSolidList"/>
    <dgm:cxn modelId="{B2F12E46-314A-444C-B039-0C141BF3ACAC}" type="presParOf" srcId="{035B1184-FBD2-46B5-ABD3-358465705318}" destId="{777DA5D6-F068-4053-AD5D-D9B84091FD61}" srcOrd="1" destOrd="0" presId="urn:microsoft.com/office/officeart/2018/2/layout/IconVerticalSolidList"/>
    <dgm:cxn modelId="{ACBE4975-855F-4454-80D1-E488991DB429}" type="presParOf" srcId="{035B1184-FBD2-46B5-ABD3-358465705318}" destId="{C47A84AE-E6CC-4A34-BCFF-D2506B4A5586}" srcOrd="2" destOrd="0" presId="urn:microsoft.com/office/officeart/2018/2/layout/IconVerticalSolidList"/>
    <dgm:cxn modelId="{88A4B233-08FF-455B-BD9C-EE958C6DE7D2}" type="presParOf" srcId="{035B1184-FBD2-46B5-ABD3-358465705318}" destId="{92E345C0-4231-43CF-A49E-EE379B53A8FB}" srcOrd="3" destOrd="0" presId="urn:microsoft.com/office/officeart/2018/2/layout/IconVerticalSolidList"/>
    <dgm:cxn modelId="{C4F9AAC9-A7F7-4EA1-AA0C-3ACFDFCDCC77}" type="presParOf" srcId="{035B1184-FBD2-46B5-ABD3-358465705318}" destId="{09958EE8-48F7-4B9C-B6D1-63A3D75AACB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DF0233-7F41-4573-BC6C-21A042F2A81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BF4CA8C-B3B5-430E-B7AC-D6C40CE2E40F}">
      <dgm:prSet/>
      <dgm:spPr/>
      <dgm:t>
        <a:bodyPr/>
        <a:lstStyle/>
        <a:p>
          <a:pPr>
            <a:defRPr cap="all"/>
          </a:pPr>
          <a:r>
            <a:rPr lang="en-US" b="0" i="0" baseline="0"/>
            <a:t>Gain a practical understanding of IoT communication protocols.</a:t>
          </a:r>
          <a:endParaRPr lang="en-US"/>
        </a:p>
      </dgm:t>
    </dgm:pt>
    <dgm:pt modelId="{C429733A-1A38-4EA2-B738-688A0560145C}" type="parTrans" cxnId="{438076F0-3DFD-4A9E-BD7A-33B6FF864DA1}">
      <dgm:prSet/>
      <dgm:spPr/>
      <dgm:t>
        <a:bodyPr/>
        <a:lstStyle/>
        <a:p>
          <a:endParaRPr lang="en-US"/>
        </a:p>
      </dgm:t>
    </dgm:pt>
    <dgm:pt modelId="{B28A2DCE-CBF7-4C08-81C4-64B5F8619357}" type="sibTrans" cxnId="{438076F0-3DFD-4A9E-BD7A-33B6FF864DA1}">
      <dgm:prSet/>
      <dgm:spPr/>
      <dgm:t>
        <a:bodyPr/>
        <a:lstStyle/>
        <a:p>
          <a:endParaRPr lang="en-US"/>
        </a:p>
      </dgm:t>
    </dgm:pt>
    <dgm:pt modelId="{FDE1C622-209E-4A9E-881C-57F785C1D5D9}">
      <dgm:prSet/>
      <dgm:spPr/>
      <dgm:t>
        <a:bodyPr/>
        <a:lstStyle/>
        <a:p>
          <a:pPr>
            <a:defRPr cap="all"/>
          </a:pPr>
          <a:r>
            <a:rPr lang="en-US" b="0" i="0" baseline="0"/>
            <a:t>Ability to design, implement, and troubleshoot IoT systems.</a:t>
          </a:r>
          <a:endParaRPr lang="en-US"/>
        </a:p>
      </dgm:t>
    </dgm:pt>
    <dgm:pt modelId="{AE41A69A-F8A0-4A2D-AF37-4CB7570D4F0B}" type="parTrans" cxnId="{6613BC24-EB45-4A14-87AA-8C5FF78FCFC1}">
      <dgm:prSet/>
      <dgm:spPr/>
      <dgm:t>
        <a:bodyPr/>
        <a:lstStyle/>
        <a:p>
          <a:endParaRPr lang="en-US"/>
        </a:p>
      </dgm:t>
    </dgm:pt>
    <dgm:pt modelId="{E6978E93-12C1-4249-81A4-EF5D8549713D}" type="sibTrans" cxnId="{6613BC24-EB45-4A14-87AA-8C5FF78FCFC1}">
      <dgm:prSet/>
      <dgm:spPr/>
      <dgm:t>
        <a:bodyPr/>
        <a:lstStyle/>
        <a:p>
          <a:endParaRPr lang="en-US"/>
        </a:p>
      </dgm:t>
    </dgm:pt>
    <dgm:pt modelId="{3EF2E2E6-994D-45FB-A4E6-B1920FE6C521}">
      <dgm:prSet/>
      <dgm:spPr/>
      <dgm:t>
        <a:bodyPr/>
        <a:lstStyle/>
        <a:p>
          <a:pPr>
            <a:defRPr cap="all"/>
          </a:pPr>
          <a:r>
            <a:rPr lang="en-US" b="0" i="0" baseline="0"/>
            <a:t>Build scalable cloud-based IoT solutions using AWS.</a:t>
          </a:r>
          <a:endParaRPr lang="en-US"/>
        </a:p>
      </dgm:t>
    </dgm:pt>
    <dgm:pt modelId="{82DBBE62-1419-4FEF-B947-5B15A9D6C411}" type="parTrans" cxnId="{1974CC40-08A9-4623-BC1E-36A160788D54}">
      <dgm:prSet/>
      <dgm:spPr/>
      <dgm:t>
        <a:bodyPr/>
        <a:lstStyle/>
        <a:p>
          <a:endParaRPr lang="en-US"/>
        </a:p>
      </dgm:t>
    </dgm:pt>
    <dgm:pt modelId="{63123E5C-B0BB-422D-BD0A-7D8C9A3312F4}" type="sibTrans" cxnId="{1974CC40-08A9-4623-BC1E-36A160788D54}">
      <dgm:prSet/>
      <dgm:spPr/>
      <dgm:t>
        <a:bodyPr/>
        <a:lstStyle/>
        <a:p>
          <a:endParaRPr lang="en-US"/>
        </a:p>
      </dgm:t>
    </dgm:pt>
    <dgm:pt modelId="{412A8550-0C62-44AE-9CC5-5D08C3593C1D}">
      <dgm:prSet/>
      <dgm:spPr/>
      <dgm:t>
        <a:bodyPr/>
        <a:lstStyle/>
        <a:p>
          <a:pPr>
            <a:defRPr cap="all"/>
          </a:pPr>
          <a:r>
            <a:rPr lang="en-US" b="0" i="0" baseline="0" dirty="0"/>
            <a:t>Exposure to  IoT challenges and solutions. </a:t>
          </a:r>
          <a:endParaRPr lang="en-US" dirty="0"/>
        </a:p>
      </dgm:t>
    </dgm:pt>
    <dgm:pt modelId="{BEE31FC8-56F0-4036-AAC1-192F6C1B554F}" type="parTrans" cxnId="{74247C82-E195-4C99-9D2A-DB57D3AB91DD}">
      <dgm:prSet/>
      <dgm:spPr/>
      <dgm:t>
        <a:bodyPr/>
        <a:lstStyle/>
        <a:p>
          <a:endParaRPr lang="en-US"/>
        </a:p>
      </dgm:t>
    </dgm:pt>
    <dgm:pt modelId="{5722F48B-1C72-4E1C-B79A-7867D223DDD1}" type="sibTrans" cxnId="{74247C82-E195-4C99-9D2A-DB57D3AB91DD}">
      <dgm:prSet/>
      <dgm:spPr/>
      <dgm:t>
        <a:bodyPr/>
        <a:lstStyle/>
        <a:p>
          <a:endParaRPr lang="en-US"/>
        </a:p>
      </dgm:t>
    </dgm:pt>
    <dgm:pt modelId="{98A4F37B-8278-44A8-B6DB-67FEF3EA1469}" type="pres">
      <dgm:prSet presAssocID="{23DF0233-7F41-4573-BC6C-21A042F2A81F}" presName="root" presStyleCnt="0">
        <dgm:presLayoutVars>
          <dgm:dir/>
          <dgm:resizeHandles val="exact"/>
        </dgm:presLayoutVars>
      </dgm:prSet>
      <dgm:spPr/>
    </dgm:pt>
    <dgm:pt modelId="{F654195A-1D19-49F3-BDF8-813DB092029B}" type="pres">
      <dgm:prSet presAssocID="{3BF4CA8C-B3B5-430E-B7AC-D6C40CE2E40F}" presName="compNode" presStyleCnt="0"/>
      <dgm:spPr/>
    </dgm:pt>
    <dgm:pt modelId="{5FB0041D-880F-423C-B34D-5E3FC0C46FA9}" type="pres">
      <dgm:prSet presAssocID="{3BF4CA8C-B3B5-430E-B7AC-D6C40CE2E40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DB534CE-604E-4784-849E-519FD3E35A11}" type="pres">
      <dgm:prSet presAssocID="{3BF4CA8C-B3B5-430E-B7AC-D6C40CE2E40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6A131000-868B-4189-93FB-E3C960DBC7A3}" type="pres">
      <dgm:prSet presAssocID="{3BF4CA8C-B3B5-430E-B7AC-D6C40CE2E40F}" presName="spaceRect" presStyleCnt="0"/>
      <dgm:spPr/>
    </dgm:pt>
    <dgm:pt modelId="{E190FD8F-C53F-487E-A7A5-5EB6A969AAB8}" type="pres">
      <dgm:prSet presAssocID="{3BF4CA8C-B3B5-430E-B7AC-D6C40CE2E40F}" presName="textRect" presStyleLbl="revTx" presStyleIdx="0" presStyleCnt="4">
        <dgm:presLayoutVars>
          <dgm:chMax val="1"/>
          <dgm:chPref val="1"/>
        </dgm:presLayoutVars>
      </dgm:prSet>
      <dgm:spPr/>
    </dgm:pt>
    <dgm:pt modelId="{428F7F09-AEA3-441E-A3E7-D652000D9509}" type="pres">
      <dgm:prSet presAssocID="{B28A2DCE-CBF7-4C08-81C4-64B5F8619357}" presName="sibTrans" presStyleCnt="0"/>
      <dgm:spPr/>
    </dgm:pt>
    <dgm:pt modelId="{1BD020BC-0B0F-49D2-8322-3275966D349F}" type="pres">
      <dgm:prSet presAssocID="{FDE1C622-209E-4A9E-881C-57F785C1D5D9}" presName="compNode" presStyleCnt="0"/>
      <dgm:spPr/>
    </dgm:pt>
    <dgm:pt modelId="{975BB99D-4EA6-4A3F-B92A-EB1224619A90}" type="pres">
      <dgm:prSet presAssocID="{FDE1C622-209E-4A9E-881C-57F785C1D5D9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C61958A-3524-4881-85DA-8DA365E7ADEC}" type="pres">
      <dgm:prSet presAssocID="{FDE1C622-209E-4A9E-881C-57F785C1D5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DDF3C0E-2E62-4BCD-BE62-9381B8F7E309}" type="pres">
      <dgm:prSet presAssocID="{FDE1C622-209E-4A9E-881C-57F785C1D5D9}" presName="spaceRect" presStyleCnt="0"/>
      <dgm:spPr/>
    </dgm:pt>
    <dgm:pt modelId="{27BAA420-73A8-46A6-A244-D13671C9438C}" type="pres">
      <dgm:prSet presAssocID="{FDE1C622-209E-4A9E-881C-57F785C1D5D9}" presName="textRect" presStyleLbl="revTx" presStyleIdx="1" presStyleCnt="4">
        <dgm:presLayoutVars>
          <dgm:chMax val="1"/>
          <dgm:chPref val="1"/>
        </dgm:presLayoutVars>
      </dgm:prSet>
      <dgm:spPr/>
    </dgm:pt>
    <dgm:pt modelId="{8832A6AF-1E75-412A-AA17-25E291E07C62}" type="pres">
      <dgm:prSet presAssocID="{E6978E93-12C1-4249-81A4-EF5D8549713D}" presName="sibTrans" presStyleCnt="0"/>
      <dgm:spPr/>
    </dgm:pt>
    <dgm:pt modelId="{887929E8-8409-4908-B900-E2762CF9B5DC}" type="pres">
      <dgm:prSet presAssocID="{3EF2E2E6-994D-45FB-A4E6-B1920FE6C521}" presName="compNode" presStyleCnt="0"/>
      <dgm:spPr/>
    </dgm:pt>
    <dgm:pt modelId="{03307D5E-E79D-4A3B-89B4-F77F5A784421}" type="pres">
      <dgm:prSet presAssocID="{3EF2E2E6-994D-45FB-A4E6-B1920FE6C52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AACE89B-9148-4E3F-BD81-30F38CF58C90}" type="pres">
      <dgm:prSet presAssocID="{3EF2E2E6-994D-45FB-A4E6-B1920FE6C52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2B75F062-E454-4D3A-B2A3-DF464E378DD7}" type="pres">
      <dgm:prSet presAssocID="{3EF2E2E6-994D-45FB-A4E6-B1920FE6C521}" presName="spaceRect" presStyleCnt="0"/>
      <dgm:spPr/>
    </dgm:pt>
    <dgm:pt modelId="{B205FA89-3C54-4345-8A1F-22152075399C}" type="pres">
      <dgm:prSet presAssocID="{3EF2E2E6-994D-45FB-A4E6-B1920FE6C521}" presName="textRect" presStyleLbl="revTx" presStyleIdx="2" presStyleCnt="4">
        <dgm:presLayoutVars>
          <dgm:chMax val="1"/>
          <dgm:chPref val="1"/>
        </dgm:presLayoutVars>
      </dgm:prSet>
      <dgm:spPr/>
    </dgm:pt>
    <dgm:pt modelId="{FD29F3D7-1C18-43AE-AAD8-68F9A4C5C4FD}" type="pres">
      <dgm:prSet presAssocID="{63123E5C-B0BB-422D-BD0A-7D8C9A3312F4}" presName="sibTrans" presStyleCnt="0"/>
      <dgm:spPr/>
    </dgm:pt>
    <dgm:pt modelId="{69C043AC-2CDA-4285-BC3F-821A02634532}" type="pres">
      <dgm:prSet presAssocID="{412A8550-0C62-44AE-9CC5-5D08C3593C1D}" presName="compNode" presStyleCnt="0"/>
      <dgm:spPr/>
    </dgm:pt>
    <dgm:pt modelId="{90B21E51-B38C-431D-93BD-1549B1314D23}" type="pres">
      <dgm:prSet presAssocID="{412A8550-0C62-44AE-9CC5-5D08C3593C1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4D27B07-042A-47CD-AA04-CCC38FA51852}" type="pres">
      <dgm:prSet presAssocID="{412A8550-0C62-44AE-9CC5-5D08C3593C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76CE1798-2BDF-4B28-9BC9-C64A419056BA}" type="pres">
      <dgm:prSet presAssocID="{412A8550-0C62-44AE-9CC5-5D08C3593C1D}" presName="spaceRect" presStyleCnt="0"/>
      <dgm:spPr/>
    </dgm:pt>
    <dgm:pt modelId="{B02C55D8-E17E-45B9-942B-32CBC0F6E409}" type="pres">
      <dgm:prSet presAssocID="{412A8550-0C62-44AE-9CC5-5D08C3593C1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13BC24-EB45-4A14-87AA-8C5FF78FCFC1}" srcId="{23DF0233-7F41-4573-BC6C-21A042F2A81F}" destId="{FDE1C622-209E-4A9E-881C-57F785C1D5D9}" srcOrd="1" destOrd="0" parTransId="{AE41A69A-F8A0-4A2D-AF37-4CB7570D4F0B}" sibTransId="{E6978E93-12C1-4249-81A4-EF5D8549713D}"/>
    <dgm:cxn modelId="{8F088026-67FE-41D1-A7BF-1523153D1AD7}" type="presOf" srcId="{FDE1C622-209E-4A9E-881C-57F785C1D5D9}" destId="{27BAA420-73A8-46A6-A244-D13671C9438C}" srcOrd="0" destOrd="0" presId="urn:microsoft.com/office/officeart/2018/5/layout/IconLeafLabelList"/>
    <dgm:cxn modelId="{78BA083E-FD15-453B-BF8D-E5527463FE5F}" type="presOf" srcId="{3BF4CA8C-B3B5-430E-B7AC-D6C40CE2E40F}" destId="{E190FD8F-C53F-487E-A7A5-5EB6A969AAB8}" srcOrd="0" destOrd="0" presId="urn:microsoft.com/office/officeart/2018/5/layout/IconLeafLabelList"/>
    <dgm:cxn modelId="{1974CC40-08A9-4623-BC1E-36A160788D54}" srcId="{23DF0233-7F41-4573-BC6C-21A042F2A81F}" destId="{3EF2E2E6-994D-45FB-A4E6-B1920FE6C521}" srcOrd="2" destOrd="0" parTransId="{82DBBE62-1419-4FEF-B947-5B15A9D6C411}" sibTransId="{63123E5C-B0BB-422D-BD0A-7D8C9A3312F4}"/>
    <dgm:cxn modelId="{74247C82-E195-4C99-9D2A-DB57D3AB91DD}" srcId="{23DF0233-7F41-4573-BC6C-21A042F2A81F}" destId="{412A8550-0C62-44AE-9CC5-5D08C3593C1D}" srcOrd="3" destOrd="0" parTransId="{BEE31FC8-56F0-4036-AAC1-192F6C1B554F}" sibTransId="{5722F48B-1C72-4E1C-B79A-7867D223DDD1}"/>
    <dgm:cxn modelId="{C2E5CC89-C72C-4364-9426-2785DDC46857}" type="presOf" srcId="{23DF0233-7F41-4573-BC6C-21A042F2A81F}" destId="{98A4F37B-8278-44A8-B6DB-67FEF3EA1469}" srcOrd="0" destOrd="0" presId="urn:microsoft.com/office/officeart/2018/5/layout/IconLeafLabelList"/>
    <dgm:cxn modelId="{F38B00E4-D62C-47A3-BACB-8B97AADC3A1C}" type="presOf" srcId="{3EF2E2E6-994D-45FB-A4E6-B1920FE6C521}" destId="{B205FA89-3C54-4345-8A1F-22152075399C}" srcOrd="0" destOrd="0" presId="urn:microsoft.com/office/officeart/2018/5/layout/IconLeafLabelList"/>
    <dgm:cxn modelId="{438076F0-3DFD-4A9E-BD7A-33B6FF864DA1}" srcId="{23DF0233-7F41-4573-BC6C-21A042F2A81F}" destId="{3BF4CA8C-B3B5-430E-B7AC-D6C40CE2E40F}" srcOrd="0" destOrd="0" parTransId="{C429733A-1A38-4EA2-B738-688A0560145C}" sibTransId="{B28A2DCE-CBF7-4C08-81C4-64B5F8619357}"/>
    <dgm:cxn modelId="{C880C2FC-724C-4F4B-8D61-1CF5863DE73E}" type="presOf" srcId="{412A8550-0C62-44AE-9CC5-5D08C3593C1D}" destId="{B02C55D8-E17E-45B9-942B-32CBC0F6E409}" srcOrd="0" destOrd="0" presId="urn:microsoft.com/office/officeart/2018/5/layout/IconLeafLabelList"/>
    <dgm:cxn modelId="{CEC35724-6737-424C-83B9-9316B5F5B990}" type="presParOf" srcId="{98A4F37B-8278-44A8-B6DB-67FEF3EA1469}" destId="{F654195A-1D19-49F3-BDF8-813DB092029B}" srcOrd="0" destOrd="0" presId="urn:microsoft.com/office/officeart/2018/5/layout/IconLeafLabelList"/>
    <dgm:cxn modelId="{08168823-B6CD-4CA6-8650-CB1399574D74}" type="presParOf" srcId="{F654195A-1D19-49F3-BDF8-813DB092029B}" destId="{5FB0041D-880F-423C-B34D-5E3FC0C46FA9}" srcOrd="0" destOrd="0" presId="urn:microsoft.com/office/officeart/2018/5/layout/IconLeafLabelList"/>
    <dgm:cxn modelId="{6E6B7847-F29F-426E-9C1F-4D4DA76917CE}" type="presParOf" srcId="{F654195A-1D19-49F3-BDF8-813DB092029B}" destId="{ADB534CE-604E-4784-849E-519FD3E35A11}" srcOrd="1" destOrd="0" presId="urn:microsoft.com/office/officeart/2018/5/layout/IconLeafLabelList"/>
    <dgm:cxn modelId="{B83210E7-2D40-472F-BFC6-FBE35903092B}" type="presParOf" srcId="{F654195A-1D19-49F3-BDF8-813DB092029B}" destId="{6A131000-868B-4189-93FB-E3C960DBC7A3}" srcOrd="2" destOrd="0" presId="urn:microsoft.com/office/officeart/2018/5/layout/IconLeafLabelList"/>
    <dgm:cxn modelId="{01145F71-F756-4B24-8081-ACE8543A4BFF}" type="presParOf" srcId="{F654195A-1D19-49F3-BDF8-813DB092029B}" destId="{E190FD8F-C53F-487E-A7A5-5EB6A969AAB8}" srcOrd="3" destOrd="0" presId="urn:microsoft.com/office/officeart/2018/5/layout/IconLeafLabelList"/>
    <dgm:cxn modelId="{1DA3A059-2798-4504-8CF7-20357CB78DB9}" type="presParOf" srcId="{98A4F37B-8278-44A8-B6DB-67FEF3EA1469}" destId="{428F7F09-AEA3-441E-A3E7-D652000D9509}" srcOrd="1" destOrd="0" presId="urn:microsoft.com/office/officeart/2018/5/layout/IconLeafLabelList"/>
    <dgm:cxn modelId="{AC16576D-4C62-47B6-9A62-B4D4E22597BC}" type="presParOf" srcId="{98A4F37B-8278-44A8-B6DB-67FEF3EA1469}" destId="{1BD020BC-0B0F-49D2-8322-3275966D349F}" srcOrd="2" destOrd="0" presId="urn:microsoft.com/office/officeart/2018/5/layout/IconLeafLabelList"/>
    <dgm:cxn modelId="{4A338176-B8AC-4845-87F0-3356FECD6292}" type="presParOf" srcId="{1BD020BC-0B0F-49D2-8322-3275966D349F}" destId="{975BB99D-4EA6-4A3F-B92A-EB1224619A90}" srcOrd="0" destOrd="0" presId="urn:microsoft.com/office/officeart/2018/5/layout/IconLeafLabelList"/>
    <dgm:cxn modelId="{5F33B05E-5132-41DD-8B6F-15304E277619}" type="presParOf" srcId="{1BD020BC-0B0F-49D2-8322-3275966D349F}" destId="{BC61958A-3524-4881-85DA-8DA365E7ADEC}" srcOrd="1" destOrd="0" presId="urn:microsoft.com/office/officeart/2018/5/layout/IconLeafLabelList"/>
    <dgm:cxn modelId="{FA9ED2BE-9671-4A9E-8F1C-2F3CE36E0337}" type="presParOf" srcId="{1BD020BC-0B0F-49D2-8322-3275966D349F}" destId="{ADDF3C0E-2E62-4BCD-BE62-9381B8F7E309}" srcOrd="2" destOrd="0" presId="urn:microsoft.com/office/officeart/2018/5/layout/IconLeafLabelList"/>
    <dgm:cxn modelId="{B6B46C42-7F00-40E9-A232-42DF80F8E223}" type="presParOf" srcId="{1BD020BC-0B0F-49D2-8322-3275966D349F}" destId="{27BAA420-73A8-46A6-A244-D13671C9438C}" srcOrd="3" destOrd="0" presId="urn:microsoft.com/office/officeart/2018/5/layout/IconLeafLabelList"/>
    <dgm:cxn modelId="{FE9180A9-F34C-4D5F-A796-620C21080E50}" type="presParOf" srcId="{98A4F37B-8278-44A8-B6DB-67FEF3EA1469}" destId="{8832A6AF-1E75-412A-AA17-25E291E07C62}" srcOrd="3" destOrd="0" presId="urn:microsoft.com/office/officeart/2018/5/layout/IconLeafLabelList"/>
    <dgm:cxn modelId="{A61C1E32-692D-453A-87EE-EEF8954E427C}" type="presParOf" srcId="{98A4F37B-8278-44A8-B6DB-67FEF3EA1469}" destId="{887929E8-8409-4908-B900-E2762CF9B5DC}" srcOrd="4" destOrd="0" presId="urn:microsoft.com/office/officeart/2018/5/layout/IconLeafLabelList"/>
    <dgm:cxn modelId="{FEA05BBB-D45D-4FAE-83BC-F49BC3367E0A}" type="presParOf" srcId="{887929E8-8409-4908-B900-E2762CF9B5DC}" destId="{03307D5E-E79D-4A3B-89B4-F77F5A784421}" srcOrd="0" destOrd="0" presId="urn:microsoft.com/office/officeart/2018/5/layout/IconLeafLabelList"/>
    <dgm:cxn modelId="{80759C5D-D6D2-4D2C-B251-148E844D4C9B}" type="presParOf" srcId="{887929E8-8409-4908-B900-E2762CF9B5DC}" destId="{8AACE89B-9148-4E3F-BD81-30F38CF58C90}" srcOrd="1" destOrd="0" presId="urn:microsoft.com/office/officeart/2018/5/layout/IconLeafLabelList"/>
    <dgm:cxn modelId="{1C3DAF97-DE99-4EB4-A282-0136D9CE9D73}" type="presParOf" srcId="{887929E8-8409-4908-B900-E2762CF9B5DC}" destId="{2B75F062-E454-4D3A-B2A3-DF464E378DD7}" srcOrd="2" destOrd="0" presId="urn:microsoft.com/office/officeart/2018/5/layout/IconLeafLabelList"/>
    <dgm:cxn modelId="{F9730C48-77A6-4A6F-851D-1EADCFD09D01}" type="presParOf" srcId="{887929E8-8409-4908-B900-E2762CF9B5DC}" destId="{B205FA89-3C54-4345-8A1F-22152075399C}" srcOrd="3" destOrd="0" presId="urn:microsoft.com/office/officeart/2018/5/layout/IconLeafLabelList"/>
    <dgm:cxn modelId="{C8CCD968-99F3-4F1C-85F4-FB5CD0F02CEA}" type="presParOf" srcId="{98A4F37B-8278-44A8-B6DB-67FEF3EA1469}" destId="{FD29F3D7-1C18-43AE-AAD8-68F9A4C5C4FD}" srcOrd="5" destOrd="0" presId="urn:microsoft.com/office/officeart/2018/5/layout/IconLeafLabelList"/>
    <dgm:cxn modelId="{6346EF9F-9A73-4A63-8D11-92137A9433A5}" type="presParOf" srcId="{98A4F37B-8278-44A8-B6DB-67FEF3EA1469}" destId="{69C043AC-2CDA-4285-BC3F-821A02634532}" srcOrd="6" destOrd="0" presId="urn:microsoft.com/office/officeart/2018/5/layout/IconLeafLabelList"/>
    <dgm:cxn modelId="{D1D1F1E3-7751-42D7-BC2F-04D93B26FBA4}" type="presParOf" srcId="{69C043AC-2CDA-4285-BC3F-821A02634532}" destId="{90B21E51-B38C-431D-93BD-1549B1314D23}" srcOrd="0" destOrd="0" presId="urn:microsoft.com/office/officeart/2018/5/layout/IconLeafLabelList"/>
    <dgm:cxn modelId="{7E232287-F386-47A7-9876-4287E8B0541C}" type="presParOf" srcId="{69C043AC-2CDA-4285-BC3F-821A02634532}" destId="{44D27B07-042A-47CD-AA04-CCC38FA51852}" srcOrd="1" destOrd="0" presId="urn:microsoft.com/office/officeart/2018/5/layout/IconLeafLabelList"/>
    <dgm:cxn modelId="{F3A664F3-3B0F-4C1E-AE49-68789BBA2AFF}" type="presParOf" srcId="{69C043AC-2CDA-4285-BC3F-821A02634532}" destId="{76CE1798-2BDF-4B28-9BC9-C64A419056BA}" srcOrd="2" destOrd="0" presId="urn:microsoft.com/office/officeart/2018/5/layout/IconLeafLabelList"/>
    <dgm:cxn modelId="{725C4B29-29B9-400F-9482-3072341CD151}" type="presParOf" srcId="{69C043AC-2CDA-4285-BC3F-821A02634532}" destId="{B02C55D8-E17E-45B9-942B-32CBC0F6E40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52C03-C87A-41F6-8DB6-A91D1A4DE2C8}">
      <dsp:nvSpPr>
        <dsp:cNvPr id="0" name=""/>
        <dsp:cNvSpPr/>
      </dsp:nvSpPr>
      <dsp:spPr>
        <a:xfrm>
          <a:off x="0" y="0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b="0" i="0" kern="1200" baseline="0"/>
            <a:t>IoT (Internet of Things) and its applications.</a:t>
          </a:r>
          <a:endParaRPr lang="en-US" sz="2900" kern="1200"/>
        </a:p>
      </dsp:txBody>
      <dsp:txXfrm>
        <a:off x="36841" y="36841"/>
        <a:ext cx="7931345" cy="1184159"/>
      </dsp:txXfrm>
    </dsp:sp>
    <dsp:sp modelId="{72E97F3C-436A-46B3-8522-94D5E1CF0665}">
      <dsp:nvSpPr>
        <dsp:cNvPr id="0" name=""/>
        <dsp:cNvSpPr/>
      </dsp:nvSpPr>
      <dsp:spPr>
        <a:xfrm>
          <a:off x="819587" y="1467481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b="0" i="0" kern="1200" baseline="0"/>
            <a:t>The lab is divided into two parts: </a:t>
          </a:r>
          <a:r>
            <a:rPr lang="en-US" sz="2900" b="1" i="0" kern="1200" baseline="0"/>
            <a:t>IoT Protocols</a:t>
          </a:r>
          <a:r>
            <a:rPr lang="en-US" sz="2900" b="0" i="0" kern="1200" baseline="0"/>
            <a:t> and </a:t>
          </a:r>
          <a:r>
            <a:rPr lang="en-US" sz="2900" b="1" i="0" kern="1200" baseline="0"/>
            <a:t>AWS Cloud</a:t>
          </a:r>
          <a:r>
            <a:rPr lang="en-US" sz="2900" b="0" i="0" kern="1200" baseline="0"/>
            <a:t>.</a:t>
          </a:r>
          <a:endParaRPr lang="en-US" sz="2900" kern="1200"/>
        </a:p>
      </dsp:txBody>
      <dsp:txXfrm>
        <a:off x="856428" y="1504322"/>
        <a:ext cx="7577788" cy="1184159"/>
      </dsp:txXfrm>
    </dsp:sp>
    <dsp:sp modelId="{4BE6B093-57EC-4AF5-B751-8DA1361070F3}">
      <dsp:nvSpPr>
        <dsp:cNvPr id="0" name=""/>
        <dsp:cNvSpPr/>
      </dsp:nvSpPr>
      <dsp:spPr>
        <a:xfrm>
          <a:off x="1639174" y="2934963"/>
          <a:ext cx="9288654" cy="125784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b="0" i="0" kern="1200" baseline="0"/>
            <a:t>Each week will involve hands-on learning with one or two experiments </a:t>
          </a:r>
          <a:endParaRPr lang="en-US" sz="2900" kern="1200"/>
        </a:p>
      </dsp:txBody>
      <dsp:txXfrm>
        <a:off x="1676015" y="2971804"/>
        <a:ext cx="7577788" cy="1184159"/>
      </dsp:txXfrm>
    </dsp:sp>
    <dsp:sp modelId="{97A908EE-FB4F-41FC-9591-C79A481EF43A}">
      <dsp:nvSpPr>
        <dsp:cNvPr id="0" name=""/>
        <dsp:cNvSpPr/>
      </dsp:nvSpPr>
      <dsp:spPr>
        <a:xfrm>
          <a:off x="8471057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655016" y="953863"/>
        <a:ext cx="449678" cy="615241"/>
      </dsp:txXfrm>
    </dsp:sp>
    <dsp:sp modelId="{EA5E7261-838A-4165-9A3B-3825925311DD}">
      <dsp:nvSpPr>
        <dsp:cNvPr id="0" name=""/>
        <dsp:cNvSpPr/>
      </dsp:nvSpPr>
      <dsp:spPr>
        <a:xfrm>
          <a:off x="9290644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74603" y="2412959"/>
        <a:ext cx="449678" cy="615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EAB729-8530-4940-A2C1-34DD3138B639}">
      <dsp:nvSpPr>
        <dsp:cNvPr id="0" name=""/>
        <dsp:cNvSpPr/>
      </dsp:nvSpPr>
      <dsp:spPr>
        <a:xfrm>
          <a:off x="0" y="681330"/>
          <a:ext cx="10927829" cy="125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1E8BF-C497-4615-84E5-A7DF5F7C1903}">
      <dsp:nvSpPr>
        <dsp:cNvPr id="0" name=""/>
        <dsp:cNvSpPr/>
      </dsp:nvSpPr>
      <dsp:spPr>
        <a:xfrm>
          <a:off x="380497" y="964345"/>
          <a:ext cx="691812" cy="691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F2950-40BC-4B72-AC7F-BFD9A37F2749}">
      <dsp:nvSpPr>
        <dsp:cNvPr id="0" name=""/>
        <dsp:cNvSpPr/>
      </dsp:nvSpPr>
      <dsp:spPr>
        <a:xfrm>
          <a:off x="1452806" y="681330"/>
          <a:ext cx="4917523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Understanding IoT Protocols</a:t>
          </a:r>
          <a:r>
            <a:rPr lang="en-US" sz="2500" i="0" kern="1200" baseline="0"/>
            <a:t>:</a:t>
          </a:r>
          <a:endParaRPr lang="en-US" sz="2500" kern="1200"/>
        </a:p>
      </dsp:txBody>
      <dsp:txXfrm>
        <a:off x="1452806" y="681330"/>
        <a:ext cx="4917523" cy="1257841"/>
      </dsp:txXfrm>
    </dsp:sp>
    <dsp:sp modelId="{A4A64915-4670-44CD-A9C8-FF0F9113DD24}">
      <dsp:nvSpPr>
        <dsp:cNvPr id="0" name=""/>
        <dsp:cNvSpPr/>
      </dsp:nvSpPr>
      <dsp:spPr>
        <a:xfrm>
          <a:off x="6370329" y="681330"/>
          <a:ext cx="4557499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Learning about different IoT communication protocols and their applications.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Developing the ability to implement these protocols on IoT devices.</a:t>
          </a:r>
          <a:endParaRPr lang="en-US" sz="1600" kern="1200" dirty="0"/>
        </a:p>
      </dsp:txBody>
      <dsp:txXfrm>
        <a:off x="6370329" y="681330"/>
        <a:ext cx="4557499" cy="1257841"/>
      </dsp:txXfrm>
    </dsp:sp>
    <dsp:sp modelId="{43BC7B0A-70E6-455D-943F-59CD3F24C529}">
      <dsp:nvSpPr>
        <dsp:cNvPr id="0" name=""/>
        <dsp:cNvSpPr/>
      </dsp:nvSpPr>
      <dsp:spPr>
        <a:xfrm>
          <a:off x="0" y="2253632"/>
          <a:ext cx="10927829" cy="125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DA5D6-F068-4053-AD5D-D9B84091FD61}">
      <dsp:nvSpPr>
        <dsp:cNvPr id="0" name=""/>
        <dsp:cNvSpPr/>
      </dsp:nvSpPr>
      <dsp:spPr>
        <a:xfrm>
          <a:off x="380497" y="2536647"/>
          <a:ext cx="691812" cy="691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345C0-4231-43CF-A49E-EE379B53A8FB}">
      <dsp:nvSpPr>
        <dsp:cNvPr id="0" name=""/>
        <dsp:cNvSpPr/>
      </dsp:nvSpPr>
      <dsp:spPr>
        <a:xfrm>
          <a:off x="1452806" y="2253632"/>
          <a:ext cx="4917523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Working with AWS Cloud</a:t>
          </a:r>
          <a:r>
            <a:rPr lang="en-US" sz="2500" i="0" kern="1200" baseline="0"/>
            <a:t>:</a:t>
          </a:r>
          <a:endParaRPr lang="en-US" sz="2500" kern="1200"/>
        </a:p>
      </dsp:txBody>
      <dsp:txXfrm>
        <a:off x="1452806" y="2253632"/>
        <a:ext cx="4917523" cy="1257841"/>
      </dsp:txXfrm>
    </dsp:sp>
    <dsp:sp modelId="{09958EE8-48F7-4B9C-B6D1-63A3D75AACB5}">
      <dsp:nvSpPr>
        <dsp:cNvPr id="0" name=""/>
        <dsp:cNvSpPr/>
      </dsp:nvSpPr>
      <dsp:spPr>
        <a:xfrm>
          <a:off x="6370329" y="2253632"/>
          <a:ext cx="4557499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Learning how to integrate IoT devices with AWS Cloud for data storage and analytics.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 dirty="0"/>
            <a:t>Understanding cloud services and IoT core for managing devices remotely.</a:t>
          </a:r>
          <a:endParaRPr lang="en-US" sz="1600" kern="1200" dirty="0"/>
        </a:p>
      </dsp:txBody>
      <dsp:txXfrm>
        <a:off x="6370329" y="2253632"/>
        <a:ext cx="4557499" cy="1257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0041D-880F-423C-B34D-5E3FC0C46FA9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B534CE-604E-4784-849E-519FD3E35A11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0FD8F-C53F-487E-A7A5-5EB6A969AAB8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Gain a practical understanding of IoT communication protocols.</a:t>
          </a:r>
          <a:endParaRPr lang="en-US" sz="1300" kern="1200"/>
        </a:p>
      </dsp:txBody>
      <dsp:txXfrm>
        <a:off x="100682" y="2684598"/>
        <a:ext cx="2370489" cy="720000"/>
      </dsp:txXfrm>
    </dsp:sp>
    <dsp:sp modelId="{975BB99D-4EA6-4A3F-B92A-EB1224619A90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1958A-3524-4881-85DA-8DA365E7ADEC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AA420-73A8-46A6-A244-D13671C9438C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Ability to design, implement, and troubleshoot IoT systems.</a:t>
          </a:r>
          <a:endParaRPr lang="en-US" sz="1300" kern="1200"/>
        </a:p>
      </dsp:txBody>
      <dsp:txXfrm>
        <a:off x="2886007" y="2684598"/>
        <a:ext cx="2370489" cy="720000"/>
      </dsp:txXfrm>
    </dsp:sp>
    <dsp:sp modelId="{03307D5E-E79D-4A3B-89B4-F77F5A784421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CE89B-9148-4E3F-BD81-30F38CF58C90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5FA89-3C54-4345-8A1F-22152075399C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Build scalable cloud-based IoT solutions using AWS.</a:t>
          </a:r>
          <a:endParaRPr lang="en-US" sz="1300" kern="1200"/>
        </a:p>
      </dsp:txBody>
      <dsp:txXfrm>
        <a:off x="5671332" y="2684598"/>
        <a:ext cx="2370489" cy="720000"/>
      </dsp:txXfrm>
    </dsp:sp>
    <dsp:sp modelId="{90B21E51-B38C-431D-93BD-1549B1314D23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27B07-042A-47CD-AA04-CCC38FA51852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C55D8-E17E-45B9-942B-32CBC0F6E409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 dirty="0"/>
            <a:t>Exposure to  IoT challenges and solutions. </a:t>
          </a:r>
          <a:endParaRPr lang="en-US" sz="1300" kern="1200" dirty="0"/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609CB-960A-F11D-3787-4D50CD881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B68B8-F77C-8CBA-D6EC-214EA7B83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50AEB-D931-2100-F727-2A95A6EB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46811-2086-52B4-2706-8EF9A66C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2631D-1B46-6E96-3F0F-7B0064C1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17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9828-2A59-DDB9-E9F3-42F6CDAD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0445F-A09D-829C-E9BC-D77947E4F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CFFB-CF76-44D0-C3FF-590E7294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F128B-61A9-8FC4-899E-0595B1391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BA826-20DB-C7B3-37AA-53B8CB41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4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C527-4F79-0796-B78C-4C055DB5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683ED-9619-1B7C-98A0-AA500452F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F8434-CAA2-6165-8444-38918EA9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53556-7CE1-9565-CDE9-FF21E8C6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BA04C-B18C-29E6-953A-D9444451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9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AF94-4E4A-8851-F287-D875BFA4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31182-8D8C-2E57-3BB0-156BD07D0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3A548-D16A-A779-B6B0-542344917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E9221-618C-F644-5FE1-764436711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DEF51-3CD7-32C0-3014-C45BC1EA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1EB5C-461A-37A1-6567-819DAF31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60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2CBCF-9019-EDC9-3825-B833D0B2C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D3674-48EF-E01B-04C0-A5E035621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A1D42-E20F-CFE9-B5E0-CA338D4F1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C87B1-9BC7-ABA2-70A6-8A9F58DBA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3642B-A119-72E7-2B7E-62FEBFAD6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39DCC7-6E72-078F-31A5-572B3D60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6A8AC-1E0C-1F55-506F-09DD5D2C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062F39-B5CC-C5D0-0811-CF870F2B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0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F2C4-885B-95BF-C345-617AF0EB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A056-E547-DC36-9F5B-B9B2305F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9572C-27DE-41AD-E71C-AD2E69C9E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2D72A-16D4-7A3E-F955-58040F48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8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1521E-7A2B-00CA-996D-8C106720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3A667-2A18-6BBD-9351-673254F9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06CC6-050D-4306-63E3-F5C45100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3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509D-1381-56CB-DD2B-143950C7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26720-9F68-13E3-9BF4-740D3F718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4757D-EAA9-7F5D-87C7-0E8A5C18A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DEC93-DACF-1895-D224-829FB6727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0778B-B869-D132-7FAF-14B44618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642B3-034D-8D08-8785-6559893B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5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5244-7EDF-D424-8E79-0A7BEB67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9F042-5A01-ED87-022A-1FFFB8F1C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9B2BD-125A-8452-C8B8-FA87127D1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53160-B280-30F5-4DE7-C761B9E88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F242E-60CC-AB73-00CC-A17D1D1C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73D25-2108-26DF-9ED9-013C2408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1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3E03-02A3-F8FF-D6D2-187D0B1A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B2808-3D6B-81AA-ABC9-4B3D74E64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F7199-500B-92EF-9B9C-420096D2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25D7E-FBF9-9164-641E-C8BFD9B1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D58D4-C1B9-8A8D-3A5C-7E5E5405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19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172F0-336F-38E8-7727-C0B8CE614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3666B-2CAE-C5F1-7A3E-A4B3CE5EB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0C548-6C69-1C06-8C1B-E2ECC15E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16C16-C61B-7FF2-6631-7E2B08A1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2DDB6-060D-91FC-131B-D21A0A58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5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BA0F23-967C-4C11-95CD-7A9CC436D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9FBB0-43A4-B5F9-7B6B-B21AF096D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87185-59E9-410D-2541-75E8B9F12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EFDC4-302F-46D3-A54B-531C44094459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4EE34-D8C7-B7EF-BFA4-BA2D15A86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BE440-F850-98F9-F496-FE487D65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B6247-4DF2-4C50-A1BD-6A07CB9D4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2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5330D8-08A4-2B40-8F6E-FC9563115C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71598" y="1105992"/>
            <a:ext cx="10117886" cy="12418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M. Tech 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IoT Lab __ Hands-On practical Learning</a:t>
            </a:r>
          </a:p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Date</a:t>
            </a:r>
            <a:r>
              <a:rPr lang="en-US" altLang="en-US" dirty="0">
                <a:solidFill>
                  <a:srgbClr val="FFFFFF"/>
                </a:solidFill>
                <a:latin typeface="Arial" panose="020B0604020202020204" pitchFamily="34" charset="0"/>
              </a:rPr>
              <a:t>: 10-01-2025.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9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CED02D-2F7B-AD51-B5A5-23647DBF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Course Overview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D517FCA-F4F3-0BF2-5BB8-44EEEB7CAE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0397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64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4C6C5-7146-DF0E-2A6D-99C6E13C0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Lab Objectives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9CBD431-CEFE-3DBE-FEDD-E6D0B4899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1904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305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8E63B-7EF4-7270-1973-CD46EB7F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IoT Protocols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FEFEED-C79D-6A0C-00AF-749AB59AF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27831"/>
              </p:ext>
            </p:extLst>
          </p:nvPr>
        </p:nvGraphicFramePr>
        <p:xfrm>
          <a:off x="722490" y="1966293"/>
          <a:ext cx="10747019" cy="4452160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10747019">
                  <a:extLst>
                    <a:ext uri="{9D8B030D-6E8A-4147-A177-3AD203B41FA5}">
                      <a16:colId xmlns:a16="http://schemas.microsoft.com/office/drawing/2014/main" val="1275160400"/>
                    </a:ext>
                  </a:extLst>
                </a:gridCol>
              </a:tblGrid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MQTT pub sub with mosquito broker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898148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MQTT pub sub using arduino m5 stack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224261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TCP server single client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38008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TCP server client using python and esp32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94927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TCP server multi-client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343869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REST client server using arduino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878505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Bluetooth Low Energy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607060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Temperature sensing using iot and storing it in mysql using xampp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722132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CoAP client and server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261656"/>
                  </a:ext>
                </a:extLst>
              </a:tr>
              <a:tr h="44521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UDP server and client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012" marR="8553" marT="21718" marB="162884" anchor="b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995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50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C6A35-5193-C84F-2236-1A9CA7B9D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 Cloud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A69E0E-9E95-534E-4539-66A9893DBF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559288"/>
              </p:ext>
            </p:extLst>
          </p:nvPr>
        </p:nvGraphicFramePr>
        <p:xfrm>
          <a:off x="788828" y="2187043"/>
          <a:ext cx="5148263" cy="2811780"/>
        </p:xfrm>
        <a:graphic>
          <a:graphicData uri="http://schemas.openxmlformats.org/drawingml/2006/table">
            <a:tbl>
              <a:tblPr/>
              <a:tblGrid>
                <a:gridCol w="5148263">
                  <a:extLst>
                    <a:ext uri="{9D8B030D-6E8A-4147-A177-3AD203B41FA5}">
                      <a16:colId xmlns:a16="http://schemas.microsoft.com/office/drawing/2014/main" val="855193574"/>
                    </a:ext>
                  </a:extLst>
                </a:gridCol>
              </a:tblGrid>
              <a:tr h="562356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 - MQTT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49336"/>
                  </a:ext>
                </a:extLst>
              </a:tr>
              <a:tr h="562356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Connecting M5 stack to AWS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55916"/>
                  </a:ext>
                </a:extLst>
              </a:tr>
              <a:tr h="562356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SNS AWS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177758"/>
                  </a:ext>
                </a:extLst>
              </a:tr>
              <a:tr h="562356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Dynamo DB AWS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963257"/>
                  </a:ext>
                </a:extLst>
              </a:tr>
              <a:tr h="562356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 lambda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2286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137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89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AA9E5-2CC1-AB24-3AB5-7AD3F358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D9B24-4C91-ECD6-0476-0971C625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Lab Project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D0AC21-30F0-448B-02E6-79762874C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504364"/>
              </p:ext>
            </p:extLst>
          </p:nvPr>
        </p:nvGraphicFramePr>
        <p:xfrm>
          <a:off x="693029" y="2112579"/>
          <a:ext cx="10829882" cy="41928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29882">
                  <a:extLst>
                    <a:ext uri="{9D8B030D-6E8A-4147-A177-3AD203B41FA5}">
                      <a16:colId xmlns:a16="http://schemas.microsoft.com/office/drawing/2014/main" val="855193574"/>
                    </a:ext>
                  </a:extLst>
                </a:gridCol>
              </a:tblGrid>
              <a:tr h="233405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 project – with IOT Protocols with application oriented.</a:t>
                      </a:r>
                    </a:p>
                    <a:p>
                      <a:pPr algn="l" fontAlgn="b"/>
                      <a:endParaRPr lang="en-US" sz="2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b"/>
                      <a:r>
                        <a:rPr lang="en-US" sz="21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Benefits – </a:t>
                      </a:r>
                    </a:p>
                    <a:p>
                      <a:pPr algn="l" fontAlgn="b"/>
                      <a:r>
                        <a:rPr lang="en-US" sz="21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Self Skilling </a:t>
                      </a:r>
                    </a:p>
                    <a:p>
                      <a:pPr algn="l" fontAlgn="b"/>
                      <a:r>
                        <a:rPr lang="en-US" sz="21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Resume portfolio</a:t>
                      </a:r>
                    </a:p>
                    <a:p>
                      <a:pPr algn="l" fontAlgn="b"/>
                      <a:r>
                        <a:rPr lang="en-US" sz="21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Interview’s</a:t>
                      </a:r>
                    </a:p>
                    <a:p>
                      <a:pPr algn="l" fontAlgn="b"/>
                      <a:endParaRPr lang="en-US" sz="2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39830" marT="3983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49336"/>
                  </a:ext>
                </a:extLst>
              </a:tr>
              <a:tr h="464688">
                <a:tc>
                  <a:txBody>
                    <a:bodyPr/>
                    <a:lstStyle/>
                    <a:p>
                      <a:pPr algn="l" fontAlgn="b"/>
                      <a:endParaRPr lang="en-US" sz="21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39830" marT="3983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55916"/>
                  </a:ext>
                </a:extLst>
              </a:tr>
              <a:tr h="464688">
                <a:tc>
                  <a:txBody>
                    <a:bodyPr/>
                    <a:lstStyle/>
                    <a:p>
                      <a:pPr algn="l" fontAlgn="b"/>
                      <a:endParaRPr lang="en-US" sz="21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39830" marT="3983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177758"/>
                  </a:ext>
                </a:extLst>
              </a:tr>
              <a:tr h="464688">
                <a:tc>
                  <a:txBody>
                    <a:bodyPr/>
                    <a:lstStyle/>
                    <a:p>
                      <a:pPr algn="l" fontAlgn="b"/>
                      <a:endParaRPr lang="en-US" sz="21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39830" marT="3983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963257"/>
                  </a:ext>
                </a:extLst>
              </a:tr>
              <a:tr h="464688">
                <a:tc>
                  <a:txBody>
                    <a:bodyPr/>
                    <a:lstStyle/>
                    <a:p>
                      <a:pPr algn="l" fontAlgn="b"/>
                      <a:endParaRPr lang="en-US" sz="21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39830" marT="3983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137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02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3CF39-1693-EBB1-4ABE-11BB11D91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Expected Outcomes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EBBA2F0-D96A-B185-4B10-4336B76AA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13353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55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26F9F-7403-093B-7BBE-BB11F052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US" sz="4000"/>
              <a:t>Thanking you</a:t>
            </a:r>
            <a:br>
              <a:rPr lang="en-US" sz="4000"/>
            </a:br>
            <a:endParaRPr lang="en-US" sz="4000"/>
          </a:p>
        </p:txBody>
      </p:sp>
      <p:pic>
        <p:nvPicPr>
          <p:cNvPr id="7" name="Graphic 6" descr="Light Bulb and Gear">
            <a:extLst>
              <a:ext uri="{FF2B5EF4-FFF2-40B4-BE49-F238E27FC236}">
                <a16:creationId xmlns:a16="http://schemas.microsoft.com/office/drawing/2014/main" id="{DE9321E0-DF23-CDAB-3C7A-B2AD42C06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8CDE2-C11F-48C5-3E8F-EE36ECC6C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24" y="4392787"/>
            <a:ext cx="9547436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Innovating Beyond Boundaries, Connecting the World with Technology.</a:t>
            </a:r>
          </a:p>
        </p:txBody>
      </p:sp>
      <p:pic>
        <p:nvPicPr>
          <p:cNvPr id="9" name="Graphic 8" descr="Light Bulb and Gear">
            <a:extLst>
              <a:ext uri="{FF2B5EF4-FFF2-40B4-BE49-F238E27FC236}">
                <a16:creationId xmlns:a16="http://schemas.microsoft.com/office/drawing/2014/main" id="{4B0C5A02-9B63-4BC5-8CA3-75B4B41AB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99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251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Course Overview</vt:lpstr>
      <vt:lpstr>Lab Objectives</vt:lpstr>
      <vt:lpstr>IoT Protocols</vt:lpstr>
      <vt:lpstr>AWS Cloud</vt:lpstr>
      <vt:lpstr>Lab Project</vt:lpstr>
      <vt:lpstr>Expected Outcomes</vt:lpstr>
      <vt:lpstr>Thanking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Jagadeesh .</dc:creator>
  <cp:lastModifiedBy>Jagadeesh .</cp:lastModifiedBy>
  <cp:revision>17</cp:revision>
  <dcterms:created xsi:type="dcterms:W3CDTF">2025-01-02T08:49:40Z</dcterms:created>
  <dcterms:modified xsi:type="dcterms:W3CDTF">2025-01-02T09:14:32Z</dcterms:modified>
</cp:coreProperties>
</file>