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346" r:id="rId4"/>
    <p:sldId id="377" r:id="rId5"/>
    <p:sldId id="372" r:id="rId6"/>
    <p:sldId id="330" r:id="rId7"/>
    <p:sldId id="374" r:id="rId8"/>
    <p:sldId id="383" r:id="rId9"/>
    <p:sldId id="380" r:id="rId10"/>
    <p:sldId id="381" r:id="rId11"/>
    <p:sldId id="382" r:id="rId12"/>
    <p:sldId id="386" r:id="rId13"/>
    <p:sldId id="384" r:id="rId14"/>
    <p:sldId id="387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395" r:id="rId23"/>
    <p:sldId id="385" r:id="rId24"/>
    <p:sldId id="396" r:id="rId25"/>
    <p:sldId id="397" r:id="rId26"/>
    <p:sldId id="321" r:id="rId27"/>
    <p:sldId id="365" r:id="rId28"/>
    <p:sldId id="375" r:id="rId29"/>
    <p:sldId id="366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55" autoAdjust="0"/>
    <p:restoredTop sz="91984" autoAdjust="0"/>
  </p:normalViewPr>
  <p:slideViewPr>
    <p:cSldViewPr snapToGrid="0">
      <p:cViewPr varScale="1">
        <p:scale>
          <a:sx n="82" d="100"/>
          <a:sy n="82" d="100"/>
        </p:scale>
        <p:origin x="600" y="72"/>
      </p:cViewPr>
      <p:guideLst/>
    </p:cSldViewPr>
  </p:slideViewPr>
  <p:outlineViewPr>
    <p:cViewPr>
      <p:scale>
        <a:sx n="33" d="100"/>
        <a:sy n="33" d="100"/>
      </p:scale>
      <p:origin x="0" y="-1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80"/>
    </p:cViewPr>
  </p:sorterViewPr>
  <p:notesViewPr>
    <p:cSldViewPr snapToGrid="0">
      <p:cViewPr varScale="1">
        <p:scale>
          <a:sx n="72" d="100"/>
          <a:sy n="72" d="100"/>
        </p:scale>
        <p:origin x="301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50.png"/><Relationship Id="rId3" Type="http://schemas.openxmlformats.org/officeDocument/2006/relationships/image" Target="../media/image44.png"/><Relationship Id="rId7" Type="http://schemas.openxmlformats.org/officeDocument/2006/relationships/image" Target="../media/image25.png"/><Relationship Id="rId12" Type="http://schemas.openxmlformats.org/officeDocument/2006/relationships/image" Target="../media/image49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3.svg"/><Relationship Id="rId11" Type="http://schemas.openxmlformats.org/officeDocument/2006/relationships/image" Target="../media/image48.png"/><Relationship Id="rId5" Type="http://schemas.openxmlformats.org/officeDocument/2006/relationships/image" Target="../media/image2.png"/><Relationship Id="rId10" Type="http://schemas.openxmlformats.org/officeDocument/2006/relationships/image" Target="../media/image47.svg"/><Relationship Id="rId4" Type="http://schemas.openxmlformats.org/officeDocument/2006/relationships/image" Target="../media/image45.svg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71.png"/><Relationship Id="rId7" Type="http://schemas.openxmlformats.org/officeDocument/2006/relationships/image" Target="../media/image23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50.png"/><Relationship Id="rId3" Type="http://schemas.openxmlformats.org/officeDocument/2006/relationships/image" Target="../media/image44.png"/><Relationship Id="rId7" Type="http://schemas.openxmlformats.org/officeDocument/2006/relationships/image" Target="../media/image25.png"/><Relationship Id="rId12" Type="http://schemas.openxmlformats.org/officeDocument/2006/relationships/image" Target="../media/image49.sv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3.svg"/><Relationship Id="rId11" Type="http://schemas.openxmlformats.org/officeDocument/2006/relationships/image" Target="../media/image48.png"/><Relationship Id="rId5" Type="http://schemas.openxmlformats.org/officeDocument/2006/relationships/image" Target="../media/image2.png"/><Relationship Id="rId10" Type="http://schemas.openxmlformats.org/officeDocument/2006/relationships/image" Target="../media/image47.svg"/><Relationship Id="rId4" Type="http://schemas.openxmlformats.org/officeDocument/2006/relationships/image" Target="../media/image45.svg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71.png"/><Relationship Id="rId7" Type="http://schemas.openxmlformats.org/officeDocument/2006/relationships/image" Target="../media/image23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DCA32B-E13C-4598-843C-B638F81AD73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B02A20-DA36-4A74-BDC8-054C3C5AC4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FPGA: </a:t>
          </a:r>
          <a:r>
            <a:rPr lang="en-US" dirty="0"/>
            <a:t>hardware for machine learning</a:t>
          </a:r>
        </a:p>
      </dgm:t>
    </dgm:pt>
    <dgm:pt modelId="{6C43C35F-CA1B-480A-965E-27CEA62B8B15}" type="parTrans" cxnId="{96889490-C752-4848-9203-20E9692EA922}">
      <dgm:prSet/>
      <dgm:spPr/>
      <dgm:t>
        <a:bodyPr/>
        <a:lstStyle/>
        <a:p>
          <a:endParaRPr lang="en-US"/>
        </a:p>
      </dgm:t>
    </dgm:pt>
    <dgm:pt modelId="{81598003-CE0A-4A1D-BDF2-4F7D39102024}" type="sibTrans" cxnId="{96889490-C752-4848-9203-20E9692EA92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2DFEAB-EACC-46B4-88F8-0B9DB022E1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FPGA advantages: </a:t>
          </a:r>
          <a:r>
            <a:rPr lang="en-US" dirty="0"/>
            <a:t>parallel, real-time, efficient</a:t>
          </a:r>
        </a:p>
      </dgm:t>
    </dgm:pt>
    <dgm:pt modelId="{D25665D9-56E2-48F4-9838-F515EC6C0BA0}" type="parTrans" cxnId="{C16C48B3-1886-4E13-9B8A-23B6B2FBA00D}">
      <dgm:prSet/>
      <dgm:spPr/>
      <dgm:t>
        <a:bodyPr/>
        <a:lstStyle/>
        <a:p>
          <a:endParaRPr lang="en-US"/>
        </a:p>
      </dgm:t>
    </dgm:pt>
    <dgm:pt modelId="{558704AE-F99C-4DF1-9CBB-B3EB351FC335}" type="sibTrans" cxnId="{C16C48B3-1886-4E13-9B8A-23B6B2FBA00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93C072F-974C-4C92-9195-DDA5B5511A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Research motivation: </a:t>
          </a:r>
          <a:r>
            <a:rPr lang="en-US"/>
            <a:t>co-design for tree classifier</a:t>
          </a:r>
        </a:p>
      </dgm:t>
    </dgm:pt>
    <dgm:pt modelId="{8DF917ED-9D29-4644-A9E9-E282D6FC648C}" type="parTrans" cxnId="{6361A953-AC0E-41F9-90F6-C2380A2B3BDE}">
      <dgm:prSet/>
      <dgm:spPr/>
      <dgm:t>
        <a:bodyPr/>
        <a:lstStyle/>
        <a:p>
          <a:endParaRPr lang="en-US"/>
        </a:p>
      </dgm:t>
    </dgm:pt>
    <dgm:pt modelId="{645F1606-1CB2-4D67-A779-253D8AC55FBE}" type="sibTrans" cxnId="{6361A953-AC0E-41F9-90F6-C2380A2B3BD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6970584-E944-4D89-BE0A-2E96A9ABDB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Research need: </a:t>
          </a:r>
          <a:r>
            <a:rPr lang="en-US"/>
            <a:t>efficient and optimized solutions</a:t>
          </a:r>
        </a:p>
      </dgm:t>
    </dgm:pt>
    <dgm:pt modelId="{B5E49759-C28A-43BC-95D0-40FCF283FFEF}" type="parTrans" cxnId="{42BB3FD7-1989-4C06-A547-30D188227BE7}">
      <dgm:prSet/>
      <dgm:spPr/>
      <dgm:t>
        <a:bodyPr/>
        <a:lstStyle/>
        <a:p>
          <a:endParaRPr lang="en-US"/>
        </a:p>
      </dgm:t>
    </dgm:pt>
    <dgm:pt modelId="{5C85F69F-57C9-4D76-9768-E1A1CB29BF1A}" type="sibTrans" cxnId="{42BB3FD7-1989-4C06-A547-30D188227B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C51106D-6B67-45E9-90DD-EAFAB4E4BF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Research overview: </a:t>
          </a:r>
          <a:r>
            <a:rPr lang="en-US"/>
            <a:t>objectives, methods, components</a:t>
          </a:r>
        </a:p>
      </dgm:t>
    </dgm:pt>
    <dgm:pt modelId="{951C655A-A0F0-4AED-AD1E-487B11C62C18}" type="parTrans" cxnId="{A1BDB43F-D43F-4621-93B6-5BB0165E58D4}">
      <dgm:prSet/>
      <dgm:spPr/>
      <dgm:t>
        <a:bodyPr/>
        <a:lstStyle/>
        <a:p>
          <a:endParaRPr lang="en-US"/>
        </a:p>
      </dgm:t>
    </dgm:pt>
    <dgm:pt modelId="{3050A912-4D9B-4467-B2FF-C0936D5F2601}" type="sibTrans" cxnId="{A1BDB43F-D43F-4621-93B6-5BB0165E58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08D8C3-C780-4331-BABB-4644FFA15E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Hardware challenges: </a:t>
          </a:r>
          <a:r>
            <a:rPr lang="en-US"/>
            <a:t>limitations of existing approaches</a:t>
          </a:r>
        </a:p>
      </dgm:t>
    </dgm:pt>
    <dgm:pt modelId="{15FB4A6B-BB73-4FA2-A6A8-F7B108A4BADA}" type="parTrans" cxnId="{54E6A6AC-66E0-4D92-8FA1-205C3999F08F}">
      <dgm:prSet/>
      <dgm:spPr/>
      <dgm:t>
        <a:bodyPr/>
        <a:lstStyle/>
        <a:p>
          <a:endParaRPr lang="en-US"/>
        </a:p>
      </dgm:t>
    </dgm:pt>
    <dgm:pt modelId="{449AAF7D-080A-4644-8D40-52865E2BA8CE}" type="sibTrans" cxnId="{54E6A6AC-66E0-4D92-8FA1-205C3999F08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B275D0-92F3-4175-949C-782F1A1E46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Proposed approach: </a:t>
          </a:r>
          <a:r>
            <a:rPr lang="en-US"/>
            <a:t>benefits of software-hardware integration</a:t>
          </a:r>
        </a:p>
      </dgm:t>
    </dgm:pt>
    <dgm:pt modelId="{57546DDC-2FAF-4530-8404-577FCEDD5203}" type="parTrans" cxnId="{722DC0CF-D8FE-489A-932B-024FC5E7E1B5}">
      <dgm:prSet/>
      <dgm:spPr/>
      <dgm:t>
        <a:bodyPr/>
        <a:lstStyle/>
        <a:p>
          <a:endParaRPr lang="en-US"/>
        </a:p>
      </dgm:t>
    </dgm:pt>
    <dgm:pt modelId="{38DD2589-87C4-4B13-BDB8-E5B284762330}" type="sibTrans" cxnId="{722DC0CF-D8FE-489A-932B-024FC5E7E1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525A94C-9FF7-4DDA-B397-26F8B142B5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Presentation structure: </a:t>
          </a:r>
          <a:r>
            <a:rPr lang="en-US"/>
            <a:t>sections and insights</a:t>
          </a:r>
        </a:p>
      </dgm:t>
    </dgm:pt>
    <dgm:pt modelId="{4748E9DE-B4AF-46B9-ACDA-822B481555B4}" type="parTrans" cxnId="{9A1969A2-31AE-4DEF-93B9-118D433CAF1B}">
      <dgm:prSet/>
      <dgm:spPr/>
      <dgm:t>
        <a:bodyPr/>
        <a:lstStyle/>
        <a:p>
          <a:endParaRPr lang="en-US"/>
        </a:p>
      </dgm:t>
    </dgm:pt>
    <dgm:pt modelId="{8D1316B9-00FC-42C5-8E0E-24606019CF73}" type="sibTrans" cxnId="{9A1969A2-31AE-4DEF-93B9-118D433CAF1B}">
      <dgm:prSet/>
      <dgm:spPr/>
      <dgm:t>
        <a:bodyPr/>
        <a:lstStyle/>
        <a:p>
          <a:endParaRPr lang="en-US"/>
        </a:p>
      </dgm:t>
    </dgm:pt>
    <dgm:pt modelId="{0D0E1CE8-3F70-410C-B53F-EC8B518638B6}" type="pres">
      <dgm:prSet presAssocID="{7CDCA32B-E13C-4598-843C-B638F81AD730}" presName="root" presStyleCnt="0">
        <dgm:presLayoutVars>
          <dgm:dir/>
          <dgm:resizeHandles val="exact"/>
        </dgm:presLayoutVars>
      </dgm:prSet>
      <dgm:spPr/>
    </dgm:pt>
    <dgm:pt modelId="{8DBE344F-7BDF-4C98-841B-592EE4926E56}" type="pres">
      <dgm:prSet presAssocID="{7CDCA32B-E13C-4598-843C-B638F81AD730}" presName="container" presStyleCnt="0">
        <dgm:presLayoutVars>
          <dgm:dir/>
          <dgm:resizeHandles val="exact"/>
        </dgm:presLayoutVars>
      </dgm:prSet>
      <dgm:spPr/>
    </dgm:pt>
    <dgm:pt modelId="{EB70B00B-3387-4088-BF7B-1D4D330D2E07}" type="pres">
      <dgm:prSet presAssocID="{9AB02A20-DA36-4A74-BDC8-054C3C5AC492}" presName="compNode" presStyleCnt="0"/>
      <dgm:spPr/>
    </dgm:pt>
    <dgm:pt modelId="{D91F4B9A-0EEB-4C83-BFC0-2BCA57995D29}" type="pres">
      <dgm:prSet presAssocID="{9AB02A20-DA36-4A74-BDC8-054C3C5AC492}" presName="iconBgRect" presStyleLbl="bgShp" presStyleIdx="0" presStyleCnt="8"/>
      <dgm:spPr/>
    </dgm:pt>
    <dgm:pt modelId="{51B55280-BBCB-424B-AB11-009F5DB009CE}" type="pres">
      <dgm:prSet presAssocID="{9AB02A20-DA36-4A74-BDC8-054C3C5AC492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770F68F-27CC-4316-8848-128D530E623F}" type="pres">
      <dgm:prSet presAssocID="{9AB02A20-DA36-4A74-BDC8-054C3C5AC492}" presName="spaceRect" presStyleCnt="0"/>
      <dgm:spPr/>
    </dgm:pt>
    <dgm:pt modelId="{91D5B18E-36AD-46C5-8839-64EEDC67D6CA}" type="pres">
      <dgm:prSet presAssocID="{9AB02A20-DA36-4A74-BDC8-054C3C5AC492}" presName="textRect" presStyleLbl="revTx" presStyleIdx="0" presStyleCnt="8">
        <dgm:presLayoutVars>
          <dgm:chMax val="1"/>
          <dgm:chPref val="1"/>
        </dgm:presLayoutVars>
      </dgm:prSet>
      <dgm:spPr/>
    </dgm:pt>
    <dgm:pt modelId="{4A58ACE9-6490-4240-8BA5-A14A4D07660B}" type="pres">
      <dgm:prSet presAssocID="{81598003-CE0A-4A1D-BDF2-4F7D39102024}" presName="sibTrans" presStyleLbl="sibTrans2D1" presStyleIdx="0" presStyleCnt="0"/>
      <dgm:spPr/>
    </dgm:pt>
    <dgm:pt modelId="{83B6FE01-3924-4568-B235-3AF4564BD8F0}" type="pres">
      <dgm:prSet presAssocID="{B02DFEAB-EACC-46B4-88F8-0B9DB022E165}" presName="compNode" presStyleCnt="0"/>
      <dgm:spPr/>
    </dgm:pt>
    <dgm:pt modelId="{FFA1A1D4-9AD5-4B1B-A002-5E58EF31C8D6}" type="pres">
      <dgm:prSet presAssocID="{B02DFEAB-EACC-46B4-88F8-0B9DB022E165}" presName="iconBgRect" presStyleLbl="bgShp" presStyleIdx="1" presStyleCnt="8"/>
      <dgm:spPr/>
    </dgm:pt>
    <dgm:pt modelId="{64174D13-EDE2-42F3-8F82-771069928CEB}" type="pres">
      <dgm:prSet presAssocID="{B02DFEAB-EACC-46B4-88F8-0B9DB022E165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6A52521-4DD1-444D-BEEE-BFD3BBA5FBC6}" type="pres">
      <dgm:prSet presAssocID="{B02DFEAB-EACC-46B4-88F8-0B9DB022E165}" presName="spaceRect" presStyleCnt="0"/>
      <dgm:spPr/>
    </dgm:pt>
    <dgm:pt modelId="{865DF0C3-F75B-4975-8431-81F1C2BA628C}" type="pres">
      <dgm:prSet presAssocID="{B02DFEAB-EACC-46B4-88F8-0B9DB022E165}" presName="textRect" presStyleLbl="revTx" presStyleIdx="1" presStyleCnt="8">
        <dgm:presLayoutVars>
          <dgm:chMax val="1"/>
          <dgm:chPref val="1"/>
        </dgm:presLayoutVars>
      </dgm:prSet>
      <dgm:spPr/>
    </dgm:pt>
    <dgm:pt modelId="{C9ABE099-1708-42CA-B9D5-A892F6E1EC40}" type="pres">
      <dgm:prSet presAssocID="{558704AE-F99C-4DF1-9CBB-B3EB351FC335}" presName="sibTrans" presStyleLbl="sibTrans2D1" presStyleIdx="0" presStyleCnt="0"/>
      <dgm:spPr/>
    </dgm:pt>
    <dgm:pt modelId="{0265C70E-5E9A-4AEA-80E3-3BE446E38046}" type="pres">
      <dgm:prSet presAssocID="{B93C072F-974C-4C92-9195-DDA5B5511A62}" presName="compNode" presStyleCnt="0"/>
      <dgm:spPr/>
    </dgm:pt>
    <dgm:pt modelId="{3C213CCE-1DB2-4071-BD88-31E277ABF3A1}" type="pres">
      <dgm:prSet presAssocID="{B93C072F-974C-4C92-9195-DDA5B5511A62}" presName="iconBgRect" presStyleLbl="bgShp" presStyleIdx="2" presStyleCnt="8"/>
      <dgm:spPr/>
    </dgm:pt>
    <dgm:pt modelId="{2B81EC8C-4947-4FFA-8F89-3BC02F6FD5FF}" type="pres">
      <dgm:prSet presAssocID="{B93C072F-974C-4C92-9195-DDA5B5511A62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57CFA59C-1594-43D8-8691-1D79D2AFF590}" type="pres">
      <dgm:prSet presAssocID="{B93C072F-974C-4C92-9195-DDA5B5511A62}" presName="spaceRect" presStyleCnt="0"/>
      <dgm:spPr/>
    </dgm:pt>
    <dgm:pt modelId="{2ADE46CB-8B96-43E1-B6A2-F58579D8FB7D}" type="pres">
      <dgm:prSet presAssocID="{B93C072F-974C-4C92-9195-DDA5B5511A62}" presName="textRect" presStyleLbl="revTx" presStyleIdx="2" presStyleCnt="8">
        <dgm:presLayoutVars>
          <dgm:chMax val="1"/>
          <dgm:chPref val="1"/>
        </dgm:presLayoutVars>
      </dgm:prSet>
      <dgm:spPr/>
    </dgm:pt>
    <dgm:pt modelId="{6FC3A960-3958-47CE-8B04-5A8800DF3FF7}" type="pres">
      <dgm:prSet presAssocID="{645F1606-1CB2-4D67-A779-253D8AC55FBE}" presName="sibTrans" presStyleLbl="sibTrans2D1" presStyleIdx="0" presStyleCnt="0"/>
      <dgm:spPr/>
    </dgm:pt>
    <dgm:pt modelId="{B14E5394-3AF3-483F-8B3A-B060B4008080}" type="pres">
      <dgm:prSet presAssocID="{46970584-E944-4D89-BE0A-2E96A9ABDB8B}" presName="compNode" presStyleCnt="0"/>
      <dgm:spPr/>
    </dgm:pt>
    <dgm:pt modelId="{1CF563D7-95A4-41D3-8E61-A1A0CE8A45A8}" type="pres">
      <dgm:prSet presAssocID="{46970584-E944-4D89-BE0A-2E96A9ABDB8B}" presName="iconBgRect" presStyleLbl="bgShp" presStyleIdx="3" presStyleCnt="8"/>
      <dgm:spPr/>
    </dgm:pt>
    <dgm:pt modelId="{4ABCE35F-6A32-4765-B494-281AE5ED0AE8}" type="pres">
      <dgm:prSet presAssocID="{46970584-E944-4D89-BE0A-2E96A9ABDB8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FF653ACA-0862-496C-AD91-57BCC8A577F0}" type="pres">
      <dgm:prSet presAssocID="{46970584-E944-4D89-BE0A-2E96A9ABDB8B}" presName="spaceRect" presStyleCnt="0"/>
      <dgm:spPr/>
    </dgm:pt>
    <dgm:pt modelId="{58C1129A-7788-40DC-90FE-AE101AB8DD5C}" type="pres">
      <dgm:prSet presAssocID="{46970584-E944-4D89-BE0A-2E96A9ABDB8B}" presName="textRect" presStyleLbl="revTx" presStyleIdx="3" presStyleCnt="8">
        <dgm:presLayoutVars>
          <dgm:chMax val="1"/>
          <dgm:chPref val="1"/>
        </dgm:presLayoutVars>
      </dgm:prSet>
      <dgm:spPr/>
    </dgm:pt>
    <dgm:pt modelId="{5FD416A0-F4AD-47A6-8EA4-00AB3568661A}" type="pres">
      <dgm:prSet presAssocID="{5C85F69F-57C9-4D76-9768-E1A1CB29BF1A}" presName="sibTrans" presStyleLbl="sibTrans2D1" presStyleIdx="0" presStyleCnt="0"/>
      <dgm:spPr/>
    </dgm:pt>
    <dgm:pt modelId="{F8E8537B-B805-4A44-8D56-0A8C42ADB218}" type="pres">
      <dgm:prSet presAssocID="{1C51106D-6B67-45E9-90DD-EAFAB4E4BFF6}" presName="compNode" presStyleCnt="0"/>
      <dgm:spPr/>
    </dgm:pt>
    <dgm:pt modelId="{45B71300-2685-412C-9CF0-22815C2FDE76}" type="pres">
      <dgm:prSet presAssocID="{1C51106D-6B67-45E9-90DD-EAFAB4E4BFF6}" presName="iconBgRect" presStyleLbl="bgShp" presStyleIdx="4" presStyleCnt="8"/>
      <dgm:spPr/>
    </dgm:pt>
    <dgm:pt modelId="{B627443D-ADDB-4EF1-BB8B-C0247A59AEA9}" type="pres">
      <dgm:prSet presAssocID="{1C51106D-6B67-45E9-90DD-EAFAB4E4BFF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0EDB56E-C13A-42F1-9FE0-C8234577F9FA}" type="pres">
      <dgm:prSet presAssocID="{1C51106D-6B67-45E9-90DD-EAFAB4E4BFF6}" presName="spaceRect" presStyleCnt="0"/>
      <dgm:spPr/>
    </dgm:pt>
    <dgm:pt modelId="{01304B36-F1D5-454D-8929-775D26DC9B6C}" type="pres">
      <dgm:prSet presAssocID="{1C51106D-6B67-45E9-90DD-EAFAB4E4BFF6}" presName="textRect" presStyleLbl="revTx" presStyleIdx="4" presStyleCnt="8">
        <dgm:presLayoutVars>
          <dgm:chMax val="1"/>
          <dgm:chPref val="1"/>
        </dgm:presLayoutVars>
      </dgm:prSet>
      <dgm:spPr/>
    </dgm:pt>
    <dgm:pt modelId="{087EBDD5-E40B-4D81-9DAB-01A9051C534D}" type="pres">
      <dgm:prSet presAssocID="{3050A912-4D9B-4467-B2FF-C0936D5F2601}" presName="sibTrans" presStyleLbl="sibTrans2D1" presStyleIdx="0" presStyleCnt="0"/>
      <dgm:spPr/>
    </dgm:pt>
    <dgm:pt modelId="{C9D87032-8B03-40F5-AFCF-70CEEF338C87}" type="pres">
      <dgm:prSet presAssocID="{9608D8C3-C780-4331-BABB-4644FFA15EBE}" presName="compNode" presStyleCnt="0"/>
      <dgm:spPr/>
    </dgm:pt>
    <dgm:pt modelId="{AB5C1227-BC15-4361-9E41-D2DF39FA7FE0}" type="pres">
      <dgm:prSet presAssocID="{9608D8C3-C780-4331-BABB-4644FFA15EBE}" presName="iconBgRect" presStyleLbl="bgShp" presStyleIdx="5" presStyleCnt="8"/>
      <dgm:spPr/>
    </dgm:pt>
    <dgm:pt modelId="{8309CDB7-8586-4B53-8AC8-7F157DB84749}" type="pres">
      <dgm:prSet presAssocID="{9608D8C3-C780-4331-BABB-4644FFA15EB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930C21F-96C2-4C28-A890-2813CDC67739}" type="pres">
      <dgm:prSet presAssocID="{9608D8C3-C780-4331-BABB-4644FFA15EBE}" presName="spaceRect" presStyleCnt="0"/>
      <dgm:spPr/>
    </dgm:pt>
    <dgm:pt modelId="{8B836F40-E237-4A20-898F-BB621A4CB0B0}" type="pres">
      <dgm:prSet presAssocID="{9608D8C3-C780-4331-BABB-4644FFA15EBE}" presName="textRect" presStyleLbl="revTx" presStyleIdx="5" presStyleCnt="8">
        <dgm:presLayoutVars>
          <dgm:chMax val="1"/>
          <dgm:chPref val="1"/>
        </dgm:presLayoutVars>
      </dgm:prSet>
      <dgm:spPr/>
    </dgm:pt>
    <dgm:pt modelId="{7D336425-E8E1-4B63-8FDE-BC4B6481AD99}" type="pres">
      <dgm:prSet presAssocID="{449AAF7D-080A-4644-8D40-52865E2BA8CE}" presName="sibTrans" presStyleLbl="sibTrans2D1" presStyleIdx="0" presStyleCnt="0"/>
      <dgm:spPr/>
    </dgm:pt>
    <dgm:pt modelId="{F128E7A9-C743-43BD-B3D9-9B12686926A7}" type="pres">
      <dgm:prSet presAssocID="{EAB275D0-92F3-4175-949C-782F1A1E46EF}" presName="compNode" presStyleCnt="0"/>
      <dgm:spPr/>
    </dgm:pt>
    <dgm:pt modelId="{4CB7CB75-41CD-44B9-B360-E271D5CB8C32}" type="pres">
      <dgm:prSet presAssocID="{EAB275D0-92F3-4175-949C-782F1A1E46EF}" presName="iconBgRect" presStyleLbl="bgShp" presStyleIdx="6" presStyleCnt="8"/>
      <dgm:spPr/>
    </dgm:pt>
    <dgm:pt modelId="{EBC81CC2-D81B-4075-8CC1-A92D496C792E}" type="pres">
      <dgm:prSet presAssocID="{EAB275D0-92F3-4175-949C-782F1A1E46EF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EB147F-213A-49E7-8912-79A3EB943B60}" type="pres">
      <dgm:prSet presAssocID="{EAB275D0-92F3-4175-949C-782F1A1E46EF}" presName="spaceRect" presStyleCnt="0"/>
      <dgm:spPr/>
    </dgm:pt>
    <dgm:pt modelId="{72C30F3C-6B26-426A-9DF4-A65534ED41D3}" type="pres">
      <dgm:prSet presAssocID="{EAB275D0-92F3-4175-949C-782F1A1E46EF}" presName="textRect" presStyleLbl="revTx" presStyleIdx="6" presStyleCnt="8">
        <dgm:presLayoutVars>
          <dgm:chMax val="1"/>
          <dgm:chPref val="1"/>
        </dgm:presLayoutVars>
      </dgm:prSet>
      <dgm:spPr/>
    </dgm:pt>
    <dgm:pt modelId="{8D4B96B3-17CF-424B-97C2-ACACB8B33621}" type="pres">
      <dgm:prSet presAssocID="{38DD2589-87C4-4B13-BDB8-E5B284762330}" presName="sibTrans" presStyleLbl="sibTrans2D1" presStyleIdx="0" presStyleCnt="0"/>
      <dgm:spPr/>
    </dgm:pt>
    <dgm:pt modelId="{C8A893A1-F54A-430D-9342-FA198EFFE9D1}" type="pres">
      <dgm:prSet presAssocID="{4525A94C-9FF7-4DDA-B397-26F8B142B5CC}" presName="compNode" presStyleCnt="0"/>
      <dgm:spPr/>
    </dgm:pt>
    <dgm:pt modelId="{18DA1FD2-D3FC-453A-9526-D10B5C886D89}" type="pres">
      <dgm:prSet presAssocID="{4525A94C-9FF7-4DDA-B397-26F8B142B5CC}" presName="iconBgRect" presStyleLbl="bgShp" presStyleIdx="7" presStyleCnt="8"/>
      <dgm:spPr/>
    </dgm:pt>
    <dgm:pt modelId="{AEADF72A-41A3-4D1E-AD37-6CBFBDB5A8EF}" type="pres">
      <dgm:prSet presAssocID="{4525A94C-9FF7-4DDA-B397-26F8B142B5CC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A173DA6F-C0B6-4C8E-8932-32F80FE61867}" type="pres">
      <dgm:prSet presAssocID="{4525A94C-9FF7-4DDA-B397-26F8B142B5CC}" presName="spaceRect" presStyleCnt="0"/>
      <dgm:spPr/>
    </dgm:pt>
    <dgm:pt modelId="{E2EA0636-8190-4F39-8F24-1551EF8CE91E}" type="pres">
      <dgm:prSet presAssocID="{4525A94C-9FF7-4DDA-B397-26F8B142B5C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78391304-44BC-447D-993F-60EBF5E127CF}" type="presOf" srcId="{81598003-CE0A-4A1D-BDF2-4F7D39102024}" destId="{4A58ACE9-6490-4240-8BA5-A14A4D07660B}" srcOrd="0" destOrd="0" presId="urn:microsoft.com/office/officeart/2018/2/layout/IconCircleList"/>
    <dgm:cxn modelId="{0081D511-E425-4EFC-B7A2-C3A309C23305}" type="presOf" srcId="{B93C072F-974C-4C92-9195-DDA5B5511A62}" destId="{2ADE46CB-8B96-43E1-B6A2-F58579D8FB7D}" srcOrd="0" destOrd="0" presId="urn:microsoft.com/office/officeart/2018/2/layout/IconCircleList"/>
    <dgm:cxn modelId="{06AB7813-0624-4795-875F-2F9AFE9C3CAA}" type="presOf" srcId="{38DD2589-87C4-4B13-BDB8-E5B284762330}" destId="{8D4B96B3-17CF-424B-97C2-ACACB8B33621}" srcOrd="0" destOrd="0" presId="urn:microsoft.com/office/officeart/2018/2/layout/IconCircleList"/>
    <dgm:cxn modelId="{A1BDB43F-D43F-4621-93B6-5BB0165E58D4}" srcId="{7CDCA32B-E13C-4598-843C-B638F81AD730}" destId="{1C51106D-6B67-45E9-90DD-EAFAB4E4BFF6}" srcOrd="4" destOrd="0" parTransId="{951C655A-A0F0-4AED-AD1E-487B11C62C18}" sibTransId="{3050A912-4D9B-4467-B2FF-C0936D5F2601}"/>
    <dgm:cxn modelId="{EAFE945D-34DF-4ED9-BE6D-296341C1F2A7}" type="presOf" srcId="{7CDCA32B-E13C-4598-843C-B638F81AD730}" destId="{0D0E1CE8-3F70-410C-B53F-EC8B518638B6}" srcOrd="0" destOrd="0" presId="urn:microsoft.com/office/officeart/2018/2/layout/IconCircleList"/>
    <dgm:cxn modelId="{AFFCEE64-FDE7-4107-8B7B-EBFCBDD5FB05}" type="presOf" srcId="{3050A912-4D9B-4467-B2FF-C0936D5F2601}" destId="{087EBDD5-E40B-4D81-9DAB-01A9051C534D}" srcOrd="0" destOrd="0" presId="urn:microsoft.com/office/officeart/2018/2/layout/IconCircleList"/>
    <dgm:cxn modelId="{F42A556D-050B-420F-8E0C-149FFF850624}" type="presOf" srcId="{46970584-E944-4D89-BE0A-2E96A9ABDB8B}" destId="{58C1129A-7788-40DC-90FE-AE101AB8DD5C}" srcOrd="0" destOrd="0" presId="urn:microsoft.com/office/officeart/2018/2/layout/IconCircleList"/>
    <dgm:cxn modelId="{B6B9776D-4A75-44DE-B795-036E75080344}" type="presOf" srcId="{558704AE-F99C-4DF1-9CBB-B3EB351FC335}" destId="{C9ABE099-1708-42CA-B9D5-A892F6E1EC40}" srcOrd="0" destOrd="0" presId="urn:microsoft.com/office/officeart/2018/2/layout/IconCircleList"/>
    <dgm:cxn modelId="{6361A953-AC0E-41F9-90F6-C2380A2B3BDE}" srcId="{7CDCA32B-E13C-4598-843C-B638F81AD730}" destId="{B93C072F-974C-4C92-9195-DDA5B5511A62}" srcOrd="2" destOrd="0" parTransId="{8DF917ED-9D29-4644-A9E9-E282D6FC648C}" sibTransId="{645F1606-1CB2-4D67-A779-253D8AC55FBE}"/>
    <dgm:cxn modelId="{96889490-C752-4848-9203-20E9692EA922}" srcId="{7CDCA32B-E13C-4598-843C-B638F81AD730}" destId="{9AB02A20-DA36-4A74-BDC8-054C3C5AC492}" srcOrd="0" destOrd="0" parTransId="{6C43C35F-CA1B-480A-965E-27CEA62B8B15}" sibTransId="{81598003-CE0A-4A1D-BDF2-4F7D39102024}"/>
    <dgm:cxn modelId="{7517B79D-4AA2-48F2-8515-C37B8E72C87B}" type="presOf" srcId="{9608D8C3-C780-4331-BABB-4644FFA15EBE}" destId="{8B836F40-E237-4A20-898F-BB621A4CB0B0}" srcOrd="0" destOrd="0" presId="urn:microsoft.com/office/officeart/2018/2/layout/IconCircleList"/>
    <dgm:cxn modelId="{B2C568A2-FF3F-4A2E-8DC6-406CC6EA8075}" type="presOf" srcId="{449AAF7D-080A-4644-8D40-52865E2BA8CE}" destId="{7D336425-E8E1-4B63-8FDE-BC4B6481AD99}" srcOrd="0" destOrd="0" presId="urn:microsoft.com/office/officeart/2018/2/layout/IconCircleList"/>
    <dgm:cxn modelId="{9A1969A2-31AE-4DEF-93B9-118D433CAF1B}" srcId="{7CDCA32B-E13C-4598-843C-B638F81AD730}" destId="{4525A94C-9FF7-4DDA-B397-26F8B142B5CC}" srcOrd="7" destOrd="0" parTransId="{4748E9DE-B4AF-46B9-ACDA-822B481555B4}" sibTransId="{8D1316B9-00FC-42C5-8E0E-24606019CF73}"/>
    <dgm:cxn modelId="{C12316A5-8EA4-4F3B-BDFC-46FECCBC4EDB}" type="presOf" srcId="{9AB02A20-DA36-4A74-BDC8-054C3C5AC492}" destId="{91D5B18E-36AD-46C5-8839-64EEDC67D6CA}" srcOrd="0" destOrd="0" presId="urn:microsoft.com/office/officeart/2018/2/layout/IconCircleList"/>
    <dgm:cxn modelId="{F78F7FA6-0A79-4D1D-95D5-AA2AC0A4EAC7}" type="presOf" srcId="{4525A94C-9FF7-4DDA-B397-26F8B142B5CC}" destId="{E2EA0636-8190-4F39-8F24-1551EF8CE91E}" srcOrd="0" destOrd="0" presId="urn:microsoft.com/office/officeart/2018/2/layout/IconCircleList"/>
    <dgm:cxn modelId="{54E6A6AC-66E0-4D92-8FA1-205C3999F08F}" srcId="{7CDCA32B-E13C-4598-843C-B638F81AD730}" destId="{9608D8C3-C780-4331-BABB-4644FFA15EBE}" srcOrd="5" destOrd="0" parTransId="{15FB4A6B-BB73-4FA2-A6A8-F7B108A4BADA}" sibTransId="{449AAF7D-080A-4644-8D40-52865E2BA8CE}"/>
    <dgm:cxn modelId="{DA078FAD-1C83-49CE-BF9F-56DACA5BE433}" type="presOf" srcId="{EAB275D0-92F3-4175-949C-782F1A1E46EF}" destId="{72C30F3C-6B26-426A-9DF4-A65534ED41D3}" srcOrd="0" destOrd="0" presId="urn:microsoft.com/office/officeart/2018/2/layout/IconCircleList"/>
    <dgm:cxn modelId="{C16C48B3-1886-4E13-9B8A-23B6B2FBA00D}" srcId="{7CDCA32B-E13C-4598-843C-B638F81AD730}" destId="{B02DFEAB-EACC-46B4-88F8-0B9DB022E165}" srcOrd="1" destOrd="0" parTransId="{D25665D9-56E2-48F4-9838-F515EC6C0BA0}" sibTransId="{558704AE-F99C-4DF1-9CBB-B3EB351FC335}"/>
    <dgm:cxn modelId="{45F642B8-43E1-40D7-97EB-9738BA904A2A}" type="presOf" srcId="{1C51106D-6B67-45E9-90DD-EAFAB4E4BFF6}" destId="{01304B36-F1D5-454D-8929-775D26DC9B6C}" srcOrd="0" destOrd="0" presId="urn:microsoft.com/office/officeart/2018/2/layout/IconCircleList"/>
    <dgm:cxn modelId="{26FF8FB8-2B25-4768-B7DA-68B61548862E}" type="presOf" srcId="{645F1606-1CB2-4D67-A779-253D8AC55FBE}" destId="{6FC3A960-3958-47CE-8B04-5A8800DF3FF7}" srcOrd="0" destOrd="0" presId="urn:microsoft.com/office/officeart/2018/2/layout/IconCircleList"/>
    <dgm:cxn modelId="{722DC0CF-D8FE-489A-932B-024FC5E7E1B5}" srcId="{7CDCA32B-E13C-4598-843C-B638F81AD730}" destId="{EAB275D0-92F3-4175-949C-782F1A1E46EF}" srcOrd="6" destOrd="0" parTransId="{57546DDC-2FAF-4530-8404-577FCEDD5203}" sibTransId="{38DD2589-87C4-4B13-BDB8-E5B284762330}"/>
    <dgm:cxn modelId="{4498C0D6-35BA-44A6-B1E6-74B654D07615}" type="presOf" srcId="{B02DFEAB-EACC-46B4-88F8-0B9DB022E165}" destId="{865DF0C3-F75B-4975-8431-81F1C2BA628C}" srcOrd="0" destOrd="0" presId="urn:microsoft.com/office/officeart/2018/2/layout/IconCircleList"/>
    <dgm:cxn modelId="{42BB3FD7-1989-4C06-A547-30D188227BE7}" srcId="{7CDCA32B-E13C-4598-843C-B638F81AD730}" destId="{46970584-E944-4D89-BE0A-2E96A9ABDB8B}" srcOrd="3" destOrd="0" parTransId="{B5E49759-C28A-43BC-95D0-40FCF283FFEF}" sibTransId="{5C85F69F-57C9-4D76-9768-E1A1CB29BF1A}"/>
    <dgm:cxn modelId="{903351D8-16C4-4428-8887-E0AD293E6D7D}" type="presOf" srcId="{5C85F69F-57C9-4D76-9768-E1A1CB29BF1A}" destId="{5FD416A0-F4AD-47A6-8EA4-00AB3568661A}" srcOrd="0" destOrd="0" presId="urn:microsoft.com/office/officeart/2018/2/layout/IconCircleList"/>
    <dgm:cxn modelId="{49F90E71-A38B-4599-A07A-381FC37CB156}" type="presParOf" srcId="{0D0E1CE8-3F70-410C-B53F-EC8B518638B6}" destId="{8DBE344F-7BDF-4C98-841B-592EE4926E56}" srcOrd="0" destOrd="0" presId="urn:microsoft.com/office/officeart/2018/2/layout/IconCircleList"/>
    <dgm:cxn modelId="{925F0DB7-B2AD-4CBF-89B2-65955764C3DB}" type="presParOf" srcId="{8DBE344F-7BDF-4C98-841B-592EE4926E56}" destId="{EB70B00B-3387-4088-BF7B-1D4D330D2E07}" srcOrd="0" destOrd="0" presId="urn:microsoft.com/office/officeart/2018/2/layout/IconCircleList"/>
    <dgm:cxn modelId="{0F523334-54C4-4C98-86B6-6E2C7E870EC2}" type="presParOf" srcId="{EB70B00B-3387-4088-BF7B-1D4D330D2E07}" destId="{D91F4B9A-0EEB-4C83-BFC0-2BCA57995D29}" srcOrd="0" destOrd="0" presId="urn:microsoft.com/office/officeart/2018/2/layout/IconCircleList"/>
    <dgm:cxn modelId="{CFB5037A-20AF-41F8-A0DD-C85B84AFD1B5}" type="presParOf" srcId="{EB70B00B-3387-4088-BF7B-1D4D330D2E07}" destId="{51B55280-BBCB-424B-AB11-009F5DB009CE}" srcOrd="1" destOrd="0" presId="urn:microsoft.com/office/officeart/2018/2/layout/IconCircleList"/>
    <dgm:cxn modelId="{990A86EF-5102-45F8-A1DC-57B5B0CF01C3}" type="presParOf" srcId="{EB70B00B-3387-4088-BF7B-1D4D330D2E07}" destId="{4770F68F-27CC-4316-8848-128D530E623F}" srcOrd="2" destOrd="0" presId="urn:microsoft.com/office/officeart/2018/2/layout/IconCircleList"/>
    <dgm:cxn modelId="{28DF3DA0-5A6C-45E4-88AF-3643D2071B15}" type="presParOf" srcId="{EB70B00B-3387-4088-BF7B-1D4D330D2E07}" destId="{91D5B18E-36AD-46C5-8839-64EEDC67D6CA}" srcOrd="3" destOrd="0" presId="urn:microsoft.com/office/officeart/2018/2/layout/IconCircleList"/>
    <dgm:cxn modelId="{E8F89766-6C9A-4AE0-9799-F092B66C012A}" type="presParOf" srcId="{8DBE344F-7BDF-4C98-841B-592EE4926E56}" destId="{4A58ACE9-6490-4240-8BA5-A14A4D07660B}" srcOrd="1" destOrd="0" presId="urn:microsoft.com/office/officeart/2018/2/layout/IconCircleList"/>
    <dgm:cxn modelId="{EC63EA65-0E4C-4D46-9209-DF50152A0070}" type="presParOf" srcId="{8DBE344F-7BDF-4C98-841B-592EE4926E56}" destId="{83B6FE01-3924-4568-B235-3AF4564BD8F0}" srcOrd="2" destOrd="0" presId="urn:microsoft.com/office/officeart/2018/2/layout/IconCircleList"/>
    <dgm:cxn modelId="{751F5D20-45EE-45E1-B129-042377F0828D}" type="presParOf" srcId="{83B6FE01-3924-4568-B235-3AF4564BD8F0}" destId="{FFA1A1D4-9AD5-4B1B-A002-5E58EF31C8D6}" srcOrd="0" destOrd="0" presId="urn:microsoft.com/office/officeart/2018/2/layout/IconCircleList"/>
    <dgm:cxn modelId="{E39A0F26-B909-4E81-832E-6C562B7498A9}" type="presParOf" srcId="{83B6FE01-3924-4568-B235-3AF4564BD8F0}" destId="{64174D13-EDE2-42F3-8F82-771069928CEB}" srcOrd="1" destOrd="0" presId="urn:microsoft.com/office/officeart/2018/2/layout/IconCircleList"/>
    <dgm:cxn modelId="{F3BC0492-2DDF-49EE-8A2A-DF5C80BAF68C}" type="presParOf" srcId="{83B6FE01-3924-4568-B235-3AF4564BD8F0}" destId="{D6A52521-4DD1-444D-BEEE-BFD3BBA5FBC6}" srcOrd="2" destOrd="0" presId="urn:microsoft.com/office/officeart/2018/2/layout/IconCircleList"/>
    <dgm:cxn modelId="{3D824BAE-8CEF-42C0-A7D0-82DCAA389081}" type="presParOf" srcId="{83B6FE01-3924-4568-B235-3AF4564BD8F0}" destId="{865DF0C3-F75B-4975-8431-81F1C2BA628C}" srcOrd="3" destOrd="0" presId="urn:microsoft.com/office/officeart/2018/2/layout/IconCircleList"/>
    <dgm:cxn modelId="{F75FFEA9-E453-45B8-B9F8-1ABC9BC76C28}" type="presParOf" srcId="{8DBE344F-7BDF-4C98-841B-592EE4926E56}" destId="{C9ABE099-1708-42CA-B9D5-A892F6E1EC40}" srcOrd="3" destOrd="0" presId="urn:microsoft.com/office/officeart/2018/2/layout/IconCircleList"/>
    <dgm:cxn modelId="{F305AAD4-5826-4F7F-8498-90986E5E26D4}" type="presParOf" srcId="{8DBE344F-7BDF-4C98-841B-592EE4926E56}" destId="{0265C70E-5E9A-4AEA-80E3-3BE446E38046}" srcOrd="4" destOrd="0" presId="urn:microsoft.com/office/officeart/2018/2/layout/IconCircleList"/>
    <dgm:cxn modelId="{DCC59AA4-08F5-4A3E-9126-35EA7DF625DA}" type="presParOf" srcId="{0265C70E-5E9A-4AEA-80E3-3BE446E38046}" destId="{3C213CCE-1DB2-4071-BD88-31E277ABF3A1}" srcOrd="0" destOrd="0" presId="urn:microsoft.com/office/officeart/2018/2/layout/IconCircleList"/>
    <dgm:cxn modelId="{A13661E4-A4E2-41F2-A0F6-F7DD5E0ED763}" type="presParOf" srcId="{0265C70E-5E9A-4AEA-80E3-3BE446E38046}" destId="{2B81EC8C-4947-4FFA-8F89-3BC02F6FD5FF}" srcOrd="1" destOrd="0" presId="urn:microsoft.com/office/officeart/2018/2/layout/IconCircleList"/>
    <dgm:cxn modelId="{C412D631-C22B-4F39-AA82-245BB85CB239}" type="presParOf" srcId="{0265C70E-5E9A-4AEA-80E3-3BE446E38046}" destId="{57CFA59C-1594-43D8-8691-1D79D2AFF590}" srcOrd="2" destOrd="0" presId="urn:microsoft.com/office/officeart/2018/2/layout/IconCircleList"/>
    <dgm:cxn modelId="{C016F391-ACA4-465F-A34D-46FEBA877EF3}" type="presParOf" srcId="{0265C70E-5E9A-4AEA-80E3-3BE446E38046}" destId="{2ADE46CB-8B96-43E1-B6A2-F58579D8FB7D}" srcOrd="3" destOrd="0" presId="urn:microsoft.com/office/officeart/2018/2/layout/IconCircleList"/>
    <dgm:cxn modelId="{85FCD347-E11B-4A94-82DE-F23194F0353B}" type="presParOf" srcId="{8DBE344F-7BDF-4C98-841B-592EE4926E56}" destId="{6FC3A960-3958-47CE-8B04-5A8800DF3FF7}" srcOrd="5" destOrd="0" presId="urn:microsoft.com/office/officeart/2018/2/layout/IconCircleList"/>
    <dgm:cxn modelId="{D4DF2EBF-57DB-4124-A57A-6D46190B72AF}" type="presParOf" srcId="{8DBE344F-7BDF-4C98-841B-592EE4926E56}" destId="{B14E5394-3AF3-483F-8B3A-B060B4008080}" srcOrd="6" destOrd="0" presId="urn:microsoft.com/office/officeart/2018/2/layout/IconCircleList"/>
    <dgm:cxn modelId="{755ECB06-A336-4C6F-9EF6-23B8F6597FAD}" type="presParOf" srcId="{B14E5394-3AF3-483F-8B3A-B060B4008080}" destId="{1CF563D7-95A4-41D3-8E61-A1A0CE8A45A8}" srcOrd="0" destOrd="0" presId="urn:microsoft.com/office/officeart/2018/2/layout/IconCircleList"/>
    <dgm:cxn modelId="{9C12C42B-056F-45E4-86B5-5F32DEA93194}" type="presParOf" srcId="{B14E5394-3AF3-483F-8B3A-B060B4008080}" destId="{4ABCE35F-6A32-4765-B494-281AE5ED0AE8}" srcOrd="1" destOrd="0" presId="urn:microsoft.com/office/officeart/2018/2/layout/IconCircleList"/>
    <dgm:cxn modelId="{9D31636F-7E58-4746-879A-B8CDD95E44A1}" type="presParOf" srcId="{B14E5394-3AF3-483F-8B3A-B060B4008080}" destId="{FF653ACA-0862-496C-AD91-57BCC8A577F0}" srcOrd="2" destOrd="0" presId="urn:microsoft.com/office/officeart/2018/2/layout/IconCircleList"/>
    <dgm:cxn modelId="{2EE45C91-03F0-4DF0-9925-0C798EC181B4}" type="presParOf" srcId="{B14E5394-3AF3-483F-8B3A-B060B4008080}" destId="{58C1129A-7788-40DC-90FE-AE101AB8DD5C}" srcOrd="3" destOrd="0" presId="urn:microsoft.com/office/officeart/2018/2/layout/IconCircleList"/>
    <dgm:cxn modelId="{02952326-2D66-4C1E-8AC8-3A52744683D1}" type="presParOf" srcId="{8DBE344F-7BDF-4C98-841B-592EE4926E56}" destId="{5FD416A0-F4AD-47A6-8EA4-00AB3568661A}" srcOrd="7" destOrd="0" presId="urn:microsoft.com/office/officeart/2018/2/layout/IconCircleList"/>
    <dgm:cxn modelId="{E74D18D7-E76C-4F20-8790-31AD761041BA}" type="presParOf" srcId="{8DBE344F-7BDF-4C98-841B-592EE4926E56}" destId="{F8E8537B-B805-4A44-8D56-0A8C42ADB218}" srcOrd="8" destOrd="0" presId="urn:microsoft.com/office/officeart/2018/2/layout/IconCircleList"/>
    <dgm:cxn modelId="{F1EEFF9C-095B-458F-ABFE-DD5C83146D23}" type="presParOf" srcId="{F8E8537B-B805-4A44-8D56-0A8C42ADB218}" destId="{45B71300-2685-412C-9CF0-22815C2FDE76}" srcOrd="0" destOrd="0" presId="urn:microsoft.com/office/officeart/2018/2/layout/IconCircleList"/>
    <dgm:cxn modelId="{804390F7-CB23-4B11-BB02-8386F0E008F0}" type="presParOf" srcId="{F8E8537B-B805-4A44-8D56-0A8C42ADB218}" destId="{B627443D-ADDB-4EF1-BB8B-C0247A59AEA9}" srcOrd="1" destOrd="0" presId="urn:microsoft.com/office/officeart/2018/2/layout/IconCircleList"/>
    <dgm:cxn modelId="{1C259E15-DA89-4767-89E2-0BE0E2CF0465}" type="presParOf" srcId="{F8E8537B-B805-4A44-8D56-0A8C42ADB218}" destId="{40EDB56E-C13A-42F1-9FE0-C8234577F9FA}" srcOrd="2" destOrd="0" presId="urn:microsoft.com/office/officeart/2018/2/layout/IconCircleList"/>
    <dgm:cxn modelId="{85A15E02-0B03-48ED-A695-139D7C2CCBC0}" type="presParOf" srcId="{F8E8537B-B805-4A44-8D56-0A8C42ADB218}" destId="{01304B36-F1D5-454D-8929-775D26DC9B6C}" srcOrd="3" destOrd="0" presId="urn:microsoft.com/office/officeart/2018/2/layout/IconCircleList"/>
    <dgm:cxn modelId="{6B910A0C-319F-4454-9D7E-C7BD0A8A0DD7}" type="presParOf" srcId="{8DBE344F-7BDF-4C98-841B-592EE4926E56}" destId="{087EBDD5-E40B-4D81-9DAB-01A9051C534D}" srcOrd="9" destOrd="0" presId="urn:microsoft.com/office/officeart/2018/2/layout/IconCircleList"/>
    <dgm:cxn modelId="{1CF79C3A-BE69-4F09-9812-17B8076632EF}" type="presParOf" srcId="{8DBE344F-7BDF-4C98-841B-592EE4926E56}" destId="{C9D87032-8B03-40F5-AFCF-70CEEF338C87}" srcOrd="10" destOrd="0" presId="urn:microsoft.com/office/officeart/2018/2/layout/IconCircleList"/>
    <dgm:cxn modelId="{9D948B09-1B4B-43BD-8AF2-A28A20EF8CD3}" type="presParOf" srcId="{C9D87032-8B03-40F5-AFCF-70CEEF338C87}" destId="{AB5C1227-BC15-4361-9E41-D2DF39FA7FE0}" srcOrd="0" destOrd="0" presId="urn:microsoft.com/office/officeart/2018/2/layout/IconCircleList"/>
    <dgm:cxn modelId="{EDAA8120-FB37-49DD-9360-3D3F6825B773}" type="presParOf" srcId="{C9D87032-8B03-40F5-AFCF-70CEEF338C87}" destId="{8309CDB7-8586-4B53-8AC8-7F157DB84749}" srcOrd="1" destOrd="0" presId="urn:microsoft.com/office/officeart/2018/2/layout/IconCircleList"/>
    <dgm:cxn modelId="{DD6C6195-D74A-4395-8A4A-8F304962AB8A}" type="presParOf" srcId="{C9D87032-8B03-40F5-AFCF-70CEEF338C87}" destId="{1930C21F-96C2-4C28-A890-2813CDC67739}" srcOrd="2" destOrd="0" presId="urn:microsoft.com/office/officeart/2018/2/layout/IconCircleList"/>
    <dgm:cxn modelId="{FA47BBA6-BC5A-4514-8821-8575105680F3}" type="presParOf" srcId="{C9D87032-8B03-40F5-AFCF-70CEEF338C87}" destId="{8B836F40-E237-4A20-898F-BB621A4CB0B0}" srcOrd="3" destOrd="0" presId="urn:microsoft.com/office/officeart/2018/2/layout/IconCircleList"/>
    <dgm:cxn modelId="{CD07A8B8-50A9-4D5E-9E23-F8AFA5117183}" type="presParOf" srcId="{8DBE344F-7BDF-4C98-841B-592EE4926E56}" destId="{7D336425-E8E1-4B63-8FDE-BC4B6481AD99}" srcOrd="11" destOrd="0" presId="urn:microsoft.com/office/officeart/2018/2/layout/IconCircleList"/>
    <dgm:cxn modelId="{EA6645ED-61D9-4FCD-A1DF-4725AA7D2288}" type="presParOf" srcId="{8DBE344F-7BDF-4C98-841B-592EE4926E56}" destId="{F128E7A9-C743-43BD-B3D9-9B12686926A7}" srcOrd="12" destOrd="0" presId="urn:microsoft.com/office/officeart/2018/2/layout/IconCircleList"/>
    <dgm:cxn modelId="{0E3DEED4-D6CA-4BF4-B3EC-B41FDCD8B643}" type="presParOf" srcId="{F128E7A9-C743-43BD-B3D9-9B12686926A7}" destId="{4CB7CB75-41CD-44B9-B360-E271D5CB8C32}" srcOrd="0" destOrd="0" presId="urn:microsoft.com/office/officeart/2018/2/layout/IconCircleList"/>
    <dgm:cxn modelId="{EA7F4F2E-50B8-4E8F-B525-00694E0D0805}" type="presParOf" srcId="{F128E7A9-C743-43BD-B3D9-9B12686926A7}" destId="{EBC81CC2-D81B-4075-8CC1-A92D496C792E}" srcOrd="1" destOrd="0" presId="urn:microsoft.com/office/officeart/2018/2/layout/IconCircleList"/>
    <dgm:cxn modelId="{1739A7F8-1069-438D-AFB1-6C0A4BFACC45}" type="presParOf" srcId="{F128E7A9-C743-43BD-B3D9-9B12686926A7}" destId="{F5EB147F-213A-49E7-8912-79A3EB943B60}" srcOrd="2" destOrd="0" presId="urn:microsoft.com/office/officeart/2018/2/layout/IconCircleList"/>
    <dgm:cxn modelId="{11A28C80-165B-40EF-9DF0-7F767913A86A}" type="presParOf" srcId="{F128E7A9-C743-43BD-B3D9-9B12686926A7}" destId="{72C30F3C-6B26-426A-9DF4-A65534ED41D3}" srcOrd="3" destOrd="0" presId="urn:microsoft.com/office/officeart/2018/2/layout/IconCircleList"/>
    <dgm:cxn modelId="{19DFC52B-0BA3-47F9-A146-069E67BC4EE0}" type="presParOf" srcId="{8DBE344F-7BDF-4C98-841B-592EE4926E56}" destId="{8D4B96B3-17CF-424B-97C2-ACACB8B33621}" srcOrd="13" destOrd="0" presId="urn:microsoft.com/office/officeart/2018/2/layout/IconCircleList"/>
    <dgm:cxn modelId="{A51E1B75-DC8F-4CAB-8E8D-6EB99C85984A}" type="presParOf" srcId="{8DBE344F-7BDF-4C98-841B-592EE4926E56}" destId="{C8A893A1-F54A-430D-9342-FA198EFFE9D1}" srcOrd="14" destOrd="0" presId="urn:microsoft.com/office/officeart/2018/2/layout/IconCircleList"/>
    <dgm:cxn modelId="{372F0AD6-BEA4-4441-BE33-0133103158C3}" type="presParOf" srcId="{C8A893A1-F54A-430D-9342-FA198EFFE9D1}" destId="{18DA1FD2-D3FC-453A-9526-D10B5C886D89}" srcOrd="0" destOrd="0" presId="urn:microsoft.com/office/officeart/2018/2/layout/IconCircleList"/>
    <dgm:cxn modelId="{E0FA5C4E-13F3-41DB-987F-3BD26421FBBB}" type="presParOf" srcId="{C8A893A1-F54A-430D-9342-FA198EFFE9D1}" destId="{AEADF72A-41A3-4D1E-AD37-6CBFBDB5A8EF}" srcOrd="1" destOrd="0" presId="urn:microsoft.com/office/officeart/2018/2/layout/IconCircleList"/>
    <dgm:cxn modelId="{B7F84977-834C-4F60-A690-B1EC41A54EE1}" type="presParOf" srcId="{C8A893A1-F54A-430D-9342-FA198EFFE9D1}" destId="{A173DA6F-C0B6-4C8E-8932-32F80FE61867}" srcOrd="2" destOrd="0" presId="urn:microsoft.com/office/officeart/2018/2/layout/IconCircleList"/>
    <dgm:cxn modelId="{1CC7FC38-F079-4F20-83A4-B307C8A6EBB8}" type="presParOf" srcId="{C8A893A1-F54A-430D-9342-FA198EFFE9D1}" destId="{E2EA0636-8190-4F39-8F24-1551EF8CE91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209780-0809-4317-A407-4FFC25E716FB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32CD2C-299B-4812-B6FC-085D04929054}">
      <dgm:prSet custT="1"/>
      <dgm:spPr/>
      <dgm:t>
        <a:bodyPr/>
        <a:lstStyle/>
        <a:p>
          <a:r>
            <a:rPr lang="en-US" sz="1400" b="1" i="0" dirty="0"/>
            <a:t>Literature Review</a:t>
          </a:r>
          <a:r>
            <a:rPr lang="en-US" sz="1400" b="0" i="0" dirty="0"/>
            <a:t>:</a:t>
          </a:r>
          <a:endParaRPr lang="en-US" sz="1400" dirty="0"/>
        </a:p>
      </dgm:t>
    </dgm:pt>
    <dgm:pt modelId="{88C9C05E-7620-4F2A-96F8-C5F023FCD33B}" type="parTrans" cxnId="{F9F0FF8F-A161-435C-9156-9AB3D1FA01E2}">
      <dgm:prSet/>
      <dgm:spPr/>
      <dgm:t>
        <a:bodyPr/>
        <a:lstStyle/>
        <a:p>
          <a:endParaRPr lang="en-US"/>
        </a:p>
      </dgm:t>
    </dgm:pt>
    <dgm:pt modelId="{7F38AC51-8BA5-45B7-BB27-412CE1B07A45}" type="sibTrans" cxnId="{F9F0FF8F-A161-435C-9156-9AB3D1FA01E2}">
      <dgm:prSet/>
      <dgm:spPr/>
      <dgm:t>
        <a:bodyPr/>
        <a:lstStyle/>
        <a:p>
          <a:endParaRPr lang="en-US"/>
        </a:p>
      </dgm:t>
    </dgm:pt>
    <dgm:pt modelId="{044A4F06-B3CD-4413-8BDE-612CB119BB06}">
      <dgm:prSet/>
      <dgm:spPr/>
      <dgm:t>
        <a:bodyPr/>
        <a:lstStyle/>
        <a:p>
          <a:r>
            <a:rPr lang="en-US" b="0" i="0" dirty="0"/>
            <a:t>Purpose: Explore existing research on FPGA-based classifier implementations.</a:t>
          </a:r>
          <a:endParaRPr lang="en-US" dirty="0"/>
        </a:p>
      </dgm:t>
    </dgm:pt>
    <dgm:pt modelId="{B18C883E-AFC5-4B84-B8F9-3AA7E7C21DD8}" type="parTrans" cxnId="{FF714B61-37AE-4790-9C48-93A48B1DDE82}">
      <dgm:prSet/>
      <dgm:spPr/>
      <dgm:t>
        <a:bodyPr/>
        <a:lstStyle/>
        <a:p>
          <a:endParaRPr lang="en-US"/>
        </a:p>
      </dgm:t>
    </dgm:pt>
    <dgm:pt modelId="{2D2A67ED-2EF8-441A-9347-97B39153F7D5}" type="sibTrans" cxnId="{FF714B61-37AE-4790-9C48-93A48B1DDE82}">
      <dgm:prSet/>
      <dgm:spPr/>
      <dgm:t>
        <a:bodyPr/>
        <a:lstStyle/>
        <a:p>
          <a:endParaRPr lang="en-US"/>
        </a:p>
      </dgm:t>
    </dgm:pt>
    <dgm:pt modelId="{9FE03EA2-3103-404B-AE5B-83AC805A8612}">
      <dgm:prSet/>
      <dgm:spPr/>
      <dgm:t>
        <a:bodyPr/>
        <a:lstStyle/>
        <a:p>
          <a:r>
            <a:rPr lang="en-US" b="0" i="0" dirty="0"/>
            <a:t>Objective: Understand the landscape and identify gaps.</a:t>
          </a:r>
          <a:endParaRPr lang="en-US" dirty="0"/>
        </a:p>
      </dgm:t>
    </dgm:pt>
    <dgm:pt modelId="{0A1530BF-6821-4E40-9D1B-96F9DA263B05}" type="parTrans" cxnId="{41111FB1-E08E-47A3-9F11-549F05AB54FC}">
      <dgm:prSet/>
      <dgm:spPr/>
      <dgm:t>
        <a:bodyPr/>
        <a:lstStyle/>
        <a:p>
          <a:endParaRPr lang="en-US"/>
        </a:p>
      </dgm:t>
    </dgm:pt>
    <dgm:pt modelId="{867C7BCB-D0E0-4D44-8490-51A6B8F307DE}" type="sibTrans" cxnId="{41111FB1-E08E-47A3-9F11-549F05AB54FC}">
      <dgm:prSet/>
      <dgm:spPr/>
      <dgm:t>
        <a:bodyPr/>
        <a:lstStyle/>
        <a:p>
          <a:endParaRPr lang="en-US"/>
        </a:p>
      </dgm:t>
    </dgm:pt>
    <dgm:pt modelId="{A819E998-1F95-4350-A30C-0494D1B16D4D}">
      <dgm:prSet/>
      <dgm:spPr/>
      <dgm:t>
        <a:bodyPr/>
        <a:lstStyle/>
        <a:p>
          <a:r>
            <a:rPr lang="en-US" b="1" i="0"/>
            <a:t>Research on FPGA-Based Implementations</a:t>
          </a:r>
          <a:r>
            <a:rPr lang="en-US" b="0" i="0"/>
            <a:t>:</a:t>
          </a:r>
          <a:endParaRPr lang="en-US"/>
        </a:p>
      </dgm:t>
    </dgm:pt>
    <dgm:pt modelId="{A6784E2E-CF16-46E4-9172-B2C6DDC41945}" type="parTrans" cxnId="{514E32F8-9CC2-49B2-B447-DB5D74705797}">
      <dgm:prSet/>
      <dgm:spPr/>
      <dgm:t>
        <a:bodyPr/>
        <a:lstStyle/>
        <a:p>
          <a:endParaRPr lang="en-US"/>
        </a:p>
      </dgm:t>
    </dgm:pt>
    <dgm:pt modelId="{91046600-A592-44D2-B318-7D0D7316CF95}" type="sibTrans" cxnId="{514E32F8-9CC2-49B2-B447-DB5D74705797}">
      <dgm:prSet/>
      <dgm:spPr/>
      <dgm:t>
        <a:bodyPr/>
        <a:lstStyle/>
        <a:p>
          <a:endParaRPr lang="en-US"/>
        </a:p>
      </dgm:t>
    </dgm:pt>
    <dgm:pt modelId="{5D5A56A9-A9C2-45E0-818E-807CDAD26668}">
      <dgm:prSet/>
      <dgm:spPr/>
      <dgm:t>
        <a:bodyPr/>
        <a:lstStyle/>
        <a:p>
          <a:r>
            <a:rPr lang="en-US" b="0" i="0"/>
            <a:t>Summarize studies and papers exploring FPGA-based machine learning classifiers.</a:t>
          </a:r>
          <a:endParaRPr lang="en-US"/>
        </a:p>
      </dgm:t>
    </dgm:pt>
    <dgm:pt modelId="{253A2165-F9E5-4F7E-9C14-EB6E81802932}" type="parTrans" cxnId="{ACC359FE-376B-4ABA-814B-CECB08D9D835}">
      <dgm:prSet/>
      <dgm:spPr/>
      <dgm:t>
        <a:bodyPr/>
        <a:lstStyle/>
        <a:p>
          <a:endParaRPr lang="en-US"/>
        </a:p>
      </dgm:t>
    </dgm:pt>
    <dgm:pt modelId="{6B6D9E8C-2CEB-4AFC-83E1-877F393E95DA}" type="sibTrans" cxnId="{ACC359FE-376B-4ABA-814B-CECB08D9D835}">
      <dgm:prSet/>
      <dgm:spPr/>
      <dgm:t>
        <a:bodyPr/>
        <a:lstStyle/>
        <a:p>
          <a:endParaRPr lang="en-US"/>
        </a:p>
      </dgm:t>
    </dgm:pt>
    <dgm:pt modelId="{92E1A4BA-8911-4C13-AD7F-9ADEC9F4E877}">
      <dgm:prSet/>
      <dgm:spPr/>
      <dgm:t>
        <a:bodyPr/>
        <a:lstStyle/>
        <a:p>
          <a:r>
            <a:rPr lang="en-US" b="0" i="0"/>
            <a:t>Highlight diverse methodologies and approaches used.</a:t>
          </a:r>
          <a:endParaRPr lang="en-US"/>
        </a:p>
      </dgm:t>
    </dgm:pt>
    <dgm:pt modelId="{5E2F8251-0D74-4CD1-AC36-A9E06D93CFED}" type="parTrans" cxnId="{27ABA6C0-EDFF-4A71-A640-4F517F48AC14}">
      <dgm:prSet/>
      <dgm:spPr/>
      <dgm:t>
        <a:bodyPr/>
        <a:lstStyle/>
        <a:p>
          <a:endParaRPr lang="en-US"/>
        </a:p>
      </dgm:t>
    </dgm:pt>
    <dgm:pt modelId="{47059D47-5D6F-4706-8D85-3BECC807F6C0}" type="sibTrans" cxnId="{27ABA6C0-EDFF-4A71-A640-4F517F48AC14}">
      <dgm:prSet/>
      <dgm:spPr/>
      <dgm:t>
        <a:bodyPr/>
        <a:lstStyle/>
        <a:p>
          <a:endParaRPr lang="en-US"/>
        </a:p>
      </dgm:t>
    </dgm:pt>
    <dgm:pt modelId="{3D66348B-0E5E-419A-BC94-6142EFC0F9FC}">
      <dgm:prSet/>
      <dgm:spPr/>
      <dgm:t>
        <a:bodyPr/>
        <a:lstStyle/>
        <a:p>
          <a:r>
            <a:rPr lang="en-US" b="1" i="0"/>
            <a:t>Advantages of FPGA in Machine Learning</a:t>
          </a:r>
          <a:r>
            <a:rPr lang="en-US" b="0" i="0"/>
            <a:t>:</a:t>
          </a:r>
          <a:endParaRPr lang="en-US"/>
        </a:p>
      </dgm:t>
    </dgm:pt>
    <dgm:pt modelId="{0107504A-035A-46A4-9AC9-3BA7B76CD9D9}" type="parTrans" cxnId="{9D552B05-D18E-4BAC-9993-188B43E89C25}">
      <dgm:prSet/>
      <dgm:spPr/>
      <dgm:t>
        <a:bodyPr/>
        <a:lstStyle/>
        <a:p>
          <a:endParaRPr lang="en-US"/>
        </a:p>
      </dgm:t>
    </dgm:pt>
    <dgm:pt modelId="{0C4F12D6-B59A-487D-87B4-3BBD4BC9D53F}" type="sibTrans" cxnId="{9D552B05-D18E-4BAC-9993-188B43E89C25}">
      <dgm:prSet/>
      <dgm:spPr/>
      <dgm:t>
        <a:bodyPr/>
        <a:lstStyle/>
        <a:p>
          <a:endParaRPr lang="en-US"/>
        </a:p>
      </dgm:t>
    </dgm:pt>
    <dgm:pt modelId="{2D7C8B12-7332-43CB-836D-2DDE5BE603A1}">
      <dgm:prSet/>
      <dgm:spPr/>
      <dgm:t>
        <a:bodyPr/>
        <a:lstStyle/>
        <a:p>
          <a:r>
            <a:rPr lang="en-US" b="0" i="0"/>
            <a:t>Parallel processing capabilities.</a:t>
          </a:r>
          <a:endParaRPr lang="en-US"/>
        </a:p>
      </dgm:t>
    </dgm:pt>
    <dgm:pt modelId="{F5318181-1098-4073-A2F3-CB127B7B784A}" type="parTrans" cxnId="{824E4162-F83A-4EF9-9783-6233B4AB193F}">
      <dgm:prSet/>
      <dgm:spPr/>
      <dgm:t>
        <a:bodyPr/>
        <a:lstStyle/>
        <a:p>
          <a:endParaRPr lang="en-US"/>
        </a:p>
      </dgm:t>
    </dgm:pt>
    <dgm:pt modelId="{0706B117-5D34-4050-9661-5FE90DC847E6}" type="sibTrans" cxnId="{824E4162-F83A-4EF9-9783-6233B4AB193F}">
      <dgm:prSet/>
      <dgm:spPr/>
      <dgm:t>
        <a:bodyPr/>
        <a:lstStyle/>
        <a:p>
          <a:endParaRPr lang="en-US"/>
        </a:p>
      </dgm:t>
    </dgm:pt>
    <dgm:pt modelId="{23FB8E09-A181-4F80-ADC8-AA1C796FDCD1}">
      <dgm:prSet/>
      <dgm:spPr/>
      <dgm:t>
        <a:bodyPr/>
        <a:lstStyle/>
        <a:p>
          <a:r>
            <a:rPr lang="en-US" b="0" i="0"/>
            <a:t>Real-time data processing.</a:t>
          </a:r>
          <a:endParaRPr lang="en-US"/>
        </a:p>
      </dgm:t>
    </dgm:pt>
    <dgm:pt modelId="{FAED19F5-E6CB-46BD-B3C7-084C9E97CA1A}" type="parTrans" cxnId="{23BBE0B1-065A-4AA3-8D96-DA1A7DB36015}">
      <dgm:prSet/>
      <dgm:spPr/>
      <dgm:t>
        <a:bodyPr/>
        <a:lstStyle/>
        <a:p>
          <a:endParaRPr lang="en-US"/>
        </a:p>
      </dgm:t>
    </dgm:pt>
    <dgm:pt modelId="{A6EF88F3-AA68-4419-97C9-F5A0A1C185A9}" type="sibTrans" cxnId="{23BBE0B1-065A-4AA3-8D96-DA1A7DB36015}">
      <dgm:prSet/>
      <dgm:spPr/>
      <dgm:t>
        <a:bodyPr/>
        <a:lstStyle/>
        <a:p>
          <a:endParaRPr lang="en-US"/>
        </a:p>
      </dgm:t>
    </dgm:pt>
    <dgm:pt modelId="{A84E48D7-505D-4BE9-B8FA-571513972173}">
      <dgm:prSet/>
      <dgm:spPr/>
      <dgm:t>
        <a:bodyPr/>
        <a:lstStyle/>
        <a:p>
          <a:r>
            <a:rPr lang="en-US" b="0" i="0"/>
            <a:t>Efficiency gains.</a:t>
          </a:r>
          <a:endParaRPr lang="en-US"/>
        </a:p>
      </dgm:t>
    </dgm:pt>
    <dgm:pt modelId="{DE9A94BD-878E-41BF-815E-97D7F832806C}" type="parTrans" cxnId="{B63B1C0E-0B13-4DC6-81DD-E672AB8F0D53}">
      <dgm:prSet/>
      <dgm:spPr/>
      <dgm:t>
        <a:bodyPr/>
        <a:lstStyle/>
        <a:p>
          <a:endParaRPr lang="en-US"/>
        </a:p>
      </dgm:t>
    </dgm:pt>
    <dgm:pt modelId="{E1DC6D34-E940-4C90-B8F7-59D10A899FF7}" type="sibTrans" cxnId="{B63B1C0E-0B13-4DC6-81DD-E672AB8F0D53}">
      <dgm:prSet/>
      <dgm:spPr/>
      <dgm:t>
        <a:bodyPr/>
        <a:lstStyle/>
        <a:p>
          <a:endParaRPr lang="en-US"/>
        </a:p>
      </dgm:t>
    </dgm:pt>
    <dgm:pt modelId="{E78C6AC3-E413-4EC8-92A5-3BB0838003F8}">
      <dgm:prSet/>
      <dgm:spPr/>
      <dgm:t>
        <a:bodyPr/>
        <a:lstStyle/>
        <a:p>
          <a:r>
            <a:rPr lang="en-US" b="1" i="0"/>
            <a:t>Existing Approaches in Literature</a:t>
          </a:r>
          <a:r>
            <a:rPr lang="en-US" b="0" i="0"/>
            <a:t>:</a:t>
          </a:r>
          <a:endParaRPr lang="en-US"/>
        </a:p>
      </dgm:t>
    </dgm:pt>
    <dgm:pt modelId="{A8699A49-3697-419F-A1A0-FA4B9577DF69}" type="parTrans" cxnId="{AA76BCC9-44A8-417E-9101-95374FB09ED1}">
      <dgm:prSet/>
      <dgm:spPr/>
      <dgm:t>
        <a:bodyPr/>
        <a:lstStyle/>
        <a:p>
          <a:endParaRPr lang="en-US"/>
        </a:p>
      </dgm:t>
    </dgm:pt>
    <dgm:pt modelId="{86D497C6-9D04-4CC9-A6C9-704C841BC242}" type="sibTrans" cxnId="{AA76BCC9-44A8-417E-9101-95374FB09ED1}">
      <dgm:prSet/>
      <dgm:spPr/>
      <dgm:t>
        <a:bodyPr/>
        <a:lstStyle/>
        <a:p>
          <a:endParaRPr lang="en-US"/>
        </a:p>
      </dgm:t>
    </dgm:pt>
    <dgm:pt modelId="{D7CD76DD-3309-42AF-AB2B-C6D4582C19E1}">
      <dgm:prSet/>
      <dgm:spPr/>
      <dgm:t>
        <a:bodyPr/>
        <a:lstStyle/>
        <a:p>
          <a:r>
            <a:rPr lang="en-US" b="0" i="0"/>
            <a:t>Hardware-only designs.</a:t>
          </a:r>
          <a:endParaRPr lang="en-US"/>
        </a:p>
      </dgm:t>
    </dgm:pt>
    <dgm:pt modelId="{CF508179-2389-4D40-9DB0-9BA3C58AED50}" type="parTrans" cxnId="{E5F449F4-2AF6-4A2F-9FFC-F2E3E0BB635C}">
      <dgm:prSet/>
      <dgm:spPr/>
      <dgm:t>
        <a:bodyPr/>
        <a:lstStyle/>
        <a:p>
          <a:endParaRPr lang="en-US"/>
        </a:p>
      </dgm:t>
    </dgm:pt>
    <dgm:pt modelId="{FD99C18B-5861-42CD-B651-6F79A3BA9D8D}" type="sibTrans" cxnId="{E5F449F4-2AF6-4A2F-9FFC-F2E3E0BB635C}">
      <dgm:prSet/>
      <dgm:spPr/>
      <dgm:t>
        <a:bodyPr/>
        <a:lstStyle/>
        <a:p>
          <a:endParaRPr lang="en-US"/>
        </a:p>
      </dgm:t>
    </dgm:pt>
    <dgm:pt modelId="{0C472FEC-455E-4E71-9CE2-3D4F3B47A733}">
      <dgm:prSet/>
      <dgm:spPr/>
      <dgm:t>
        <a:bodyPr/>
        <a:lstStyle/>
        <a:p>
          <a:r>
            <a:rPr lang="en-US" b="0" i="0"/>
            <a:t>Software-only designs.</a:t>
          </a:r>
          <a:endParaRPr lang="en-US"/>
        </a:p>
      </dgm:t>
    </dgm:pt>
    <dgm:pt modelId="{1CCD07D9-B7FF-4D1A-AB73-0F5B266D3E14}" type="parTrans" cxnId="{FFF7D641-26BF-41BC-B04D-4343C5F04DF5}">
      <dgm:prSet/>
      <dgm:spPr/>
      <dgm:t>
        <a:bodyPr/>
        <a:lstStyle/>
        <a:p>
          <a:endParaRPr lang="en-US"/>
        </a:p>
      </dgm:t>
    </dgm:pt>
    <dgm:pt modelId="{FD2D66AC-D7D4-45EB-8E3D-2B834EF2DE1E}" type="sibTrans" cxnId="{FFF7D641-26BF-41BC-B04D-4343C5F04DF5}">
      <dgm:prSet/>
      <dgm:spPr/>
      <dgm:t>
        <a:bodyPr/>
        <a:lstStyle/>
        <a:p>
          <a:endParaRPr lang="en-US"/>
        </a:p>
      </dgm:t>
    </dgm:pt>
    <dgm:pt modelId="{5237B714-418B-49D4-9892-4A5C85ADDA9B}">
      <dgm:prSet/>
      <dgm:spPr/>
      <dgm:t>
        <a:bodyPr/>
        <a:lstStyle/>
        <a:p>
          <a:r>
            <a:rPr lang="en-US" b="1" i="0"/>
            <a:t>Challenges and Limitations</a:t>
          </a:r>
          <a:r>
            <a:rPr lang="en-US" b="0" i="0"/>
            <a:t>:</a:t>
          </a:r>
          <a:endParaRPr lang="en-US"/>
        </a:p>
      </dgm:t>
    </dgm:pt>
    <dgm:pt modelId="{064B79DE-D28C-4286-87F1-B0232949D44E}" type="parTrans" cxnId="{E91750FB-CA32-4B7B-A764-845176C44821}">
      <dgm:prSet/>
      <dgm:spPr/>
      <dgm:t>
        <a:bodyPr/>
        <a:lstStyle/>
        <a:p>
          <a:endParaRPr lang="en-US"/>
        </a:p>
      </dgm:t>
    </dgm:pt>
    <dgm:pt modelId="{D70C237A-B14F-4ADE-8D03-2C87F06792C4}" type="sibTrans" cxnId="{E91750FB-CA32-4B7B-A764-845176C44821}">
      <dgm:prSet/>
      <dgm:spPr/>
      <dgm:t>
        <a:bodyPr/>
        <a:lstStyle/>
        <a:p>
          <a:endParaRPr lang="en-US"/>
        </a:p>
      </dgm:t>
    </dgm:pt>
    <dgm:pt modelId="{91118BAC-D688-4D4A-80FD-0C24ED495C07}">
      <dgm:prSet/>
      <dgm:spPr/>
      <dgm:t>
        <a:bodyPr/>
        <a:lstStyle/>
        <a:p>
          <a:r>
            <a:rPr lang="en-US" b="0" i="0"/>
            <a:t>Area overhead.</a:t>
          </a:r>
          <a:endParaRPr lang="en-US"/>
        </a:p>
      </dgm:t>
    </dgm:pt>
    <dgm:pt modelId="{35E0FDA2-3314-4503-BC77-604C1E50FE7F}" type="parTrans" cxnId="{80B1B067-2D2E-4DCD-9863-EC00D787CFA2}">
      <dgm:prSet/>
      <dgm:spPr/>
      <dgm:t>
        <a:bodyPr/>
        <a:lstStyle/>
        <a:p>
          <a:endParaRPr lang="en-US"/>
        </a:p>
      </dgm:t>
    </dgm:pt>
    <dgm:pt modelId="{CCD0828B-AE9D-4E31-9B19-612D3DA43D83}" type="sibTrans" cxnId="{80B1B067-2D2E-4DCD-9863-EC00D787CFA2}">
      <dgm:prSet/>
      <dgm:spPr/>
      <dgm:t>
        <a:bodyPr/>
        <a:lstStyle/>
        <a:p>
          <a:endParaRPr lang="en-US"/>
        </a:p>
      </dgm:t>
    </dgm:pt>
    <dgm:pt modelId="{E1053380-9F67-44EA-AC1E-7E0C6B89E29B}">
      <dgm:prSet/>
      <dgm:spPr/>
      <dgm:t>
        <a:bodyPr/>
        <a:lstStyle/>
        <a:p>
          <a:r>
            <a:rPr lang="en-US" b="0" i="0"/>
            <a:t>Power consumption.</a:t>
          </a:r>
          <a:endParaRPr lang="en-US"/>
        </a:p>
      </dgm:t>
    </dgm:pt>
    <dgm:pt modelId="{8A220F99-1F19-4893-8AF6-71492BD101D7}" type="parTrans" cxnId="{EB21A5AF-CDC8-45F3-BC59-9479AB44976D}">
      <dgm:prSet/>
      <dgm:spPr/>
      <dgm:t>
        <a:bodyPr/>
        <a:lstStyle/>
        <a:p>
          <a:endParaRPr lang="en-US"/>
        </a:p>
      </dgm:t>
    </dgm:pt>
    <dgm:pt modelId="{D8405FA4-7603-45D5-B3A3-0AAAD4361C78}" type="sibTrans" cxnId="{EB21A5AF-CDC8-45F3-BC59-9479AB44976D}">
      <dgm:prSet/>
      <dgm:spPr/>
      <dgm:t>
        <a:bodyPr/>
        <a:lstStyle/>
        <a:p>
          <a:endParaRPr lang="en-US"/>
        </a:p>
      </dgm:t>
    </dgm:pt>
    <dgm:pt modelId="{CBB2ED1F-3B09-4201-A8BD-840DB3D58079}">
      <dgm:prSet/>
      <dgm:spPr/>
      <dgm:t>
        <a:bodyPr/>
        <a:lstStyle/>
        <a:p>
          <a:r>
            <a:rPr lang="en-US" b="0" i="0"/>
            <a:t>Technology dependencies.</a:t>
          </a:r>
          <a:endParaRPr lang="en-US"/>
        </a:p>
      </dgm:t>
    </dgm:pt>
    <dgm:pt modelId="{21226081-8E2F-4FB6-86CE-AB875FBB6104}" type="parTrans" cxnId="{F53D008A-A17E-4F18-A249-EBA9E533A9A8}">
      <dgm:prSet/>
      <dgm:spPr/>
      <dgm:t>
        <a:bodyPr/>
        <a:lstStyle/>
        <a:p>
          <a:endParaRPr lang="en-US"/>
        </a:p>
      </dgm:t>
    </dgm:pt>
    <dgm:pt modelId="{F2986735-0A9B-429D-BA53-4BA27F26F195}" type="sibTrans" cxnId="{F53D008A-A17E-4F18-A249-EBA9E533A9A8}">
      <dgm:prSet/>
      <dgm:spPr/>
      <dgm:t>
        <a:bodyPr/>
        <a:lstStyle/>
        <a:p>
          <a:endParaRPr lang="en-US"/>
        </a:p>
      </dgm:t>
    </dgm:pt>
    <dgm:pt modelId="{CE7C2EF1-5D0E-485F-8066-A9278C90EAC0}">
      <dgm:prSet/>
      <dgm:spPr/>
      <dgm:t>
        <a:bodyPr/>
        <a:lstStyle/>
        <a:p>
          <a:r>
            <a:rPr lang="en-US" b="1" i="0"/>
            <a:t>Comparison of Approaches</a:t>
          </a:r>
          <a:r>
            <a:rPr lang="en-US" b="0" i="0"/>
            <a:t>:</a:t>
          </a:r>
          <a:endParaRPr lang="en-US"/>
        </a:p>
      </dgm:t>
    </dgm:pt>
    <dgm:pt modelId="{A91CF968-95C0-4251-A4FF-1C052A257AD6}" type="parTrans" cxnId="{3B568ABB-B26C-4086-A399-6DB71428BB19}">
      <dgm:prSet/>
      <dgm:spPr/>
      <dgm:t>
        <a:bodyPr/>
        <a:lstStyle/>
        <a:p>
          <a:endParaRPr lang="en-US"/>
        </a:p>
      </dgm:t>
    </dgm:pt>
    <dgm:pt modelId="{FA61BF7E-5DF0-4BD9-B68F-E524105CBD68}" type="sibTrans" cxnId="{3B568ABB-B26C-4086-A399-6DB71428BB19}">
      <dgm:prSet/>
      <dgm:spPr/>
      <dgm:t>
        <a:bodyPr/>
        <a:lstStyle/>
        <a:p>
          <a:endParaRPr lang="en-US"/>
        </a:p>
      </dgm:t>
    </dgm:pt>
    <dgm:pt modelId="{37F193E0-B9F1-4BD2-8ECF-B63FDFD0B3DD}">
      <dgm:prSet/>
      <dgm:spPr/>
      <dgm:t>
        <a:bodyPr/>
        <a:lstStyle/>
        <a:p>
          <a:r>
            <a:rPr lang="en-US" b="0" i="0"/>
            <a:t>Analyze strengths and weaknesses.</a:t>
          </a:r>
          <a:endParaRPr lang="en-US"/>
        </a:p>
      </dgm:t>
    </dgm:pt>
    <dgm:pt modelId="{EC3D0CB7-2587-4B6B-884C-ED3BE114BEE6}" type="parTrans" cxnId="{44A3BFAB-2C5F-489C-80E2-4A9C54FD335D}">
      <dgm:prSet/>
      <dgm:spPr/>
      <dgm:t>
        <a:bodyPr/>
        <a:lstStyle/>
        <a:p>
          <a:endParaRPr lang="en-US"/>
        </a:p>
      </dgm:t>
    </dgm:pt>
    <dgm:pt modelId="{56CBF6F7-DE71-4A25-9CA8-6748E66F61B9}" type="sibTrans" cxnId="{44A3BFAB-2C5F-489C-80E2-4A9C54FD335D}">
      <dgm:prSet/>
      <dgm:spPr/>
      <dgm:t>
        <a:bodyPr/>
        <a:lstStyle/>
        <a:p>
          <a:endParaRPr lang="en-US"/>
        </a:p>
      </dgm:t>
    </dgm:pt>
    <dgm:pt modelId="{F17B33FB-1701-4B87-888C-8F3D10B59F25}">
      <dgm:prSet/>
      <dgm:spPr/>
      <dgm:t>
        <a:bodyPr/>
        <a:lstStyle/>
        <a:p>
          <a:r>
            <a:rPr lang="en-US" b="0" i="0"/>
            <a:t>Consider scalability and reusability.</a:t>
          </a:r>
          <a:endParaRPr lang="en-US"/>
        </a:p>
      </dgm:t>
    </dgm:pt>
    <dgm:pt modelId="{A93E3CC1-6809-4DF1-9799-4894A72E137E}" type="parTrans" cxnId="{83448BB8-B2B1-46B1-A7A4-FD76FE9248B7}">
      <dgm:prSet/>
      <dgm:spPr/>
      <dgm:t>
        <a:bodyPr/>
        <a:lstStyle/>
        <a:p>
          <a:endParaRPr lang="en-US"/>
        </a:p>
      </dgm:t>
    </dgm:pt>
    <dgm:pt modelId="{366D3F1F-9247-4A56-A851-614A08A95171}" type="sibTrans" cxnId="{83448BB8-B2B1-46B1-A7A4-FD76FE9248B7}">
      <dgm:prSet/>
      <dgm:spPr/>
      <dgm:t>
        <a:bodyPr/>
        <a:lstStyle/>
        <a:p>
          <a:endParaRPr lang="en-US"/>
        </a:p>
      </dgm:t>
    </dgm:pt>
    <dgm:pt modelId="{CA12534A-E7CE-415D-95F0-4276DDDA123A}">
      <dgm:prSet/>
      <dgm:spPr/>
      <dgm:t>
        <a:bodyPr/>
        <a:lstStyle/>
        <a:p>
          <a:r>
            <a:rPr lang="en-US" b="1" i="0"/>
            <a:t>Relevant Studies and Findings</a:t>
          </a:r>
          <a:r>
            <a:rPr lang="en-US" b="0" i="0"/>
            <a:t>:</a:t>
          </a:r>
          <a:endParaRPr lang="en-US"/>
        </a:p>
      </dgm:t>
    </dgm:pt>
    <dgm:pt modelId="{62C766FA-8832-4919-A580-116FA12C00C1}" type="parTrans" cxnId="{DD6B078F-6F32-4943-A276-1F6DD1C16460}">
      <dgm:prSet/>
      <dgm:spPr/>
      <dgm:t>
        <a:bodyPr/>
        <a:lstStyle/>
        <a:p>
          <a:endParaRPr lang="en-US"/>
        </a:p>
      </dgm:t>
    </dgm:pt>
    <dgm:pt modelId="{2A47B1B7-72E9-4E32-9A8E-7FB693F8D6DF}" type="sibTrans" cxnId="{DD6B078F-6F32-4943-A276-1F6DD1C16460}">
      <dgm:prSet/>
      <dgm:spPr/>
      <dgm:t>
        <a:bodyPr/>
        <a:lstStyle/>
        <a:p>
          <a:endParaRPr lang="en-US"/>
        </a:p>
      </dgm:t>
    </dgm:pt>
    <dgm:pt modelId="{B33EBE27-E39A-482B-9A53-BEDBB26228D5}">
      <dgm:prSet/>
      <dgm:spPr/>
      <dgm:t>
        <a:bodyPr/>
        <a:lstStyle/>
        <a:p>
          <a:r>
            <a:rPr lang="en-US" b="0" i="0"/>
            <a:t>Summarize studies related to hardware-software co-design for tree classifiers.</a:t>
          </a:r>
          <a:endParaRPr lang="en-US"/>
        </a:p>
      </dgm:t>
    </dgm:pt>
    <dgm:pt modelId="{BA8725E8-F58D-4E7C-B348-C61933BE13B3}" type="parTrans" cxnId="{FF4A71B4-F724-4CBD-8796-BC30B162E4E3}">
      <dgm:prSet/>
      <dgm:spPr/>
      <dgm:t>
        <a:bodyPr/>
        <a:lstStyle/>
        <a:p>
          <a:endParaRPr lang="en-US"/>
        </a:p>
      </dgm:t>
    </dgm:pt>
    <dgm:pt modelId="{9855811B-427A-4003-BA19-C19981FB0294}" type="sibTrans" cxnId="{FF4A71B4-F724-4CBD-8796-BC30B162E4E3}">
      <dgm:prSet/>
      <dgm:spPr/>
      <dgm:t>
        <a:bodyPr/>
        <a:lstStyle/>
        <a:p>
          <a:endParaRPr lang="en-US"/>
        </a:p>
      </dgm:t>
    </dgm:pt>
    <dgm:pt modelId="{C92790ED-1DAC-4B0F-891B-5218ECAA0C62}">
      <dgm:prSet/>
      <dgm:spPr/>
      <dgm:t>
        <a:bodyPr/>
        <a:lstStyle/>
        <a:p>
          <a:r>
            <a:rPr lang="en-US" b="0" i="0"/>
            <a:t>Discuss outcomes in the context of FPGA implementations.</a:t>
          </a:r>
          <a:endParaRPr lang="en-US"/>
        </a:p>
      </dgm:t>
    </dgm:pt>
    <dgm:pt modelId="{30932767-9913-4C15-9FD8-AB37594F9E6F}" type="parTrans" cxnId="{6CDB6E26-99C3-4ADF-B989-B2C3A677A387}">
      <dgm:prSet/>
      <dgm:spPr/>
      <dgm:t>
        <a:bodyPr/>
        <a:lstStyle/>
        <a:p>
          <a:endParaRPr lang="en-US"/>
        </a:p>
      </dgm:t>
    </dgm:pt>
    <dgm:pt modelId="{2334365B-58F6-4FA9-AE9A-3742A417E97C}" type="sibTrans" cxnId="{6CDB6E26-99C3-4ADF-B989-B2C3A677A387}">
      <dgm:prSet/>
      <dgm:spPr/>
      <dgm:t>
        <a:bodyPr/>
        <a:lstStyle/>
        <a:p>
          <a:endParaRPr lang="en-US"/>
        </a:p>
      </dgm:t>
    </dgm:pt>
    <dgm:pt modelId="{64D2CCF4-9CDB-4CBD-AB37-6072BE0517C5}">
      <dgm:prSet/>
      <dgm:spPr/>
      <dgm:t>
        <a:bodyPr/>
        <a:lstStyle/>
        <a:p>
          <a:r>
            <a:rPr lang="en-US" b="1" i="0"/>
            <a:t>Significance of Proposed Approach</a:t>
          </a:r>
          <a:r>
            <a:rPr lang="en-US" b="0" i="0"/>
            <a:t>:</a:t>
          </a:r>
          <a:endParaRPr lang="en-US"/>
        </a:p>
      </dgm:t>
    </dgm:pt>
    <dgm:pt modelId="{BF1D3F89-009F-4139-A5EC-A537A9954761}" type="parTrans" cxnId="{3A436D7A-C96C-47EC-B883-9EE838FCAC73}">
      <dgm:prSet/>
      <dgm:spPr/>
      <dgm:t>
        <a:bodyPr/>
        <a:lstStyle/>
        <a:p>
          <a:endParaRPr lang="en-US"/>
        </a:p>
      </dgm:t>
    </dgm:pt>
    <dgm:pt modelId="{2E9C71AF-B9B9-41A9-A317-9EAC1801C4B6}" type="sibTrans" cxnId="{3A436D7A-C96C-47EC-B883-9EE838FCAC73}">
      <dgm:prSet/>
      <dgm:spPr/>
      <dgm:t>
        <a:bodyPr/>
        <a:lstStyle/>
        <a:p>
          <a:endParaRPr lang="en-US"/>
        </a:p>
      </dgm:t>
    </dgm:pt>
    <dgm:pt modelId="{B51BE5A2-F410-41BF-8437-F274111E0E18}">
      <dgm:prSet/>
      <dgm:spPr/>
      <dgm:t>
        <a:bodyPr/>
        <a:lstStyle/>
        <a:p>
          <a:r>
            <a:rPr lang="en-US" b="0" i="0"/>
            <a:t>Address limitations from existing literature.</a:t>
          </a:r>
          <a:endParaRPr lang="en-US"/>
        </a:p>
      </dgm:t>
    </dgm:pt>
    <dgm:pt modelId="{6A6DD0B7-6F5D-4C47-8BBC-3EEC28EE91CD}" type="parTrans" cxnId="{5480A1BB-47F6-4FC1-9A04-DBFBD841E338}">
      <dgm:prSet/>
      <dgm:spPr/>
      <dgm:t>
        <a:bodyPr/>
        <a:lstStyle/>
        <a:p>
          <a:endParaRPr lang="en-US"/>
        </a:p>
      </dgm:t>
    </dgm:pt>
    <dgm:pt modelId="{AA5D5FDE-684B-4EFF-8170-CC1C7CFC46B4}" type="sibTrans" cxnId="{5480A1BB-47F6-4FC1-9A04-DBFBD841E338}">
      <dgm:prSet/>
      <dgm:spPr/>
      <dgm:t>
        <a:bodyPr/>
        <a:lstStyle/>
        <a:p>
          <a:endParaRPr lang="en-US"/>
        </a:p>
      </dgm:t>
    </dgm:pt>
    <dgm:pt modelId="{3F078BAB-9A8D-4F08-BDB3-9665993B1CF8}">
      <dgm:prSet/>
      <dgm:spPr/>
      <dgm:t>
        <a:bodyPr/>
        <a:lstStyle/>
        <a:p>
          <a:r>
            <a:rPr lang="en-US" b="0" i="0"/>
            <a:t>Emphasize benefits of software-hardware integration.</a:t>
          </a:r>
          <a:endParaRPr lang="en-US"/>
        </a:p>
      </dgm:t>
    </dgm:pt>
    <dgm:pt modelId="{5213A262-384B-406B-B8B9-99AB42545850}" type="parTrans" cxnId="{82D034C3-5873-4125-9A61-DAC1DFB964DC}">
      <dgm:prSet/>
      <dgm:spPr/>
      <dgm:t>
        <a:bodyPr/>
        <a:lstStyle/>
        <a:p>
          <a:endParaRPr lang="en-US"/>
        </a:p>
      </dgm:t>
    </dgm:pt>
    <dgm:pt modelId="{9FDD00B2-ED0D-466B-8740-0BDE3C701BC5}" type="sibTrans" cxnId="{82D034C3-5873-4125-9A61-DAC1DFB964DC}">
      <dgm:prSet/>
      <dgm:spPr/>
      <dgm:t>
        <a:bodyPr/>
        <a:lstStyle/>
        <a:p>
          <a:endParaRPr lang="en-US"/>
        </a:p>
      </dgm:t>
    </dgm:pt>
    <dgm:pt modelId="{CE3D94F0-B65A-4959-BFB8-4F3C5E032295}" type="pres">
      <dgm:prSet presAssocID="{B7209780-0809-4317-A407-4FFC25E716F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CB22B6C-E6FF-4D47-8BEF-AC193606A37C}" type="pres">
      <dgm:prSet presAssocID="{4B32CD2C-299B-4812-B6FC-085D04929054}" presName="root" presStyleCnt="0"/>
      <dgm:spPr/>
    </dgm:pt>
    <dgm:pt modelId="{47E469DC-46C7-4511-987E-4F92E37ADA74}" type="pres">
      <dgm:prSet presAssocID="{4B32CD2C-299B-4812-B6FC-085D04929054}" presName="rootComposite" presStyleCnt="0"/>
      <dgm:spPr/>
    </dgm:pt>
    <dgm:pt modelId="{C30FCF28-FCA7-47A1-90EB-A98D59FFB64A}" type="pres">
      <dgm:prSet presAssocID="{4B32CD2C-299B-4812-B6FC-085D04929054}" presName="rootText" presStyleLbl="node1" presStyleIdx="0" presStyleCnt="8"/>
      <dgm:spPr/>
    </dgm:pt>
    <dgm:pt modelId="{190B8F54-6771-4D5B-8FEA-3779002F3991}" type="pres">
      <dgm:prSet presAssocID="{4B32CD2C-299B-4812-B6FC-085D04929054}" presName="rootConnector" presStyleLbl="node1" presStyleIdx="0" presStyleCnt="8"/>
      <dgm:spPr/>
    </dgm:pt>
    <dgm:pt modelId="{61A66F8F-14F2-44FF-9192-F18AF1583A6F}" type="pres">
      <dgm:prSet presAssocID="{4B32CD2C-299B-4812-B6FC-085D04929054}" presName="childShape" presStyleCnt="0"/>
      <dgm:spPr/>
    </dgm:pt>
    <dgm:pt modelId="{ECD72CC9-EB8D-4CD2-9C08-7A0A54BE3452}" type="pres">
      <dgm:prSet presAssocID="{B18C883E-AFC5-4B84-B8F9-3AA7E7C21DD8}" presName="Name13" presStyleLbl="parChTrans1D2" presStyleIdx="0" presStyleCnt="18"/>
      <dgm:spPr/>
    </dgm:pt>
    <dgm:pt modelId="{C150ADC6-1527-4EF9-A5C5-F066C730257B}" type="pres">
      <dgm:prSet presAssocID="{044A4F06-B3CD-4413-8BDE-612CB119BB06}" presName="childText" presStyleLbl="bgAcc1" presStyleIdx="0" presStyleCnt="18">
        <dgm:presLayoutVars>
          <dgm:bulletEnabled val="1"/>
        </dgm:presLayoutVars>
      </dgm:prSet>
      <dgm:spPr/>
    </dgm:pt>
    <dgm:pt modelId="{F146804B-3ABD-4276-9E94-804F582483DE}" type="pres">
      <dgm:prSet presAssocID="{0A1530BF-6821-4E40-9D1B-96F9DA263B05}" presName="Name13" presStyleLbl="parChTrans1D2" presStyleIdx="1" presStyleCnt="18"/>
      <dgm:spPr/>
    </dgm:pt>
    <dgm:pt modelId="{C1ED9F7B-0825-4FC0-8E75-872D60B08B07}" type="pres">
      <dgm:prSet presAssocID="{9FE03EA2-3103-404B-AE5B-83AC805A8612}" presName="childText" presStyleLbl="bgAcc1" presStyleIdx="1" presStyleCnt="18">
        <dgm:presLayoutVars>
          <dgm:bulletEnabled val="1"/>
        </dgm:presLayoutVars>
      </dgm:prSet>
      <dgm:spPr/>
    </dgm:pt>
    <dgm:pt modelId="{91DA9EAE-76C1-457F-9FEA-2843CD4D451B}" type="pres">
      <dgm:prSet presAssocID="{A819E998-1F95-4350-A30C-0494D1B16D4D}" presName="root" presStyleCnt="0"/>
      <dgm:spPr/>
    </dgm:pt>
    <dgm:pt modelId="{EB78BBF3-5D9A-42ED-B5B4-47B757F20248}" type="pres">
      <dgm:prSet presAssocID="{A819E998-1F95-4350-A30C-0494D1B16D4D}" presName="rootComposite" presStyleCnt="0"/>
      <dgm:spPr/>
    </dgm:pt>
    <dgm:pt modelId="{479C93CC-E8C4-496A-BB0B-8A7EACBEB12F}" type="pres">
      <dgm:prSet presAssocID="{A819E998-1F95-4350-A30C-0494D1B16D4D}" presName="rootText" presStyleLbl="node1" presStyleIdx="1" presStyleCnt="8"/>
      <dgm:spPr/>
    </dgm:pt>
    <dgm:pt modelId="{601A38D6-65BB-4B2E-A48D-217CAD9C0B23}" type="pres">
      <dgm:prSet presAssocID="{A819E998-1F95-4350-A30C-0494D1B16D4D}" presName="rootConnector" presStyleLbl="node1" presStyleIdx="1" presStyleCnt="8"/>
      <dgm:spPr/>
    </dgm:pt>
    <dgm:pt modelId="{52CFA5B7-BAA7-42D9-86E2-1C9EA68D2E30}" type="pres">
      <dgm:prSet presAssocID="{A819E998-1F95-4350-A30C-0494D1B16D4D}" presName="childShape" presStyleCnt="0"/>
      <dgm:spPr/>
    </dgm:pt>
    <dgm:pt modelId="{2A897712-8878-4953-9B46-22370FF559C8}" type="pres">
      <dgm:prSet presAssocID="{253A2165-F9E5-4F7E-9C14-EB6E81802932}" presName="Name13" presStyleLbl="parChTrans1D2" presStyleIdx="2" presStyleCnt="18"/>
      <dgm:spPr/>
    </dgm:pt>
    <dgm:pt modelId="{9094E070-4E22-4266-A821-938A201C1937}" type="pres">
      <dgm:prSet presAssocID="{5D5A56A9-A9C2-45E0-818E-807CDAD26668}" presName="childText" presStyleLbl="bgAcc1" presStyleIdx="2" presStyleCnt="18">
        <dgm:presLayoutVars>
          <dgm:bulletEnabled val="1"/>
        </dgm:presLayoutVars>
      </dgm:prSet>
      <dgm:spPr/>
    </dgm:pt>
    <dgm:pt modelId="{C2DA532C-21D1-4973-B62E-B4731FD69511}" type="pres">
      <dgm:prSet presAssocID="{5E2F8251-0D74-4CD1-AC36-A9E06D93CFED}" presName="Name13" presStyleLbl="parChTrans1D2" presStyleIdx="3" presStyleCnt="18"/>
      <dgm:spPr/>
    </dgm:pt>
    <dgm:pt modelId="{19EA0A68-10D5-4D44-8604-C2BB5AFD4726}" type="pres">
      <dgm:prSet presAssocID="{92E1A4BA-8911-4C13-AD7F-9ADEC9F4E877}" presName="childText" presStyleLbl="bgAcc1" presStyleIdx="3" presStyleCnt="18">
        <dgm:presLayoutVars>
          <dgm:bulletEnabled val="1"/>
        </dgm:presLayoutVars>
      </dgm:prSet>
      <dgm:spPr/>
    </dgm:pt>
    <dgm:pt modelId="{7EE979E1-B03F-415B-BB0C-772139DFA031}" type="pres">
      <dgm:prSet presAssocID="{3D66348B-0E5E-419A-BC94-6142EFC0F9FC}" presName="root" presStyleCnt="0"/>
      <dgm:spPr/>
    </dgm:pt>
    <dgm:pt modelId="{718CF6D9-C39D-4731-8090-C522423689E8}" type="pres">
      <dgm:prSet presAssocID="{3D66348B-0E5E-419A-BC94-6142EFC0F9FC}" presName="rootComposite" presStyleCnt="0"/>
      <dgm:spPr/>
    </dgm:pt>
    <dgm:pt modelId="{22983F45-A432-438C-9752-8833AE356516}" type="pres">
      <dgm:prSet presAssocID="{3D66348B-0E5E-419A-BC94-6142EFC0F9FC}" presName="rootText" presStyleLbl="node1" presStyleIdx="2" presStyleCnt="8"/>
      <dgm:spPr/>
    </dgm:pt>
    <dgm:pt modelId="{176AE1B9-E966-4719-BD66-2C27B6895B97}" type="pres">
      <dgm:prSet presAssocID="{3D66348B-0E5E-419A-BC94-6142EFC0F9FC}" presName="rootConnector" presStyleLbl="node1" presStyleIdx="2" presStyleCnt="8"/>
      <dgm:spPr/>
    </dgm:pt>
    <dgm:pt modelId="{442B1A11-E3AB-4A45-A47B-D78F69805D98}" type="pres">
      <dgm:prSet presAssocID="{3D66348B-0E5E-419A-BC94-6142EFC0F9FC}" presName="childShape" presStyleCnt="0"/>
      <dgm:spPr/>
    </dgm:pt>
    <dgm:pt modelId="{ADA0B659-FE7A-4C05-9756-5D3E519A0067}" type="pres">
      <dgm:prSet presAssocID="{F5318181-1098-4073-A2F3-CB127B7B784A}" presName="Name13" presStyleLbl="parChTrans1D2" presStyleIdx="4" presStyleCnt="18"/>
      <dgm:spPr/>
    </dgm:pt>
    <dgm:pt modelId="{1255DDBF-D5D7-4063-A1C6-0CE66505DD55}" type="pres">
      <dgm:prSet presAssocID="{2D7C8B12-7332-43CB-836D-2DDE5BE603A1}" presName="childText" presStyleLbl="bgAcc1" presStyleIdx="4" presStyleCnt="18">
        <dgm:presLayoutVars>
          <dgm:bulletEnabled val="1"/>
        </dgm:presLayoutVars>
      </dgm:prSet>
      <dgm:spPr/>
    </dgm:pt>
    <dgm:pt modelId="{7C4D294F-7436-477B-B7FA-24823784A3C4}" type="pres">
      <dgm:prSet presAssocID="{FAED19F5-E6CB-46BD-B3C7-084C9E97CA1A}" presName="Name13" presStyleLbl="parChTrans1D2" presStyleIdx="5" presStyleCnt="18"/>
      <dgm:spPr/>
    </dgm:pt>
    <dgm:pt modelId="{6A49D760-D0B7-4A25-BA4B-CA2BA2274CEC}" type="pres">
      <dgm:prSet presAssocID="{23FB8E09-A181-4F80-ADC8-AA1C796FDCD1}" presName="childText" presStyleLbl="bgAcc1" presStyleIdx="5" presStyleCnt="18">
        <dgm:presLayoutVars>
          <dgm:bulletEnabled val="1"/>
        </dgm:presLayoutVars>
      </dgm:prSet>
      <dgm:spPr/>
    </dgm:pt>
    <dgm:pt modelId="{FD60AD1A-9587-4006-BEB2-96478299D3BA}" type="pres">
      <dgm:prSet presAssocID="{DE9A94BD-878E-41BF-815E-97D7F832806C}" presName="Name13" presStyleLbl="parChTrans1D2" presStyleIdx="6" presStyleCnt="18"/>
      <dgm:spPr/>
    </dgm:pt>
    <dgm:pt modelId="{C743EB03-3FA0-4BCE-A1FB-31A28E42F32E}" type="pres">
      <dgm:prSet presAssocID="{A84E48D7-505D-4BE9-B8FA-571513972173}" presName="childText" presStyleLbl="bgAcc1" presStyleIdx="6" presStyleCnt="18">
        <dgm:presLayoutVars>
          <dgm:bulletEnabled val="1"/>
        </dgm:presLayoutVars>
      </dgm:prSet>
      <dgm:spPr/>
    </dgm:pt>
    <dgm:pt modelId="{82610981-5878-4CD2-AE05-914EAC89BC15}" type="pres">
      <dgm:prSet presAssocID="{E78C6AC3-E413-4EC8-92A5-3BB0838003F8}" presName="root" presStyleCnt="0"/>
      <dgm:spPr/>
    </dgm:pt>
    <dgm:pt modelId="{53829D33-8064-43FF-8AC4-C4A1E919274F}" type="pres">
      <dgm:prSet presAssocID="{E78C6AC3-E413-4EC8-92A5-3BB0838003F8}" presName="rootComposite" presStyleCnt="0"/>
      <dgm:spPr/>
    </dgm:pt>
    <dgm:pt modelId="{943B8E4D-104A-417D-8C24-6B5FFAC8A3F1}" type="pres">
      <dgm:prSet presAssocID="{E78C6AC3-E413-4EC8-92A5-3BB0838003F8}" presName="rootText" presStyleLbl="node1" presStyleIdx="3" presStyleCnt="8"/>
      <dgm:spPr/>
    </dgm:pt>
    <dgm:pt modelId="{395EAA45-98FC-4507-BD18-0DA75242978F}" type="pres">
      <dgm:prSet presAssocID="{E78C6AC3-E413-4EC8-92A5-3BB0838003F8}" presName="rootConnector" presStyleLbl="node1" presStyleIdx="3" presStyleCnt="8"/>
      <dgm:spPr/>
    </dgm:pt>
    <dgm:pt modelId="{4AA6E73E-DDC7-4E0B-A1A1-BD0B636634DD}" type="pres">
      <dgm:prSet presAssocID="{E78C6AC3-E413-4EC8-92A5-3BB0838003F8}" presName="childShape" presStyleCnt="0"/>
      <dgm:spPr/>
    </dgm:pt>
    <dgm:pt modelId="{679BD5AE-AE94-442F-8185-4DDCA138692F}" type="pres">
      <dgm:prSet presAssocID="{CF508179-2389-4D40-9DB0-9BA3C58AED50}" presName="Name13" presStyleLbl="parChTrans1D2" presStyleIdx="7" presStyleCnt="18"/>
      <dgm:spPr/>
    </dgm:pt>
    <dgm:pt modelId="{0FE29E34-B382-4F4F-94A8-3CAC3438813D}" type="pres">
      <dgm:prSet presAssocID="{D7CD76DD-3309-42AF-AB2B-C6D4582C19E1}" presName="childText" presStyleLbl="bgAcc1" presStyleIdx="7" presStyleCnt="18">
        <dgm:presLayoutVars>
          <dgm:bulletEnabled val="1"/>
        </dgm:presLayoutVars>
      </dgm:prSet>
      <dgm:spPr/>
    </dgm:pt>
    <dgm:pt modelId="{363BDF28-58B9-440E-839A-EE980FA63272}" type="pres">
      <dgm:prSet presAssocID="{1CCD07D9-B7FF-4D1A-AB73-0F5B266D3E14}" presName="Name13" presStyleLbl="parChTrans1D2" presStyleIdx="8" presStyleCnt="18"/>
      <dgm:spPr/>
    </dgm:pt>
    <dgm:pt modelId="{AA9EDD60-D0D0-452F-9182-67464B73D5A2}" type="pres">
      <dgm:prSet presAssocID="{0C472FEC-455E-4E71-9CE2-3D4F3B47A733}" presName="childText" presStyleLbl="bgAcc1" presStyleIdx="8" presStyleCnt="18">
        <dgm:presLayoutVars>
          <dgm:bulletEnabled val="1"/>
        </dgm:presLayoutVars>
      </dgm:prSet>
      <dgm:spPr/>
    </dgm:pt>
    <dgm:pt modelId="{9CD0A474-75F4-4BDD-ACEF-7A95CAB740B0}" type="pres">
      <dgm:prSet presAssocID="{5237B714-418B-49D4-9892-4A5C85ADDA9B}" presName="root" presStyleCnt="0"/>
      <dgm:spPr/>
    </dgm:pt>
    <dgm:pt modelId="{830955AF-057A-4763-B6D5-B16C6075B3DC}" type="pres">
      <dgm:prSet presAssocID="{5237B714-418B-49D4-9892-4A5C85ADDA9B}" presName="rootComposite" presStyleCnt="0"/>
      <dgm:spPr/>
    </dgm:pt>
    <dgm:pt modelId="{2404AC13-A28B-42DE-AC69-A92E5AA11A53}" type="pres">
      <dgm:prSet presAssocID="{5237B714-418B-49D4-9892-4A5C85ADDA9B}" presName="rootText" presStyleLbl="node1" presStyleIdx="4" presStyleCnt="8"/>
      <dgm:spPr/>
    </dgm:pt>
    <dgm:pt modelId="{26E738BC-2672-4108-9339-747CE8766051}" type="pres">
      <dgm:prSet presAssocID="{5237B714-418B-49D4-9892-4A5C85ADDA9B}" presName="rootConnector" presStyleLbl="node1" presStyleIdx="4" presStyleCnt="8"/>
      <dgm:spPr/>
    </dgm:pt>
    <dgm:pt modelId="{E8D85BA4-2DCF-4BD5-8E56-054BEF4B7AC7}" type="pres">
      <dgm:prSet presAssocID="{5237B714-418B-49D4-9892-4A5C85ADDA9B}" presName="childShape" presStyleCnt="0"/>
      <dgm:spPr/>
    </dgm:pt>
    <dgm:pt modelId="{B26F9B3E-10A4-4355-BFBA-1F939AE1BF4D}" type="pres">
      <dgm:prSet presAssocID="{35E0FDA2-3314-4503-BC77-604C1E50FE7F}" presName="Name13" presStyleLbl="parChTrans1D2" presStyleIdx="9" presStyleCnt="18"/>
      <dgm:spPr/>
    </dgm:pt>
    <dgm:pt modelId="{483C285E-A01B-4D8C-AEE4-08508B931CC9}" type="pres">
      <dgm:prSet presAssocID="{91118BAC-D688-4D4A-80FD-0C24ED495C07}" presName="childText" presStyleLbl="bgAcc1" presStyleIdx="9" presStyleCnt="18">
        <dgm:presLayoutVars>
          <dgm:bulletEnabled val="1"/>
        </dgm:presLayoutVars>
      </dgm:prSet>
      <dgm:spPr/>
    </dgm:pt>
    <dgm:pt modelId="{2E4A5D8E-4DC1-49E7-B0CF-4B9490ADD495}" type="pres">
      <dgm:prSet presAssocID="{8A220F99-1F19-4893-8AF6-71492BD101D7}" presName="Name13" presStyleLbl="parChTrans1D2" presStyleIdx="10" presStyleCnt="18"/>
      <dgm:spPr/>
    </dgm:pt>
    <dgm:pt modelId="{BA00CA26-3D7A-42E6-A5DA-16EFE560D36F}" type="pres">
      <dgm:prSet presAssocID="{E1053380-9F67-44EA-AC1E-7E0C6B89E29B}" presName="childText" presStyleLbl="bgAcc1" presStyleIdx="10" presStyleCnt="18">
        <dgm:presLayoutVars>
          <dgm:bulletEnabled val="1"/>
        </dgm:presLayoutVars>
      </dgm:prSet>
      <dgm:spPr/>
    </dgm:pt>
    <dgm:pt modelId="{9B9FC129-7F19-47A8-9CA0-DF768D7E4D57}" type="pres">
      <dgm:prSet presAssocID="{21226081-8E2F-4FB6-86CE-AB875FBB6104}" presName="Name13" presStyleLbl="parChTrans1D2" presStyleIdx="11" presStyleCnt="18"/>
      <dgm:spPr/>
    </dgm:pt>
    <dgm:pt modelId="{12BEF027-E09A-482C-B905-C222534A26AC}" type="pres">
      <dgm:prSet presAssocID="{CBB2ED1F-3B09-4201-A8BD-840DB3D58079}" presName="childText" presStyleLbl="bgAcc1" presStyleIdx="11" presStyleCnt="18">
        <dgm:presLayoutVars>
          <dgm:bulletEnabled val="1"/>
        </dgm:presLayoutVars>
      </dgm:prSet>
      <dgm:spPr/>
    </dgm:pt>
    <dgm:pt modelId="{E69B9774-A9F0-4FE6-8B36-7A0DC3815FA8}" type="pres">
      <dgm:prSet presAssocID="{CE7C2EF1-5D0E-485F-8066-A9278C90EAC0}" presName="root" presStyleCnt="0"/>
      <dgm:spPr/>
    </dgm:pt>
    <dgm:pt modelId="{6C5EDE7F-5963-40BE-AAAA-3BEAF2FF4E2A}" type="pres">
      <dgm:prSet presAssocID="{CE7C2EF1-5D0E-485F-8066-A9278C90EAC0}" presName="rootComposite" presStyleCnt="0"/>
      <dgm:spPr/>
    </dgm:pt>
    <dgm:pt modelId="{CA148D76-2BF4-48FE-B40B-8AF539ECE249}" type="pres">
      <dgm:prSet presAssocID="{CE7C2EF1-5D0E-485F-8066-A9278C90EAC0}" presName="rootText" presStyleLbl="node1" presStyleIdx="5" presStyleCnt="8"/>
      <dgm:spPr/>
    </dgm:pt>
    <dgm:pt modelId="{EA2DA26E-C5D8-4550-A666-06453A226843}" type="pres">
      <dgm:prSet presAssocID="{CE7C2EF1-5D0E-485F-8066-A9278C90EAC0}" presName="rootConnector" presStyleLbl="node1" presStyleIdx="5" presStyleCnt="8"/>
      <dgm:spPr/>
    </dgm:pt>
    <dgm:pt modelId="{50E06390-FE7C-43CD-95C1-B6684AF33B32}" type="pres">
      <dgm:prSet presAssocID="{CE7C2EF1-5D0E-485F-8066-A9278C90EAC0}" presName="childShape" presStyleCnt="0"/>
      <dgm:spPr/>
    </dgm:pt>
    <dgm:pt modelId="{1753987E-C745-4679-A6DF-39852FD3E90D}" type="pres">
      <dgm:prSet presAssocID="{EC3D0CB7-2587-4B6B-884C-ED3BE114BEE6}" presName="Name13" presStyleLbl="parChTrans1D2" presStyleIdx="12" presStyleCnt="18"/>
      <dgm:spPr/>
    </dgm:pt>
    <dgm:pt modelId="{D4A5AA33-EF50-49EE-BD15-FC0D4E42D060}" type="pres">
      <dgm:prSet presAssocID="{37F193E0-B9F1-4BD2-8ECF-B63FDFD0B3DD}" presName="childText" presStyleLbl="bgAcc1" presStyleIdx="12" presStyleCnt="18">
        <dgm:presLayoutVars>
          <dgm:bulletEnabled val="1"/>
        </dgm:presLayoutVars>
      </dgm:prSet>
      <dgm:spPr/>
    </dgm:pt>
    <dgm:pt modelId="{420B4650-B67F-4B4B-802D-DBA1DDB4BCE5}" type="pres">
      <dgm:prSet presAssocID="{A93E3CC1-6809-4DF1-9799-4894A72E137E}" presName="Name13" presStyleLbl="parChTrans1D2" presStyleIdx="13" presStyleCnt="18"/>
      <dgm:spPr/>
    </dgm:pt>
    <dgm:pt modelId="{409E61D1-836E-4C32-83F9-19DAF9B8747E}" type="pres">
      <dgm:prSet presAssocID="{F17B33FB-1701-4B87-888C-8F3D10B59F25}" presName="childText" presStyleLbl="bgAcc1" presStyleIdx="13" presStyleCnt="18">
        <dgm:presLayoutVars>
          <dgm:bulletEnabled val="1"/>
        </dgm:presLayoutVars>
      </dgm:prSet>
      <dgm:spPr/>
    </dgm:pt>
    <dgm:pt modelId="{5EF9FE94-A4E4-44C5-8F86-42D87BAAD8FE}" type="pres">
      <dgm:prSet presAssocID="{CA12534A-E7CE-415D-95F0-4276DDDA123A}" presName="root" presStyleCnt="0"/>
      <dgm:spPr/>
    </dgm:pt>
    <dgm:pt modelId="{B15C64F2-E9F8-408F-ACFA-B60D50742606}" type="pres">
      <dgm:prSet presAssocID="{CA12534A-E7CE-415D-95F0-4276DDDA123A}" presName="rootComposite" presStyleCnt="0"/>
      <dgm:spPr/>
    </dgm:pt>
    <dgm:pt modelId="{C3DABCF1-E46A-4E89-B689-250F9DB7F034}" type="pres">
      <dgm:prSet presAssocID="{CA12534A-E7CE-415D-95F0-4276DDDA123A}" presName="rootText" presStyleLbl="node1" presStyleIdx="6" presStyleCnt="8"/>
      <dgm:spPr/>
    </dgm:pt>
    <dgm:pt modelId="{1B93647A-4513-42AA-A6F0-823D3E30BABB}" type="pres">
      <dgm:prSet presAssocID="{CA12534A-E7CE-415D-95F0-4276DDDA123A}" presName="rootConnector" presStyleLbl="node1" presStyleIdx="6" presStyleCnt="8"/>
      <dgm:spPr/>
    </dgm:pt>
    <dgm:pt modelId="{A5C8C9F6-3129-4F35-9E13-68E9BC1262EA}" type="pres">
      <dgm:prSet presAssocID="{CA12534A-E7CE-415D-95F0-4276DDDA123A}" presName="childShape" presStyleCnt="0"/>
      <dgm:spPr/>
    </dgm:pt>
    <dgm:pt modelId="{0D9CD6DD-799B-4BC3-9A56-B27440028DBE}" type="pres">
      <dgm:prSet presAssocID="{BA8725E8-F58D-4E7C-B348-C61933BE13B3}" presName="Name13" presStyleLbl="parChTrans1D2" presStyleIdx="14" presStyleCnt="18"/>
      <dgm:spPr/>
    </dgm:pt>
    <dgm:pt modelId="{5A8ADC85-42FD-4A7D-B47B-8972513FA20C}" type="pres">
      <dgm:prSet presAssocID="{B33EBE27-E39A-482B-9A53-BEDBB26228D5}" presName="childText" presStyleLbl="bgAcc1" presStyleIdx="14" presStyleCnt="18">
        <dgm:presLayoutVars>
          <dgm:bulletEnabled val="1"/>
        </dgm:presLayoutVars>
      </dgm:prSet>
      <dgm:spPr/>
    </dgm:pt>
    <dgm:pt modelId="{43ABABEE-E7F7-4E1A-8CA2-83A51F9036FB}" type="pres">
      <dgm:prSet presAssocID="{30932767-9913-4C15-9FD8-AB37594F9E6F}" presName="Name13" presStyleLbl="parChTrans1D2" presStyleIdx="15" presStyleCnt="18"/>
      <dgm:spPr/>
    </dgm:pt>
    <dgm:pt modelId="{F59ED0B4-3118-4409-82D3-89B9E7B3A911}" type="pres">
      <dgm:prSet presAssocID="{C92790ED-1DAC-4B0F-891B-5218ECAA0C62}" presName="childText" presStyleLbl="bgAcc1" presStyleIdx="15" presStyleCnt="18">
        <dgm:presLayoutVars>
          <dgm:bulletEnabled val="1"/>
        </dgm:presLayoutVars>
      </dgm:prSet>
      <dgm:spPr/>
    </dgm:pt>
    <dgm:pt modelId="{3E400582-EB72-4BAA-B334-FC1BF1987274}" type="pres">
      <dgm:prSet presAssocID="{64D2CCF4-9CDB-4CBD-AB37-6072BE0517C5}" presName="root" presStyleCnt="0"/>
      <dgm:spPr/>
    </dgm:pt>
    <dgm:pt modelId="{B7B100A3-394F-4957-BB00-7ED6A3DC309A}" type="pres">
      <dgm:prSet presAssocID="{64D2CCF4-9CDB-4CBD-AB37-6072BE0517C5}" presName="rootComposite" presStyleCnt="0"/>
      <dgm:spPr/>
    </dgm:pt>
    <dgm:pt modelId="{59D1F98B-7128-46BD-B7C1-0133DF2E876B}" type="pres">
      <dgm:prSet presAssocID="{64D2CCF4-9CDB-4CBD-AB37-6072BE0517C5}" presName="rootText" presStyleLbl="node1" presStyleIdx="7" presStyleCnt="8"/>
      <dgm:spPr/>
    </dgm:pt>
    <dgm:pt modelId="{92741D10-0216-45BB-96BF-750C9EA05E88}" type="pres">
      <dgm:prSet presAssocID="{64D2CCF4-9CDB-4CBD-AB37-6072BE0517C5}" presName="rootConnector" presStyleLbl="node1" presStyleIdx="7" presStyleCnt="8"/>
      <dgm:spPr/>
    </dgm:pt>
    <dgm:pt modelId="{6B5AE530-6B01-4D14-A01B-0C3F223DFB7D}" type="pres">
      <dgm:prSet presAssocID="{64D2CCF4-9CDB-4CBD-AB37-6072BE0517C5}" presName="childShape" presStyleCnt="0"/>
      <dgm:spPr/>
    </dgm:pt>
    <dgm:pt modelId="{5A8AC118-E7CD-4DF7-B972-FF7DE2926730}" type="pres">
      <dgm:prSet presAssocID="{6A6DD0B7-6F5D-4C47-8BBC-3EEC28EE91CD}" presName="Name13" presStyleLbl="parChTrans1D2" presStyleIdx="16" presStyleCnt="18"/>
      <dgm:spPr/>
    </dgm:pt>
    <dgm:pt modelId="{D0CBD45D-B671-448C-95B9-7A5637C1B232}" type="pres">
      <dgm:prSet presAssocID="{B51BE5A2-F410-41BF-8437-F274111E0E18}" presName="childText" presStyleLbl="bgAcc1" presStyleIdx="16" presStyleCnt="18">
        <dgm:presLayoutVars>
          <dgm:bulletEnabled val="1"/>
        </dgm:presLayoutVars>
      </dgm:prSet>
      <dgm:spPr/>
    </dgm:pt>
    <dgm:pt modelId="{38180589-69CC-4571-BC51-A95E120B5228}" type="pres">
      <dgm:prSet presAssocID="{5213A262-384B-406B-B8B9-99AB42545850}" presName="Name13" presStyleLbl="parChTrans1D2" presStyleIdx="17" presStyleCnt="18"/>
      <dgm:spPr/>
    </dgm:pt>
    <dgm:pt modelId="{DF6B6D5D-79E5-4C38-AC1F-E2835102B677}" type="pres">
      <dgm:prSet presAssocID="{3F078BAB-9A8D-4F08-BDB3-9665993B1CF8}" presName="childText" presStyleLbl="bgAcc1" presStyleIdx="17" presStyleCnt="18">
        <dgm:presLayoutVars>
          <dgm:bulletEnabled val="1"/>
        </dgm:presLayoutVars>
      </dgm:prSet>
      <dgm:spPr/>
    </dgm:pt>
  </dgm:ptLst>
  <dgm:cxnLst>
    <dgm:cxn modelId="{1E40B801-733E-47AE-9B89-5314BC7AEE1E}" type="presOf" srcId="{9FE03EA2-3103-404B-AE5B-83AC805A8612}" destId="{C1ED9F7B-0825-4FC0-8E75-872D60B08B07}" srcOrd="0" destOrd="0" presId="urn:microsoft.com/office/officeart/2005/8/layout/hierarchy3"/>
    <dgm:cxn modelId="{295AB603-47A2-4707-BFF2-0D70AF78C3FD}" type="presOf" srcId="{35E0FDA2-3314-4503-BC77-604C1E50FE7F}" destId="{B26F9B3E-10A4-4355-BFBA-1F939AE1BF4D}" srcOrd="0" destOrd="0" presId="urn:microsoft.com/office/officeart/2005/8/layout/hierarchy3"/>
    <dgm:cxn modelId="{9D552B05-D18E-4BAC-9993-188B43E89C25}" srcId="{B7209780-0809-4317-A407-4FFC25E716FB}" destId="{3D66348B-0E5E-419A-BC94-6142EFC0F9FC}" srcOrd="2" destOrd="0" parTransId="{0107504A-035A-46A4-9AC9-3BA7B76CD9D9}" sibTransId="{0C4F12D6-B59A-487D-87B4-3BBD4BC9D53F}"/>
    <dgm:cxn modelId="{120AEB05-ACCD-4C8A-8556-40F702926B8E}" type="presOf" srcId="{FAED19F5-E6CB-46BD-B3C7-084C9E97CA1A}" destId="{7C4D294F-7436-477B-B7FA-24823784A3C4}" srcOrd="0" destOrd="0" presId="urn:microsoft.com/office/officeart/2005/8/layout/hierarchy3"/>
    <dgm:cxn modelId="{B63B1C0E-0B13-4DC6-81DD-E672AB8F0D53}" srcId="{3D66348B-0E5E-419A-BC94-6142EFC0F9FC}" destId="{A84E48D7-505D-4BE9-B8FA-571513972173}" srcOrd="2" destOrd="0" parTransId="{DE9A94BD-878E-41BF-815E-97D7F832806C}" sibTransId="{E1DC6D34-E940-4C90-B8F7-59D10A899FF7}"/>
    <dgm:cxn modelId="{57D6950E-D1CB-40A3-8E58-93E315695755}" type="presOf" srcId="{5237B714-418B-49D4-9892-4A5C85ADDA9B}" destId="{2404AC13-A28B-42DE-AC69-A92E5AA11A53}" srcOrd="0" destOrd="0" presId="urn:microsoft.com/office/officeart/2005/8/layout/hierarchy3"/>
    <dgm:cxn modelId="{06CC9B10-936A-4315-A197-3B5B12A7FBA6}" type="presOf" srcId="{37F193E0-B9F1-4BD2-8ECF-B63FDFD0B3DD}" destId="{D4A5AA33-EF50-49EE-BD15-FC0D4E42D060}" srcOrd="0" destOrd="0" presId="urn:microsoft.com/office/officeart/2005/8/layout/hierarchy3"/>
    <dgm:cxn modelId="{7C921C13-FDA4-4F8C-A281-A07BB15044C9}" type="presOf" srcId="{D7CD76DD-3309-42AF-AB2B-C6D4582C19E1}" destId="{0FE29E34-B382-4F4F-94A8-3CAC3438813D}" srcOrd="0" destOrd="0" presId="urn:microsoft.com/office/officeart/2005/8/layout/hierarchy3"/>
    <dgm:cxn modelId="{F0961D15-4A7F-491C-9A3F-2D1C8AF09704}" type="presOf" srcId="{F5318181-1098-4073-A2F3-CB127B7B784A}" destId="{ADA0B659-FE7A-4C05-9756-5D3E519A0067}" srcOrd="0" destOrd="0" presId="urn:microsoft.com/office/officeart/2005/8/layout/hierarchy3"/>
    <dgm:cxn modelId="{C759951D-DBE7-4BCB-8009-F155A86A1E8C}" type="presOf" srcId="{253A2165-F9E5-4F7E-9C14-EB6E81802932}" destId="{2A897712-8878-4953-9B46-22370FF559C8}" srcOrd="0" destOrd="0" presId="urn:microsoft.com/office/officeart/2005/8/layout/hierarchy3"/>
    <dgm:cxn modelId="{26337C25-4781-4628-825B-8B904F915C86}" type="presOf" srcId="{3F078BAB-9A8D-4F08-BDB3-9665993B1CF8}" destId="{DF6B6D5D-79E5-4C38-AC1F-E2835102B677}" srcOrd="0" destOrd="0" presId="urn:microsoft.com/office/officeart/2005/8/layout/hierarchy3"/>
    <dgm:cxn modelId="{6CDB6E26-99C3-4ADF-B989-B2C3A677A387}" srcId="{CA12534A-E7CE-415D-95F0-4276DDDA123A}" destId="{C92790ED-1DAC-4B0F-891B-5218ECAA0C62}" srcOrd="1" destOrd="0" parTransId="{30932767-9913-4C15-9FD8-AB37594F9E6F}" sibTransId="{2334365B-58F6-4FA9-AE9A-3742A417E97C}"/>
    <dgm:cxn modelId="{4087A22A-E155-4B49-8518-3E460690475C}" type="presOf" srcId="{64D2CCF4-9CDB-4CBD-AB37-6072BE0517C5}" destId="{92741D10-0216-45BB-96BF-750C9EA05E88}" srcOrd="1" destOrd="0" presId="urn:microsoft.com/office/officeart/2005/8/layout/hierarchy3"/>
    <dgm:cxn modelId="{34152E2B-92DA-460A-ADA1-2E544DA465B8}" type="presOf" srcId="{CE7C2EF1-5D0E-485F-8066-A9278C90EAC0}" destId="{CA148D76-2BF4-48FE-B40B-8AF539ECE249}" srcOrd="0" destOrd="0" presId="urn:microsoft.com/office/officeart/2005/8/layout/hierarchy3"/>
    <dgm:cxn modelId="{7EED722C-1F31-41DE-8217-D2A291415E2E}" type="presOf" srcId="{8A220F99-1F19-4893-8AF6-71492BD101D7}" destId="{2E4A5D8E-4DC1-49E7-B0CF-4B9490ADD495}" srcOrd="0" destOrd="0" presId="urn:microsoft.com/office/officeart/2005/8/layout/hierarchy3"/>
    <dgm:cxn modelId="{DD089A2D-CC08-4B00-AE25-6048E5C4FC6E}" type="presOf" srcId="{EC3D0CB7-2587-4B6B-884C-ED3BE114BEE6}" destId="{1753987E-C745-4679-A6DF-39852FD3E90D}" srcOrd="0" destOrd="0" presId="urn:microsoft.com/office/officeart/2005/8/layout/hierarchy3"/>
    <dgm:cxn modelId="{388B4331-6A9B-4401-8C6B-CDD5C1CEF8D2}" type="presOf" srcId="{CF508179-2389-4D40-9DB0-9BA3C58AED50}" destId="{679BD5AE-AE94-442F-8185-4DDCA138692F}" srcOrd="0" destOrd="0" presId="urn:microsoft.com/office/officeart/2005/8/layout/hierarchy3"/>
    <dgm:cxn modelId="{924D9133-8701-43AD-B98D-415C86822E00}" type="presOf" srcId="{A93E3CC1-6809-4DF1-9799-4894A72E137E}" destId="{420B4650-B67F-4B4B-802D-DBA1DDB4BCE5}" srcOrd="0" destOrd="0" presId="urn:microsoft.com/office/officeart/2005/8/layout/hierarchy3"/>
    <dgm:cxn modelId="{2515E236-FF8E-45AB-A08F-EC76280E65A5}" type="presOf" srcId="{21226081-8E2F-4FB6-86CE-AB875FBB6104}" destId="{9B9FC129-7F19-47A8-9CA0-DF768D7E4D57}" srcOrd="0" destOrd="0" presId="urn:microsoft.com/office/officeart/2005/8/layout/hierarchy3"/>
    <dgm:cxn modelId="{5144C03F-A2C3-443A-A261-0CEBAC91EAEE}" type="presOf" srcId="{CA12534A-E7CE-415D-95F0-4276DDDA123A}" destId="{1B93647A-4513-42AA-A6F0-823D3E30BABB}" srcOrd="1" destOrd="0" presId="urn:microsoft.com/office/officeart/2005/8/layout/hierarchy3"/>
    <dgm:cxn modelId="{F7170140-2B07-43A7-9AB0-EB1364C9ACE3}" type="presOf" srcId="{CBB2ED1F-3B09-4201-A8BD-840DB3D58079}" destId="{12BEF027-E09A-482C-B905-C222534A26AC}" srcOrd="0" destOrd="0" presId="urn:microsoft.com/office/officeart/2005/8/layout/hierarchy3"/>
    <dgm:cxn modelId="{57D9CD5B-C1F3-47EB-8D8C-3C092445618A}" type="presOf" srcId="{3D66348B-0E5E-419A-BC94-6142EFC0F9FC}" destId="{176AE1B9-E966-4719-BD66-2C27B6895B97}" srcOrd="1" destOrd="0" presId="urn:microsoft.com/office/officeart/2005/8/layout/hierarchy3"/>
    <dgm:cxn modelId="{B880CD5F-A84C-4FAD-98B3-B5EB896FFAC7}" type="presOf" srcId="{E78C6AC3-E413-4EC8-92A5-3BB0838003F8}" destId="{395EAA45-98FC-4507-BD18-0DA75242978F}" srcOrd="1" destOrd="0" presId="urn:microsoft.com/office/officeart/2005/8/layout/hierarchy3"/>
    <dgm:cxn modelId="{FF714B61-37AE-4790-9C48-93A48B1DDE82}" srcId="{4B32CD2C-299B-4812-B6FC-085D04929054}" destId="{044A4F06-B3CD-4413-8BDE-612CB119BB06}" srcOrd="0" destOrd="0" parTransId="{B18C883E-AFC5-4B84-B8F9-3AA7E7C21DD8}" sibTransId="{2D2A67ED-2EF8-441A-9347-97B39153F7D5}"/>
    <dgm:cxn modelId="{FFF7D641-26BF-41BC-B04D-4343C5F04DF5}" srcId="{E78C6AC3-E413-4EC8-92A5-3BB0838003F8}" destId="{0C472FEC-455E-4E71-9CE2-3D4F3B47A733}" srcOrd="1" destOrd="0" parTransId="{1CCD07D9-B7FF-4D1A-AB73-0F5B266D3E14}" sibTransId="{FD2D66AC-D7D4-45EB-8E3D-2B834EF2DE1E}"/>
    <dgm:cxn modelId="{824E4162-F83A-4EF9-9783-6233B4AB193F}" srcId="{3D66348B-0E5E-419A-BC94-6142EFC0F9FC}" destId="{2D7C8B12-7332-43CB-836D-2DDE5BE603A1}" srcOrd="0" destOrd="0" parTransId="{F5318181-1098-4073-A2F3-CB127B7B784A}" sibTransId="{0706B117-5D34-4050-9661-5FE90DC847E6}"/>
    <dgm:cxn modelId="{BC104342-E5CA-4045-8E0E-98BC5AAE64BA}" type="presOf" srcId="{B18C883E-AFC5-4B84-B8F9-3AA7E7C21DD8}" destId="{ECD72CC9-EB8D-4CD2-9C08-7A0A54BE3452}" srcOrd="0" destOrd="0" presId="urn:microsoft.com/office/officeart/2005/8/layout/hierarchy3"/>
    <dgm:cxn modelId="{39544842-DF12-405A-AC42-A45056D9AD96}" type="presOf" srcId="{30932767-9913-4C15-9FD8-AB37594F9E6F}" destId="{43ABABEE-E7F7-4E1A-8CA2-83A51F9036FB}" srcOrd="0" destOrd="0" presId="urn:microsoft.com/office/officeart/2005/8/layout/hierarchy3"/>
    <dgm:cxn modelId="{7A214163-DA68-460A-93F3-C7B1F3EC4911}" type="presOf" srcId="{DE9A94BD-878E-41BF-815E-97D7F832806C}" destId="{FD60AD1A-9587-4006-BEB2-96478299D3BA}" srcOrd="0" destOrd="0" presId="urn:microsoft.com/office/officeart/2005/8/layout/hierarchy3"/>
    <dgm:cxn modelId="{A6ACD165-D5DD-4BEF-A125-45CE8FD49570}" type="presOf" srcId="{4B32CD2C-299B-4812-B6FC-085D04929054}" destId="{C30FCF28-FCA7-47A1-90EB-A98D59FFB64A}" srcOrd="0" destOrd="0" presId="urn:microsoft.com/office/officeart/2005/8/layout/hierarchy3"/>
    <dgm:cxn modelId="{F7878347-5905-4B7D-A4F6-09B68BCBF77B}" type="presOf" srcId="{5E2F8251-0D74-4CD1-AC36-A9E06D93CFED}" destId="{C2DA532C-21D1-4973-B62E-B4731FD69511}" srcOrd="0" destOrd="0" presId="urn:microsoft.com/office/officeart/2005/8/layout/hierarchy3"/>
    <dgm:cxn modelId="{80B1B067-2D2E-4DCD-9863-EC00D787CFA2}" srcId="{5237B714-418B-49D4-9892-4A5C85ADDA9B}" destId="{91118BAC-D688-4D4A-80FD-0C24ED495C07}" srcOrd="0" destOrd="0" parTransId="{35E0FDA2-3314-4503-BC77-604C1E50FE7F}" sibTransId="{CCD0828B-AE9D-4E31-9B19-612D3DA43D83}"/>
    <dgm:cxn modelId="{E9C13B49-2B84-423A-8F06-229A9739D6FE}" type="presOf" srcId="{CA12534A-E7CE-415D-95F0-4276DDDA123A}" destId="{C3DABCF1-E46A-4E89-B689-250F9DB7F034}" srcOrd="0" destOrd="0" presId="urn:microsoft.com/office/officeart/2005/8/layout/hierarchy3"/>
    <dgm:cxn modelId="{C96C9769-C55B-419B-B3A8-BB8BF152E70A}" type="presOf" srcId="{4B32CD2C-299B-4812-B6FC-085D04929054}" destId="{190B8F54-6771-4D5B-8FEA-3779002F3991}" srcOrd="1" destOrd="0" presId="urn:microsoft.com/office/officeart/2005/8/layout/hierarchy3"/>
    <dgm:cxn modelId="{395E766A-8415-4095-8936-40DB3CD840D0}" type="presOf" srcId="{B51BE5A2-F410-41BF-8437-F274111E0E18}" destId="{D0CBD45D-B671-448C-95B9-7A5637C1B232}" srcOrd="0" destOrd="0" presId="urn:microsoft.com/office/officeart/2005/8/layout/hierarchy3"/>
    <dgm:cxn modelId="{02497D4D-E2F5-410A-9272-585A53D8CD14}" type="presOf" srcId="{5D5A56A9-A9C2-45E0-818E-807CDAD26668}" destId="{9094E070-4E22-4266-A821-938A201C1937}" srcOrd="0" destOrd="0" presId="urn:microsoft.com/office/officeart/2005/8/layout/hierarchy3"/>
    <dgm:cxn modelId="{44729F4D-54EC-4769-9916-B4BB15524963}" type="presOf" srcId="{0A1530BF-6821-4E40-9D1B-96F9DA263B05}" destId="{F146804B-3ABD-4276-9E94-804F582483DE}" srcOrd="0" destOrd="0" presId="urn:microsoft.com/office/officeart/2005/8/layout/hierarchy3"/>
    <dgm:cxn modelId="{77592251-9036-4F99-85E3-0112FBE18465}" type="presOf" srcId="{5237B714-418B-49D4-9892-4A5C85ADDA9B}" destId="{26E738BC-2672-4108-9339-747CE8766051}" srcOrd="1" destOrd="0" presId="urn:microsoft.com/office/officeart/2005/8/layout/hierarchy3"/>
    <dgm:cxn modelId="{40CD7272-3AF5-4E88-8589-937FEEC256F8}" type="presOf" srcId="{E1053380-9F67-44EA-AC1E-7E0C6B89E29B}" destId="{BA00CA26-3D7A-42E6-A5DA-16EFE560D36F}" srcOrd="0" destOrd="0" presId="urn:microsoft.com/office/officeart/2005/8/layout/hierarchy3"/>
    <dgm:cxn modelId="{6600AE59-274A-47E3-9580-2D96A752FF67}" type="presOf" srcId="{5213A262-384B-406B-B8B9-99AB42545850}" destId="{38180589-69CC-4571-BC51-A95E120B5228}" srcOrd="0" destOrd="0" presId="urn:microsoft.com/office/officeart/2005/8/layout/hierarchy3"/>
    <dgm:cxn modelId="{3A436D7A-C96C-47EC-B883-9EE838FCAC73}" srcId="{B7209780-0809-4317-A407-4FFC25E716FB}" destId="{64D2CCF4-9CDB-4CBD-AB37-6072BE0517C5}" srcOrd="7" destOrd="0" parTransId="{BF1D3F89-009F-4139-A5EC-A537A9954761}" sibTransId="{2E9C71AF-B9B9-41A9-A317-9EAC1801C4B6}"/>
    <dgm:cxn modelId="{567A4583-A2B5-4178-B9D9-9BD5326FC1E6}" type="presOf" srcId="{044A4F06-B3CD-4413-8BDE-612CB119BB06}" destId="{C150ADC6-1527-4EF9-A5C5-F066C730257B}" srcOrd="0" destOrd="0" presId="urn:microsoft.com/office/officeart/2005/8/layout/hierarchy3"/>
    <dgm:cxn modelId="{7F2B3F88-7628-4AD8-9C8F-BAD3EB7A34CC}" type="presOf" srcId="{A819E998-1F95-4350-A30C-0494D1B16D4D}" destId="{601A38D6-65BB-4B2E-A48D-217CAD9C0B23}" srcOrd="1" destOrd="0" presId="urn:microsoft.com/office/officeart/2005/8/layout/hierarchy3"/>
    <dgm:cxn modelId="{F53D008A-A17E-4F18-A249-EBA9E533A9A8}" srcId="{5237B714-418B-49D4-9892-4A5C85ADDA9B}" destId="{CBB2ED1F-3B09-4201-A8BD-840DB3D58079}" srcOrd="2" destOrd="0" parTransId="{21226081-8E2F-4FB6-86CE-AB875FBB6104}" sibTransId="{F2986735-0A9B-429D-BA53-4BA27F26F195}"/>
    <dgm:cxn modelId="{0D106D8E-55DF-417B-BDAB-59AD5A2CCFD4}" type="presOf" srcId="{B7209780-0809-4317-A407-4FFC25E716FB}" destId="{CE3D94F0-B65A-4959-BFB8-4F3C5E032295}" srcOrd="0" destOrd="0" presId="urn:microsoft.com/office/officeart/2005/8/layout/hierarchy3"/>
    <dgm:cxn modelId="{9CF1E08E-2E0C-4A9F-BE85-4A39F6AB89A2}" type="presOf" srcId="{64D2CCF4-9CDB-4CBD-AB37-6072BE0517C5}" destId="{59D1F98B-7128-46BD-B7C1-0133DF2E876B}" srcOrd="0" destOrd="0" presId="urn:microsoft.com/office/officeart/2005/8/layout/hierarchy3"/>
    <dgm:cxn modelId="{DD6B078F-6F32-4943-A276-1F6DD1C16460}" srcId="{B7209780-0809-4317-A407-4FFC25E716FB}" destId="{CA12534A-E7CE-415D-95F0-4276DDDA123A}" srcOrd="6" destOrd="0" parTransId="{62C766FA-8832-4919-A580-116FA12C00C1}" sibTransId="{2A47B1B7-72E9-4E32-9A8E-7FB693F8D6DF}"/>
    <dgm:cxn modelId="{F9F0FF8F-A161-435C-9156-9AB3D1FA01E2}" srcId="{B7209780-0809-4317-A407-4FFC25E716FB}" destId="{4B32CD2C-299B-4812-B6FC-085D04929054}" srcOrd="0" destOrd="0" parTransId="{88C9C05E-7620-4F2A-96F8-C5F023FCD33B}" sibTransId="{7F38AC51-8BA5-45B7-BB27-412CE1B07A45}"/>
    <dgm:cxn modelId="{25459D91-F4E3-4562-9210-F64F1065D1AD}" type="presOf" srcId="{23FB8E09-A181-4F80-ADC8-AA1C796FDCD1}" destId="{6A49D760-D0B7-4A25-BA4B-CA2BA2274CEC}" srcOrd="0" destOrd="0" presId="urn:microsoft.com/office/officeart/2005/8/layout/hierarchy3"/>
    <dgm:cxn modelId="{3DDD5694-39EE-4E41-BE63-C6AA88865170}" type="presOf" srcId="{A819E998-1F95-4350-A30C-0494D1B16D4D}" destId="{479C93CC-E8C4-496A-BB0B-8A7EACBEB12F}" srcOrd="0" destOrd="0" presId="urn:microsoft.com/office/officeart/2005/8/layout/hierarchy3"/>
    <dgm:cxn modelId="{CEE84DA5-8174-4BD9-B4E7-ED78E49FA7D6}" type="presOf" srcId="{91118BAC-D688-4D4A-80FD-0C24ED495C07}" destId="{483C285E-A01B-4D8C-AEE4-08508B931CC9}" srcOrd="0" destOrd="0" presId="urn:microsoft.com/office/officeart/2005/8/layout/hierarchy3"/>
    <dgm:cxn modelId="{44A3BFAB-2C5F-489C-80E2-4A9C54FD335D}" srcId="{CE7C2EF1-5D0E-485F-8066-A9278C90EAC0}" destId="{37F193E0-B9F1-4BD2-8ECF-B63FDFD0B3DD}" srcOrd="0" destOrd="0" parTransId="{EC3D0CB7-2587-4B6B-884C-ED3BE114BEE6}" sibTransId="{56CBF6F7-DE71-4A25-9CA8-6748E66F61B9}"/>
    <dgm:cxn modelId="{B53E0EAD-A92B-4896-8A60-B67088C31ACA}" type="presOf" srcId="{1CCD07D9-B7FF-4D1A-AB73-0F5B266D3E14}" destId="{363BDF28-58B9-440E-839A-EE980FA63272}" srcOrd="0" destOrd="0" presId="urn:microsoft.com/office/officeart/2005/8/layout/hierarchy3"/>
    <dgm:cxn modelId="{F28232AF-4C5E-4FBE-AEE3-CE0A765B2547}" type="presOf" srcId="{CE7C2EF1-5D0E-485F-8066-A9278C90EAC0}" destId="{EA2DA26E-C5D8-4550-A666-06453A226843}" srcOrd="1" destOrd="0" presId="urn:microsoft.com/office/officeart/2005/8/layout/hierarchy3"/>
    <dgm:cxn modelId="{037255AF-5212-49C6-B9E6-B913945EF577}" type="presOf" srcId="{B33EBE27-E39A-482B-9A53-BEDBB26228D5}" destId="{5A8ADC85-42FD-4A7D-B47B-8972513FA20C}" srcOrd="0" destOrd="0" presId="urn:microsoft.com/office/officeart/2005/8/layout/hierarchy3"/>
    <dgm:cxn modelId="{EB21A5AF-CDC8-45F3-BC59-9479AB44976D}" srcId="{5237B714-418B-49D4-9892-4A5C85ADDA9B}" destId="{E1053380-9F67-44EA-AC1E-7E0C6B89E29B}" srcOrd="1" destOrd="0" parTransId="{8A220F99-1F19-4893-8AF6-71492BD101D7}" sibTransId="{D8405FA4-7603-45D5-B3A3-0AAAD4361C78}"/>
    <dgm:cxn modelId="{3BAD18B0-C994-45CB-97C5-04F030BAABFD}" type="presOf" srcId="{3D66348B-0E5E-419A-BC94-6142EFC0F9FC}" destId="{22983F45-A432-438C-9752-8833AE356516}" srcOrd="0" destOrd="0" presId="urn:microsoft.com/office/officeart/2005/8/layout/hierarchy3"/>
    <dgm:cxn modelId="{41111FB1-E08E-47A3-9F11-549F05AB54FC}" srcId="{4B32CD2C-299B-4812-B6FC-085D04929054}" destId="{9FE03EA2-3103-404B-AE5B-83AC805A8612}" srcOrd="1" destOrd="0" parTransId="{0A1530BF-6821-4E40-9D1B-96F9DA263B05}" sibTransId="{867C7BCB-D0E0-4D44-8490-51A6B8F307DE}"/>
    <dgm:cxn modelId="{23BBE0B1-065A-4AA3-8D96-DA1A7DB36015}" srcId="{3D66348B-0E5E-419A-BC94-6142EFC0F9FC}" destId="{23FB8E09-A181-4F80-ADC8-AA1C796FDCD1}" srcOrd="1" destOrd="0" parTransId="{FAED19F5-E6CB-46BD-B3C7-084C9E97CA1A}" sibTransId="{A6EF88F3-AA68-4419-97C9-F5A0A1C185A9}"/>
    <dgm:cxn modelId="{FF4A71B4-F724-4CBD-8796-BC30B162E4E3}" srcId="{CA12534A-E7CE-415D-95F0-4276DDDA123A}" destId="{B33EBE27-E39A-482B-9A53-BEDBB26228D5}" srcOrd="0" destOrd="0" parTransId="{BA8725E8-F58D-4E7C-B348-C61933BE13B3}" sibTransId="{9855811B-427A-4003-BA19-C19981FB0294}"/>
    <dgm:cxn modelId="{83448BB8-B2B1-46B1-A7A4-FD76FE9248B7}" srcId="{CE7C2EF1-5D0E-485F-8066-A9278C90EAC0}" destId="{F17B33FB-1701-4B87-888C-8F3D10B59F25}" srcOrd="1" destOrd="0" parTransId="{A93E3CC1-6809-4DF1-9799-4894A72E137E}" sibTransId="{366D3F1F-9247-4A56-A851-614A08A95171}"/>
    <dgm:cxn modelId="{3B568ABB-B26C-4086-A399-6DB71428BB19}" srcId="{B7209780-0809-4317-A407-4FFC25E716FB}" destId="{CE7C2EF1-5D0E-485F-8066-A9278C90EAC0}" srcOrd="5" destOrd="0" parTransId="{A91CF968-95C0-4251-A4FF-1C052A257AD6}" sibTransId="{FA61BF7E-5DF0-4BD9-B68F-E524105CBD68}"/>
    <dgm:cxn modelId="{5480A1BB-47F6-4FC1-9A04-DBFBD841E338}" srcId="{64D2CCF4-9CDB-4CBD-AB37-6072BE0517C5}" destId="{B51BE5A2-F410-41BF-8437-F274111E0E18}" srcOrd="0" destOrd="0" parTransId="{6A6DD0B7-6F5D-4C47-8BBC-3EEC28EE91CD}" sibTransId="{AA5D5FDE-684B-4EFF-8170-CC1C7CFC46B4}"/>
    <dgm:cxn modelId="{802A11BD-14A4-4DE7-A127-0F05937B53C6}" type="presOf" srcId="{6A6DD0B7-6F5D-4C47-8BBC-3EEC28EE91CD}" destId="{5A8AC118-E7CD-4DF7-B972-FF7DE2926730}" srcOrd="0" destOrd="0" presId="urn:microsoft.com/office/officeart/2005/8/layout/hierarchy3"/>
    <dgm:cxn modelId="{27ABA6C0-EDFF-4A71-A640-4F517F48AC14}" srcId="{A819E998-1F95-4350-A30C-0494D1B16D4D}" destId="{92E1A4BA-8911-4C13-AD7F-9ADEC9F4E877}" srcOrd="1" destOrd="0" parTransId="{5E2F8251-0D74-4CD1-AC36-A9E06D93CFED}" sibTransId="{47059D47-5D6F-4706-8D85-3BECC807F6C0}"/>
    <dgm:cxn modelId="{82D034C3-5873-4125-9A61-DAC1DFB964DC}" srcId="{64D2CCF4-9CDB-4CBD-AB37-6072BE0517C5}" destId="{3F078BAB-9A8D-4F08-BDB3-9665993B1CF8}" srcOrd="1" destOrd="0" parTransId="{5213A262-384B-406B-B8B9-99AB42545850}" sibTransId="{9FDD00B2-ED0D-466B-8740-0BDE3C701BC5}"/>
    <dgm:cxn modelId="{AA76BCC9-44A8-417E-9101-95374FB09ED1}" srcId="{B7209780-0809-4317-A407-4FFC25E716FB}" destId="{E78C6AC3-E413-4EC8-92A5-3BB0838003F8}" srcOrd="3" destOrd="0" parTransId="{A8699A49-3697-419F-A1A0-FA4B9577DF69}" sibTransId="{86D497C6-9D04-4CC9-A6C9-704C841BC242}"/>
    <dgm:cxn modelId="{2D1926CA-9E32-4B28-881F-48195937DC4E}" type="presOf" srcId="{BA8725E8-F58D-4E7C-B348-C61933BE13B3}" destId="{0D9CD6DD-799B-4BC3-9A56-B27440028DBE}" srcOrd="0" destOrd="0" presId="urn:microsoft.com/office/officeart/2005/8/layout/hierarchy3"/>
    <dgm:cxn modelId="{E2B3A4CC-B938-4DBB-889B-1D0B6344AE95}" type="presOf" srcId="{92E1A4BA-8911-4C13-AD7F-9ADEC9F4E877}" destId="{19EA0A68-10D5-4D44-8604-C2BB5AFD4726}" srcOrd="0" destOrd="0" presId="urn:microsoft.com/office/officeart/2005/8/layout/hierarchy3"/>
    <dgm:cxn modelId="{2FC96BCD-8DC7-4447-AF63-B3A6D6FD9669}" type="presOf" srcId="{2D7C8B12-7332-43CB-836D-2DDE5BE603A1}" destId="{1255DDBF-D5D7-4063-A1C6-0CE66505DD55}" srcOrd="0" destOrd="0" presId="urn:microsoft.com/office/officeart/2005/8/layout/hierarchy3"/>
    <dgm:cxn modelId="{A93428D4-D5B8-445B-8D4D-A6B921CD821D}" type="presOf" srcId="{C92790ED-1DAC-4B0F-891B-5218ECAA0C62}" destId="{F59ED0B4-3118-4409-82D3-89B9E7B3A911}" srcOrd="0" destOrd="0" presId="urn:microsoft.com/office/officeart/2005/8/layout/hierarchy3"/>
    <dgm:cxn modelId="{FA84D5D5-885A-43A0-933C-FEDBDCBD5724}" type="presOf" srcId="{A84E48D7-505D-4BE9-B8FA-571513972173}" destId="{C743EB03-3FA0-4BCE-A1FB-31A28E42F32E}" srcOrd="0" destOrd="0" presId="urn:microsoft.com/office/officeart/2005/8/layout/hierarchy3"/>
    <dgm:cxn modelId="{03FA04D8-822A-472A-AED5-EB3F35EE20EB}" type="presOf" srcId="{0C472FEC-455E-4E71-9CE2-3D4F3B47A733}" destId="{AA9EDD60-D0D0-452F-9182-67464B73D5A2}" srcOrd="0" destOrd="0" presId="urn:microsoft.com/office/officeart/2005/8/layout/hierarchy3"/>
    <dgm:cxn modelId="{C2F765DF-775A-4454-8A0D-AF593B05C844}" type="presOf" srcId="{E78C6AC3-E413-4EC8-92A5-3BB0838003F8}" destId="{943B8E4D-104A-417D-8C24-6B5FFAC8A3F1}" srcOrd="0" destOrd="0" presId="urn:microsoft.com/office/officeart/2005/8/layout/hierarchy3"/>
    <dgm:cxn modelId="{E979E3E1-8554-4451-8903-73A57881BD1B}" type="presOf" srcId="{F17B33FB-1701-4B87-888C-8F3D10B59F25}" destId="{409E61D1-836E-4C32-83F9-19DAF9B8747E}" srcOrd="0" destOrd="0" presId="urn:microsoft.com/office/officeart/2005/8/layout/hierarchy3"/>
    <dgm:cxn modelId="{E5F449F4-2AF6-4A2F-9FFC-F2E3E0BB635C}" srcId="{E78C6AC3-E413-4EC8-92A5-3BB0838003F8}" destId="{D7CD76DD-3309-42AF-AB2B-C6D4582C19E1}" srcOrd="0" destOrd="0" parTransId="{CF508179-2389-4D40-9DB0-9BA3C58AED50}" sibTransId="{FD99C18B-5861-42CD-B651-6F79A3BA9D8D}"/>
    <dgm:cxn modelId="{514E32F8-9CC2-49B2-B447-DB5D74705797}" srcId="{B7209780-0809-4317-A407-4FFC25E716FB}" destId="{A819E998-1F95-4350-A30C-0494D1B16D4D}" srcOrd="1" destOrd="0" parTransId="{A6784E2E-CF16-46E4-9172-B2C6DDC41945}" sibTransId="{91046600-A592-44D2-B318-7D0D7316CF95}"/>
    <dgm:cxn modelId="{E91750FB-CA32-4B7B-A764-845176C44821}" srcId="{B7209780-0809-4317-A407-4FFC25E716FB}" destId="{5237B714-418B-49D4-9892-4A5C85ADDA9B}" srcOrd="4" destOrd="0" parTransId="{064B79DE-D28C-4286-87F1-B0232949D44E}" sibTransId="{D70C237A-B14F-4ADE-8D03-2C87F06792C4}"/>
    <dgm:cxn modelId="{ACC359FE-376B-4ABA-814B-CECB08D9D835}" srcId="{A819E998-1F95-4350-A30C-0494D1B16D4D}" destId="{5D5A56A9-A9C2-45E0-818E-807CDAD26668}" srcOrd="0" destOrd="0" parTransId="{253A2165-F9E5-4F7E-9C14-EB6E81802932}" sibTransId="{6B6D9E8C-2CEB-4AFC-83E1-877F393E95DA}"/>
    <dgm:cxn modelId="{7EB25F75-FE63-4FB1-8047-F166D78F5890}" type="presParOf" srcId="{CE3D94F0-B65A-4959-BFB8-4F3C5E032295}" destId="{4CB22B6C-E6FF-4D47-8BEF-AC193606A37C}" srcOrd="0" destOrd="0" presId="urn:microsoft.com/office/officeart/2005/8/layout/hierarchy3"/>
    <dgm:cxn modelId="{84C7007F-7DBA-44BD-BB43-86B20BF3D2B1}" type="presParOf" srcId="{4CB22B6C-E6FF-4D47-8BEF-AC193606A37C}" destId="{47E469DC-46C7-4511-987E-4F92E37ADA74}" srcOrd="0" destOrd="0" presId="urn:microsoft.com/office/officeart/2005/8/layout/hierarchy3"/>
    <dgm:cxn modelId="{15AAFCCC-0DD7-4589-9E28-7BE4BF20937A}" type="presParOf" srcId="{47E469DC-46C7-4511-987E-4F92E37ADA74}" destId="{C30FCF28-FCA7-47A1-90EB-A98D59FFB64A}" srcOrd="0" destOrd="0" presId="urn:microsoft.com/office/officeart/2005/8/layout/hierarchy3"/>
    <dgm:cxn modelId="{DCA07A5E-EC81-4A68-A6B6-640C94E53A6E}" type="presParOf" srcId="{47E469DC-46C7-4511-987E-4F92E37ADA74}" destId="{190B8F54-6771-4D5B-8FEA-3779002F3991}" srcOrd="1" destOrd="0" presId="urn:microsoft.com/office/officeart/2005/8/layout/hierarchy3"/>
    <dgm:cxn modelId="{8BEDF059-A0EF-4503-A708-7CA4D9D47D98}" type="presParOf" srcId="{4CB22B6C-E6FF-4D47-8BEF-AC193606A37C}" destId="{61A66F8F-14F2-44FF-9192-F18AF1583A6F}" srcOrd="1" destOrd="0" presId="urn:microsoft.com/office/officeart/2005/8/layout/hierarchy3"/>
    <dgm:cxn modelId="{4A323343-5A8A-4326-941E-F670BF59447C}" type="presParOf" srcId="{61A66F8F-14F2-44FF-9192-F18AF1583A6F}" destId="{ECD72CC9-EB8D-4CD2-9C08-7A0A54BE3452}" srcOrd="0" destOrd="0" presId="urn:microsoft.com/office/officeart/2005/8/layout/hierarchy3"/>
    <dgm:cxn modelId="{7843F4BD-B0AC-4D23-8BEC-9D2433ED03C9}" type="presParOf" srcId="{61A66F8F-14F2-44FF-9192-F18AF1583A6F}" destId="{C150ADC6-1527-4EF9-A5C5-F066C730257B}" srcOrd="1" destOrd="0" presId="urn:microsoft.com/office/officeart/2005/8/layout/hierarchy3"/>
    <dgm:cxn modelId="{7FEA3FF0-0799-4DE5-A066-6D77309D50A1}" type="presParOf" srcId="{61A66F8F-14F2-44FF-9192-F18AF1583A6F}" destId="{F146804B-3ABD-4276-9E94-804F582483DE}" srcOrd="2" destOrd="0" presId="urn:microsoft.com/office/officeart/2005/8/layout/hierarchy3"/>
    <dgm:cxn modelId="{7042BC87-EC23-4AF9-A166-C8DC8B65C033}" type="presParOf" srcId="{61A66F8F-14F2-44FF-9192-F18AF1583A6F}" destId="{C1ED9F7B-0825-4FC0-8E75-872D60B08B07}" srcOrd="3" destOrd="0" presId="urn:microsoft.com/office/officeart/2005/8/layout/hierarchy3"/>
    <dgm:cxn modelId="{0C8EA97E-D49C-4357-9B1B-925BD3EE3899}" type="presParOf" srcId="{CE3D94F0-B65A-4959-BFB8-4F3C5E032295}" destId="{91DA9EAE-76C1-457F-9FEA-2843CD4D451B}" srcOrd="1" destOrd="0" presId="urn:microsoft.com/office/officeart/2005/8/layout/hierarchy3"/>
    <dgm:cxn modelId="{C667FF42-45F5-4CCD-B876-5CA4003143D0}" type="presParOf" srcId="{91DA9EAE-76C1-457F-9FEA-2843CD4D451B}" destId="{EB78BBF3-5D9A-42ED-B5B4-47B757F20248}" srcOrd="0" destOrd="0" presId="urn:microsoft.com/office/officeart/2005/8/layout/hierarchy3"/>
    <dgm:cxn modelId="{309B4604-8BC2-4FD3-A8C2-8CB686CF1041}" type="presParOf" srcId="{EB78BBF3-5D9A-42ED-B5B4-47B757F20248}" destId="{479C93CC-E8C4-496A-BB0B-8A7EACBEB12F}" srcOrd="0" destOrd="0" presId="urn:microsoft.com/office/officeart/2005/8/layout/hierarchy3"/>
    <dgm:cxn modelId="{628DE84E-EADA-47E1-9F45-B611F1428048}" type="presParOf" srcId="{EB78BBF3-5D9A-42ED-B5B4-47B757F20248}" destId="{601A38D6-65BB-4B2E-A48D-217CAD9C0B23}" srcOrd="1" destOrd="0" presId="urn:microsoft.com/office/officeart/2005/8/layout/hierarchy3"/>
    <dgm:cxn modelId="{C5423610-F24F-4604-8CFE-E091C0880AF2}" type="presParOf" srcId="{91DA9EAE-76C1-457F-9FEA-2843CD4D451B}" destId="{52CFA5B7-BAA7-42D9-86E2-1C9EA68D2E30}" srcOrd="1" destOrd="0" presId="urn:microsoft.com/office/officeart/2005/8/layout/hierarchy3"/>
    <dgm:cxn modelId="{9119594E-8080-4F77-8E5E-8A4891A3C1EE}" type="presParOf" srcId="{52CFA5B7-BAA7-42D9-86E2-1C9EA68D2E30}" destId="{2A897712-8878-4953-9B46-22370FF559C8}" srcOrd="0" destOrd="0" presId="urn:microsoft.com/office/officeart/2005/8/layout/hierarchy3"/>
    <dgm:cxn modelId="{A529544E-4C78-4E77-8B1C-85A26573CB18}" type="presParOf" srcId="{52CFA5B7-BAA7-42D9-86E2-1C9EA68D2E30}" destId="{9094E070-4E22-4266-A821-938A201C1937}" srcOrd="1" destOrd="0" presId="urn:microsoft.com/office/officeart/2005/8/layout/hierarchy3"/>
    <dgm:cxn modelId="{192451B1-D245-438E-B444-2D4CA02DAFDA}" type="presParOf" srcId="{52CFA5B7-BAA7-42D9-86E2-1C9EA68D2E30}" destId="{C2DA532C-21D1-4973-B62E-B4731FD69511}" srcOrd="2" destOrd="0" presId="urn:microsoft.com/office/officeart/2005/8/layout/hierarchy3"/>
    <dgm:cxn modelId="{E96811FB-785F-433F-A3F7-A68DAE78EAAB}" type="presParOf" srcId="{52CFA5B7-BAA7-42D9-86E2-1C9EA68D2E30}" destId="{19EA0A68-10D5-4D44-8604-C2BB5AFD4726}" srcOrd="3" destOrd="0" presId="urn:microsoft.com/office/officeart/2005/8/layout/hierarchy3"/>
    <dgm:cxn modelId="{AC7E7B63-F84B-4C13-B65A-21122548FCE8}" type="presParOf" srcId="{CE3D94F0-B65A-4959-BFB8-4F3C5E032295}" destId="{7EE979E1-B03F-415B-BB0C-772139DFA031}" srcOrd="2" destOrd="0" presId="urn:microsoft.com/office/officeart/2005/8/layout/hierarchy3"/>
    <dgm:cxn modelId="{892877ED-E970-42B8-9767-196DCBC1D5A5}" type="presParOf" srcId="{7EE979E1-B03F-415B-BB0C-772139DFA031}" destId="{718CF6D9-C39D-4731-8090-C522423689E8}" srcOrd="0" destOrd="0" presId="urn:microsoft.com/office/officeart/2005/8/layout/hierarchy3"/>
    <dgm:cxn modelId="{5925E174-B123-4CBB-B6C4-5B841C59F1A9}" type="presParOf" srcId="{718CF6D9-C39D-4731-8090-C522423689E8}" destId="{22983F45-A432-438C-9752-8833AE356516}" srcOrd="0" destOrd="0" presId="urn:microsoft.com/office/officeart/2005/8/layout/hierarchy3"/>
    <dgm:cxn modelId="{59442440-B81F-4CBA-9498-154A91051143}" type="presParOf" srcId="{718CF6D9-C39D-4731-8090-C522423689E8}" destId="{176AE1B9-E966-4719-BD66-2C27B6895B97}" srcOrd="1" destOrd="0" presId="urn:microsoft.com/office/officeart/2005/8/layout/hierarchy3"/>
    <dgm:cxn modelId="{18B8F81E-0826-4F44-A863-599A2CC1B47A}" type="presParOf" srcId="{7EE979E1-B03F-415B-BB0C-772139DFA031}" destId="{442B1A11-E3AB-4A45-A47B-D78F69805D98}" srcOrd="1" destOrd="0" presId="urn:microsoft.com/office/officeart/2005/8/layout/hierarchy3"/>
    <dgm:cxn modelId="{535D11E7-5F8E-4E45-8E30-F8F47398F3E6}" type="presParOf" srcId="{442B1A11-E3AB-4A45-A47B-D78F69805D98}" destId="{ADA0B659-FE7A-4C05-9756-5D3E519A0067}" srcOrd="0" destOrd="0" presId="urn:microsoft.com/office/officeart/2005/8/layout/hierarchy3"/>
    <dgm:cxn modelId="{FDAA7652-FBDB-48A0-B115-11B35BF4D733}" type="presParOf" srcId="{442B1A11-E3AB-4A45-A47B-D78F69805D98}" destId="{1255DDBF-D5D7-4063-A1C6-0CE66505DD55}" srcOrd="1" destOrd="0" presId="urn:microsoft.com/office/officeart/2005/8/layout/hierarchy3"/>
    <dgm:cxn modelId="{B23F119B-DBCB-4F09-A363-274B5C42052E}" type="presParOf" srcId="{442B1A11-E3AB-4A45-A47B-D78F69805D98}" destId="{7C4D294F-7436-477B-B7FA-24823784A3C4}" srcOrd="2" destOrd="0" presId="urn:microsoft.com/office/officeart/2005/8/layout/hierarchy3"/>
    <dgm:cxn modelId="{55C2F22B-D9A3-4927-B1C2-41930EACAFD8}" type="presParOf" srcId="{442B1A11-E3AB-4A45-A47B-D78F69805D98}" destId="{6A49D760-D0B7-4A25-BA4B-CA2BA2274CEC}" srcOrd="3" destOrd="0" presId="urn:microsoft.com/office/officeart/2005/8/layout/hierarchy3"/>
    <dgm:cxn modelId="{303E8982-A51E-46F5-97C2-FBB9E9E59475}" type="presParOf" srcId="{442B1A11-E3AB-4A45-A47B-D78F69805D98}" destId="{FD60AD1A-9587-4006-BEB2-96478299D3BA}" srcOrd="4" destOrd="0" presId="urn:microsoft.com/office/officeart/2005/8/layout/hierarchy3"/>
    <dgm:cxn modelId="{1324141E-3F8C-496C-A62C-C72BC6E030C1}" type="presParOf" srcId="{442B1A11-E3AB-4A45-A47B-D78F69805D98}" destId="{C743EB03-3FA0-4BCE-A1FB-31A28E42F32E}" srcOrd="5" destOrd="0" presId="urn:microsoft.com/office/officeart/2005/8/layout/hierarchy3"/>
    <dgm:cxn modelId="{D6F69243-F91F-4E25-82C0-5F45C871B86D}" type="presParOf" srcId="{CE3D94F0-B65A-4959-BFB8-4F3C5E032295}" destId="{82610981-5878-4CD2-AE05-914EAC89BC15}" srcOrd="3" destOrd="0" presId="urn:microsoft.com/office/officeart/2005/8/layout/hierarchy3"/>
    <dgm:cxn modelId="{030290B2-380F-48DD-AC75-07D22E5D600F}" type="presParOf" srcId="{82610981-5878-4CD2-AE05-914EAC89BC15}" destId="{53829D33-8064-43FF-8AC4-C4A1E919274F}" srcOrd="0" destOrd="0" presId="urn:microsoft.com/office/officeart/2005/8/layout/hierarchy3"/>
    <dgm:cxn modelId="{387BC432-ADEE-4E3F-9C56-08EC5B1F7BED}" type="presParOf" srcId="{53829D33-8064-43FF-8AC4-C4A1E919274F}" destId="{943B8E4D-104A-417D-8C24-6B5FFAC8A3F1}" srcOrd="0" destOrd="0" presId="urn:microsoft.com/office/officeart/2005/8/layout/hierarchy3"/>
    <dgm:cxn modelId="{F6029E80-249D-4C38-B0B6-91C829FD0C07}" type="presParOf" srcId="{53829D33-8064-43FF-8AC4-C4A1E919274F}" destId="{395EAA45-98FC-4507-BD18-0DA75242978F}" srcOrd="1" destOrd="0" presId="urn:microsoft.com/office/officeart/2005/8/layout/hierarchy3"/>
    <dgm:cxn modelId="{BC6A1B31-0919-4A4E-A14B-AAA4260823AA}" type="presParOf" srcId="{82610981-5878-4CD2-AE05-914EAC89BC15}" destId="{4AA6E73E-DDC7-4E0B-A1A1-BD0B636634DD}" srcOrd="1" destOrd="0" presId="urn:microsoft.com/office/officeart/2005/8/layout/hierarchy3"/>
    <dgm:cxn modelId="{182C3EE7-5C12-42DF-B829-31C5C546A9CB}" type="presParOf" srcId="{4AA6E73E-DDC7-4E0B-A1A1-BD0B636634DD}" destId="{679BD5AE-AE94-442F-8185-4DDCA138692F}" srcOrd="0" destOrd="0" presId="urn:microsoft.com/office/officeart/2005/8/layout/hierarchy3"/>
    <dgm:cxn modelId="{2AC806C7-A50C-4813-BD90-5DA189F1364D}" type="presParOf" srcId="{4AA6E73E-DDC7-4E0B-A1A1-BD0B636634DD}" destId="{0FE29E34-B382-4F4F-94A8-3CAC3438813D}" srcOrd="1" destOrd="0" presId="urn:microsoft.com/office/officeart/2005/8/layout/hierarchy3"/>
    <dgm:cxn modelId="{EC55BA98-455B-4CC5-B72D-773A2A3632A7}" type="presParOf" srcId="{4AA6E73E-DDC7-4E0B-A1A1-BD0B636634DD}" destId="{363BDF28-58B9-440E-839A-EE980FA63272}" srcOrd="2" destOrd="0" presId="urn:microsoft.com/office/officeart/2005/8/layout/hierarchy3"/>
    <dgm:cxn modelId="{B5F34FD2-B5F2-4F3B-BA9D-3C00D7B7EB6C}" type="presParOf" srcId="{4AA6E73E-DDC7-4E0B-A1A1-BD0B636634DD}" destId="{AA9EDD60-D0D0-452F-9182-67464B73D5A2}" srcOrd="3" destOrd="0" presId="urn:microsoft.com/office/officeart/2005/8/layout/hierarchy3"/>
    <dgm:cxn modelId="{03D3526D-32B8-44E7-ACB7-EB49116C5F7D}" type="presParOf" srcId="{CE3D94F0-B65A-4959-BFB8-4F3C5E032295}" destId="{9CD0A474-75F4-4BDD-ACEF-7A95CAB740B0}" srcOrd="4" destOrd="0" presId="urn:microsoft.com/office/officeart/2005/8/layout/hierarchy3"/>
    <dgm:cxn modelId="{6AE2B861-1291-4B6E-8031-0AAF1601CCDB}" type="presParOf" srcId="{9CD0A474-75F4-4BDD-ACEF-7A95CAB740B0}" destId="{830955AF-057A-4763-B6D5-B16C6075B3DC}" srcOrd="0" destOrd="0" presId="urn:microsoft.com/office/officeart/2005/8/layout/hierarchy3"/>
    <dgm:cxn modelId="{8B5E2096-BD35-4CA2-88F3-53512F4BBAD3}" type="presParOf" srcId="{830955AF-057A-4763-B6D5-B16C6075B3DC}" destId="{2404AC13-A28B-42DE-AC69-A92E5AA11A53}" srcOrd="0" destOrd="0" presId="urn:microsoft.com/office/officeart/2005/8/layout/hierarchy3"/>
    <dgm:cxn modelId="{375EE2E6-3E08-4D46-B2D6-3F6B9E457889}" type="presParOf" srcId="{830955AF-057A-4763-B6D5-B16C6075B3DC}" destId="{26E738BC-2672-4108-9339-747CE8766051}" srcOrd="1" destOrd="0" presId="urn:microsoft.com/office/officeart/2005/8/layout/hierarchy3"/>
    <dgm:cxn modelId="{F295AA6D-48C3-4FFC-8F32-D53908A46A08}" type="presParOf" srcId="{9CD0A474-75F4-4BDD-ACEF-7A95CAB740B0}" destId="{E8D85BA4-2DCF-4BD5-8E56-054BEF4B7AC7}" srcOrd="1" destOrd="0" presId="urn:microsoft.com/office/officeart/2005/8/layout/hierarchy3"/>
    <dgm:cxn modelId="{5FB51333-F4BA-4458-B741-1D71BDDE3C88}" type="presParOf" srcId="{E8D85BA4-2DCF-4BD5-8E56-054BEF4B7AC7}" destId="{B26F9B3E-10A4-4355-BFBA-1F939AE1BF4D}" srcOrd="0" destOrd="0" presId="urn:microsoft.com/office/officeart/2005/8/layout/hierarchy3"/>
    <dgm:cxn modelId="{4EB01405-D6A2-4C3E-8985-564F7E0C222A}" type="presParOf" srcId="{E8D85BA4-2DCF-4BD5-8E56-054BEF4B7AC7}" destId="{483C285E-A01B-4D8C-AEE4-08508B931CC9}" srcOrd="1" destOrd="0" presId="urn:microsoft.com/office/officeart/2005/8/layout/hierarchy3"/>
    <dgm:cxn modelId="{E918D6D6-24B2-49F1-96EC-8248859F5554}" type="presParOf" srcId="{E8D85BA4-2DCF-4BD5-8E56-054BEF4B7AC7}" destId="{2E4A5D8E-4DC1-49E7-B0CF-4B9490ADD495}" srcOrd="2" destOrd="0" presId="urn:microsoft.com/office/officeart/2005/8/layout/hierarchy3"/>
    <dgm:cxn modelId="{DD2788AD-E2C2-411C-84E4-10E4965FA63E}" type="presParOf" srcId="{E8D85BA4-2DCF-4BD5-8E56-054BEF4B7AC7}" destId="{BA00CA26-3D7A-42E6-A5DA-16EFE560D36F}" srcOrd="3" destOrd="0" presId="urn:microsoft.com/office/officeart/2005/8/layout/hierarchy3"/>
    <dgm:cxn modelId="{216918C0-90D4-4A33-9306-346D246CE6DF}" type="presParOf" srcId="{E8D85BA4-2DCF-4BD5-8E56-054BEF4B7AC7}" destId="{9B9FC129-7F19-47A8-9CA0-DF768D7E4D57}" srcOrd="4" destOrd="0" presId="urn:microsoft.com/office/officeart/2005/8/layout/hierarchy3"/>
    <dgm:cxn modelId="{D5598155-A604-4186-8214-1D61D87BCD04}" type="presParOf" srcId="{E8D85BA4-2DCF-4BD5-8E56-054BEF4B7AC7}" destId="{12BEF027-E09A-482C-B905-C222534A26AC}" srcOrd="5" destOrd="0" presId="urn:microsoft.com/office/officeart/2005/8/layout/hierarchy3"/>
    <dgm:cxn modelId="{82FF5EED-DF3A-4807-BF90-FB5AD6599491}" type="presParOf" srcId="{CE3D94F0-B65A-4959-BFB8-4F3C5E032295}" destId="{E69B9774-A9F0-4FE6-8B36-7A0DC3815FA8}" srcOrd="5" destOrd="0" presId="urn:microsoft.com/office/officeart/2005/8/layout/hierarchy3"/>
    <dgm:cxn modelId="{391C65AF-5C79-41A6-8092-8A918AEF5244}" type="presParOf" srcId="{E69B9774-A9F0-4FE6-8B36-7A0DC3815FA8}" destId="{6C5EDE7F-5963-40BE-AAAA-3BEAF2FF4E2A}" srcOrd="0" destOrd="0" presId="urn:microsoft.com/office/officeart/2005/8/layout/hierarchy3"/>
    <dgm:cxn modelId="{507C66DA-9161-485A-BEDA-5330B1A8A9D3}" type="presParOf" srcId="{6C5EDE7F-5963-40BE-AAAA-3BEAF2FF4E2A}" destId="{CA148D76-2BF4-48FE-B40B-8AF539ECE249}" srcOrd="0" destOrd="0" presId="urn:microsoft.com/office/officeart/2005/8/layout/hierarchy3"/>
    <dgm:cxn modelId="{7C77EE27-67F4-47D4-B7C6-6AAF0C57255F}" type="presParOf" srcId="{6C5EDE7F-5963-40BE-AAAA-3BEAF2FF4E2A}" destId="{EA2DA26E-C5D8-4550-A666-06453A226843}" srcOrd="1" destOrd="0" presId="urn:microsoft.com/office/officeart/2005/8/layout/hierarchy3"/>
    <dgm:cxn modelId="{E55D3C8D-C535-4846-95E8-DBBCA1F78EEA}" type="presParOf" srcId="{E69B9774-A9F0-4FE6-8B36-7A0DC3815FA8}" destId="{50E06390-FE7C-43CD-95C1-B6684AF33B32}" srcOrd="1" destOrd="0" presId="urn:microsoft.com/office/officeart/2005/8/layout/hierarchy3"/>
    <dgm:cxn modelId="{1D773BAA-9050-4469-B0EC-B7028E2EEC4A}" type="presParOf" srcId="{50E06390-FE7C-43CD-95C1-B6684AF33B32}" destId="{1753987E-C745-4679-A6DF-39852FD3E90D}" srcOrd="0" destOrd="0" presId="urn:microsoft.com/office/officeart/2005/8/layout/hierarchy3"/>
    <dgm:cxn modelId="{97881E3A-E511-4F5F-9F32-6677060DAAC7}" type="presParOf" srcId="{50E06390-FE7C-43CD-95C1-B6684AF33B32}" destId="{D4A5AA33-EF50-49EE-BD15-FC0D4E42D060}" srcOrd="1" destOrd="0" presId="urn:microsoft.com/office/officeart/2005/8/layout/hierarchy3"/>
    <dgm:cxn modelId="{383CFEC5-AF3C-43AE-B344-B255C9B62A11}" type="presParOf" srcId="{50E06390-FE7C-43CD-95C1-B6684AF33B32}" destId="{420B4650-B67F-4B4B-802D-DBA1DDB4BCE5}" srcOrd="2" destOrd="0" presId="urn:microsoft.com/office/officeart/2005/8/layout/hierarchy3"/>
    <dgm:cxn modelId="{CDAA804E-6D5C-43AC-8D57-00213AE03735}" type="presParOf" srcId="{50E06390-FE7C-43CD-95C1-B6684AF33B32}" destId="{409E61D1-836E-4C32-83F9-19DAF9B8747E}" srcOrd="3" destOrd="0" presId="urn:microsoft.com/office/officeart/2005/8/layout/hierarchy3"/>
    <dgm:cxn modelId="{5E0A1ED2-2511-48BB-98B1-9FD8CACDECB7}" type="presParOf" srcId="{CE3D94F0-B65A-4959-BFB8-4F3C5E032295}" destId="{5EF9FE94-A4E4-44C5-8F86-42D87BAAD8FE}" srcOrd="6" destOrd="0" presId="urn:microsoft.com/office/officeart/2005/8/layout/hierarchy3"/>
    <dgm:cxn modelId="{8FC0FE67-C806-442F-80E8-40A74223DCBB}" type="presParOf" srcId="{5EF9FE94-A4E4-44C5-8F86-42D87BAAD8FE}" destId="{B15C64F2-E9F8-408F-ACFA-B60D50742606}" srcOrd="0" destOrd="0" presId="urn:microsoft.com/office/officeart/2005/8/layout/hierarchy3"/>
    <dgm:cxn modelId="{CA2A3C2A-1A88-4187-983C-0E6C9E84DD02}" type="presParOf" srcId="{B15C64F2-E9F8-408F-ACFA-B60D50742606}" destId="{C3DABCF1-E46A-4E89-B689-250F9DB7F034}" srcOrd="0" destOrd="0" presId="urn:microsoft.com/office/officeart/2005/8/layout/hierarchy3"/>
    <dgm:cxn modelId="{E37B8E17-5B37-4BF3-A7D6-CE99DBEBBE26}" type="presParOf" srcId="{B15C64F2-E9F8-408F-ACFA-B60D50742606}" destId="{1B93647A-4513-42AA-A6F0-823D3E30BABB}" srcOrd="1" destOrd="0" presId="urn:microsoft.com/office/officeart/2005/8/layout/hierarchy3"/>
    <dgm:cxn modelId="{5CA1CA1A-A91B-49AA-B964-EB28B338FC17}" type="presParOf" srcId="{5EF9FE94-A4E4-44C5-8F86-42D87BAAD8FE}" destId="{A5C8C9F6-3129-4F35-9E13-68E9BC1262EA}" srcOrd="1" destOrd="0" presId="urn:microsoft.com/office/officeart/2005/8/layout/hierarchy3"/>
    <dgm:cxn modelId="{43697FF4-CCF6-4E90-AAD0-6F4015CFE102}" type="presParOf" srcId="{A5C8C9F6-3129-4F35-9E13-68E9BC1262EA}" destId="{0D9CD6DD-799B-4BC3-9A56-B27440028DBE}" srcOrd="0" destOrd="0" presId="urn:microsoft.com/office/officeart/2005/8/layout/hierarchy3"/>
    <dgm:cxn modelId="{7CE8A2E7-216F-4973-8D0A-1C27329339C8}" type="presParOf" srcId="{A5C8C9F6-3129-4F35-9E13-68E9BC1262EA}" destId="{5A8ADC85-42FD-4A7D-B47B-8972513FA20C}" srcOrd="1" destOrd="0" presId="urn:microsoft.com/office/officeart/2005/8/layout/hierarchy3"/>
    <dgm:cxn modelId="{24416B85-03AD-4D67-A1B3-ECF4DA771C1C}" type="presParOf" srcId="{A5C8C9F6-3129-4F35-9E13-68E9BC1262EA}" destId="{43ABABEE-E7F7-4E1A-8CA2-83A51F9036FB}" srcOrd="2" destOrd="0" presId="urn:microsoft.com/office/officeart/2005/8/layout/hierarchy3"/>
    <dgm:cxn modelId="{A632A311-4FE6-4E32-97C2-4D9EEBD5D9A1}" type="presParOf" srcId="{A5C8C9F6-3129-4F35-9E13-68E9BC1262EA}" destId="{F59ED0B4-3118-4409-82D3-89B9E7B3A911}" srcOrd="3" destOrd="0" presId="urn:microsoft.com/office/officeart/2005/8/layout/hierarchy3"/>
    <dgm:cxn modelId="{9633333B-7D1A-4625-80F7-348238889979}" type="presParOf" srcId="{CE3D94F0-B65A-4959-BFB8-4F3C5E032295}" destId="{3E400582-EB72-4BAA-B334-FC1BF1987274}" srcOrd="7" destOrd="0" presId="urn:microsoft.com/office/officeart/2005/8/layout/hierarchy3"/>
    <dgm:cxn modelId="{3E29A1D7-7655-4DBF-98F9-EBCE22BB403D}" type="presParOf" srcId="{3E400582-EB72-4BAA-B334-FC1BF1987274}" destId="{B7B100A3-394F-4957-BB00-7ED6A3DC309A}" srcOrd="0" destOrd="0" presId="urn:microsoft.com/office/officeart/2005/8/layout/hierarchy3"/>
    <dgm:cxn modelId="{CC6F0764-27C2-4B79-97DE-F1A7F75C3CDA}" type="presParOf" srcId="{B7B100A3-394F-4957-BB00-7ED6A3DC309A}" destId="{59D1F98B-7128-46BD-B7C1-0133DF2E876B}" srcOrd="0" destOrd="0" presId="urn:microsoft.com/office/officeart/2005/8/layout/hierarchy3"/>
    <dgm:cxn modelId="{1C2D2461-D404-4089-A92D-7AB47DA4D9BF}" type="presParOf" srcId="{B7B100A3-394F-4957-BB00-7ED6A3DC309A}" destId="{92741D10-0216-45BB-96BF-750C9EA05E88}" srcOrd="1" destOrd="0" presId="urn:microsoft.com/office/officeart/2005/8/layout/hierarchy3"/>
    <dgm:cxn modelId="{498FF3DB-3170-4D7A-B72D-FCB47D0326F5}" type="presParOf" srcId="{3E400582-EB72-4BAA-B334-FC1BF1987274}" destId="{6B5AE530-6B01-4D14-A01B-0C3F223DFB7D}" srcOrd="1" destOrd="0" presId="urn:microsoft.com/office/officeart/2005/8/layout/hierarchy3"/>
    <dgm:cxn modelId="{0D890915-DF72-40BF-897C-03DD901FA89B}" type="presParOf" srcId="{6B5AE530-6B01-4D14-A01B-0C3F223DFB7D}" destId="{5A8AC118-E7CD-4DF7-B972-FF7DE2926730}" srcOrd="0" destOrd="0" presId="urn:microsoft.com/office/officeart/2005/8/layout/hierarchy3"/>
    <dgm:cxn modelId="{510EDFD2-4557-447B-8273-50966B2AA45E}" type="presParOf" srcId="{6B5AE530-6B01-4D14-A01B-0C3F223DFB7D}" destId="{D0CBD45D-B671-448C-95B9-7A5637C1B232}" srcOrd="1" destOrd="0" presId="urn:microsoft.com/office/officeart/2005/8/layout/hierarchy3"/>
    <dgm:cxn modelId="{78A85E86-6070-4797-A01F-31E7DA6FD656}" type="presParOf" srcId="{6B5AE530-6B01-4D14-A01B-0C3F223DFB7D}" destId="{38180589-69CC-4571-BC51-A95E120B5228}" srcOrd="2" destOrd="0" presId="urn:microsoft.com/office/officeart/2005/8/layout/hierarchy3"/>
    <dgm:cxn modelId="{CC5B84BD-AE25-4B25-AD16-922C99F08D5B}" type="presParOf" srcId="{6B5AE530-6B01-4D14-A01B-0C3F223DFB7D}" destId="{DF6B6D5D-79E5-4C38-AC1F-E2835102B67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E6C586-2450-4CCE-AF8B-4E6E8A75557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6BB8F2-69EF-4A2D-A693-C03BAD9953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Research Objectives</a:t>
          </a:r>
          <a:endParaRPr lang="en-US" dirty="0"/>
        </a:p>
      </dgm:t>
    </dgm:pt>
    <dgm:pt modelId="{3FBE766C-3F11-4375-AF69-22566D87FDAB}" type="parTrans" cxnId="{9909099E-C10C-4E60-851A-DFEB8F21E9F0}">
      <dgm:prSet/>
      <dgm:spPr/>
      <dgm:t>
        <a:bodyPr/>
        <a:lstStyle/>
        <a:p>
          <a:endParaRPr lang="en-US"/>
        </a:p>
      </dgm:t>
    </dgm:pt>
    <dgm:pt modelId="{8A804A49-F3C5-4CEF-AEA3-2F31CC9696AC}" type="sibTrans" cxnId="{9909099E-C10C-4E60-851A-DFEB8F21E9F0}">
      <dgm:prSet/>
      <dgm:spPr/>
      <dgm:t>
        <a:bodyPr/>
        <a:lstStyle/>
        <a:p>
          <a:endParaRPr lang="en-US"/>
        </a:p>
      </dgm:t>
    </dgm:pt>
    <dgm:pt modelId="{10DDBD62-5792-4BCB-84A5-F09A6906158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Propose a hardware-software co-design approach.</a:t>
          </a:r>
          <a:endParaRPr lang="en-US" sz="1600" dirty="0"/>
        </a:p>
      </dgm:t>
    </dgm:pt>
    <dgm:pt modelId="{F4E55221-3D15-47C1-8303-91ACB720AF73}" type="parTrans" cxnId="{98AF3F78-2162-4801-A7C9-1AE5041D4665}">
      <dgm:prSet/>
      <dgm:spPr/>
      <dgm:t>
        <a:bodyPr/>
        <a:lstStyle/>
        <a:p>
          <a:endParaRPr lang="en-US"/>
        </a:p>
      </dgm:t>
    </dgm:pt>
    <dgm:pt modelId="{DB385E2B-CECE-4353-9F8C-2EF7EB714F9C}" type="sibTrans" cxnId="{98AF3F78-2162-4801-A7C9-1AE5041D4665}">
      <dgm:prSet/>
      <dgm:spPr/>
      <dgm:t>
        <a:bodyPr/>
        <a:lstStyle/>
        <a:p>
          <a:endParaRPr lang="en-US"/>
        </a:p>
      </dgm:t>
    </dgm:pt>
    <dgm:pt modelId="{AC13EDE0-8270-4DBB-90C0-54096E7259F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Optimize tree-based classifiers using FPGA.</a:t>
          </a:r>
          <a:endParaRPr lang="en-US" sz="1600" dirty="0"/>
        </a:p>
      </dgm:t>
    </dgm:pt>
    <dgm:pt modelId="{187BC553-B85B-4214-81EB-81F209B11E08}" type="parTrans" cxnId="{F80B149B-EF7F-4981-96C3-F053A25052EB}">
      <dgm:prSet/>
      <dgm:spPr/>
      <dgm:t>
        <a:bodyPr/>
        <a:lstStyle/>
        <a:p>
          <a:endParaRPr lang="en-US"/>
        </a:p>
      </dgm:t>
    </dgm:pt>
    <dgm:pt modelId="{BBE70CD0-D815-468D-BF28-11DC41ADC4C9}" type="sibTrans" cxnId="{F80B149B-EF7F-4981-96C3-F053A25052EB}">
      <dgm:prSet/>
      <dgm:spPr/>
      <dgm:t>
        <a:bodyPr/>
        <a:lstStyle/>
        <a:p>
          <a:endParaRPr lang="en-US"/>
        </a:p>
      </dgm:t>
    </dgm:pt>
    <dgm:pt modelId="{B7E8C9D0-1F54-43C6-8B47-BAACE6919F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Existing Approaches in Literature</a:t>
          </a:r>
          <a:endParaRPr lang="en-US" dirty="0"/>
        </a:p>
      </dgm:t>
    </dgm:pt>
    <dgm:pt modelId="{58BC4F5B-892A-4AD2-857A-377E68718F9A}" type="parTrans" cxnId="{06D0E525-2A6B-4328-8C95-24F07FC8C8B5}">
      <dgm:prSet/>
      <dgm:spPr/>
      <dgm:t>
        <a:bodyPr/>
        <a:lstStyle/>
        <a:p>
          <a:endParaRPr lang="en-US"/>
        </a:p>
      </dgm:t>
    </dgm:pt>
    <dgm:pt modelId="{3696B3FF-FBE4-4F6D-895F-58827D709130}" type="sibTrans" cxnId="{06D0E525-2A6B-4328-8C95-24F07FC8C8B5}">
      <dgm:prSet/>
      <dgm:spPr/>
      <dgm:t>
        <a:bodyPr/>
        <a:lstStyle/>
        <a:p>
          <a:endParaRPr lang="en-US"/>
        </a:p>
      </dgm:t>
    </dgm:pt>
    <dgm:pt modelId="{98DF8535-A7CA-4DFB-B4E5-022AC017F07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/>
            <a:t>Hardware-only designs.</a:t>
          </a:r>
          <a:endParaRPr lang="en-US" sz="1600"/>
        </a:p>
      </dgm:t>
    </dgm:pt>
    <dgm:pt modelId="{5ACAC343-0DA7-40F7-AA8E-5689A076291A}" type="parTrans" cxnId="{3934DD9A-DE22-42B7-9867-3CBC76D9927C}">
      <dgm:prSet/>
      <dgm:spPr/>
      <dgm:t>
        <a:bodyPr/>
        <a:lstStyle/>
        <a:p>
          <a:endParaRPr lang="en-US"/>
        </a:p>
      </dgm:t>
    </dgm:pt>
    <dgm:pt modelId="{6059ABC5-34BF-4BF7-A093-B12C7DC256B9}" type="sibTrans" cxnId="{3934DD9A-DE22-42B7-9867-3CBC76D9927C}">
      <dgm:prSet/>
      <dgm:spPr/>
      <dgm:t>
        <a:bodyPr/>
        <a:lstStyle/>
        <a:p>
          <a:endParaRPr lang="en-US"/>
        </a:p>
      </dgm:t>
    </dgm:pt>
    <dgm:pt modelId="{9D33BB51-5590-4AA3-A49F-274B1AB5932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Software-only designs.</a:t>
          </a:r>
          <a:endParaRPr lang="en-US" sz="1600" dirty="0"/>
        </a:p>
      </dgm:t>
    </dgm:pt>
    <dgm:pt modelId="{2F8B2612-3711-45FA-A2C7-B63E360286CD}" type="parTrans" cxnId="{8BDB5612-E447-4B05-A3D2-C02ED0C26EEC}">
      <dgm:prSet/>
      <dgm:spPr/>
      <dgm:t>
        <a:bodyPr/>
        <a:lstStyle/>
        <a:p>
          <a:endParaRPr lang="en-US"/>
        </a:p>
      </dgm:t>
    </dgm:pt>
    <dgm:pt modelId="{E7C40760-4004-4CC4-9EE9-B00264557C88}" type="sibTrans" cxnId="{8BDB5612-E447-4B05-A3D2-C02ED0C26EEC}">
      <dgm:prSet/>
      <dgm:spPr/>
      <dgm:t>
        <a:bodyPr/>
        <a:lstStyle/>
        <a:p>
          <a:endParaRPr lang="en-US"/>
        </a:p>
      </dgm:t>
    </dgm:pt>
    <dgm:pt modelId="{951AB435-05D9-4593-B46E-23AD0BE089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Challenges and Limitations</a:t>
          </a:r>
          <a:endParaRPr lang="en-US" dirty="0"/>
        </a:p>
      </dgm:t>
    </dgm:pt>
    <dgm:pt modelId="{1E3426F8-B0CB-4A92-BC43-F2F322AD5D76}" type="parTrans" cxnId="{FF97BEF6-9419-4D29-8B74-521FEEF934B2}">
      <dgm:prSet/>
      <dgm:spPr/>
      <dgm:t>
        <a:bodyPr/>
        <a:lstStyle/>
        <a:p>
          <a:endParaRPr lang="en-US"/>
        </a:p>
      </dgm:t>
    </dgm:pt>
    <dgm:pt modelId="{3BA4C255-06ED-46DE-996D-820DBDD28B30}" type="sibTrans" cxnId="{FF97BEF6-9419-4D29-8B74-521FEEF934B2}">
      <dgm:prSet/>
      <dgm:spPr/>
      <dgm:t>
        <a:bodyPr/>
        <a:lstStyle/>
        <a:p>
          <a:endParaRPr lang="en-US"/>
        </a:p>
      </dgm:t>
    </dgm:pt>
    <dgm:pt modelId="{AFE91DB3-F75A-4F03-AAEC-70D7960DE15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/>
            <a:t>Area overhead.</a:t>
          </a:r>
          <a:endParaRPr lang="en-US" sz="1600"/>
        </a:p>
      </dgm:t>
    </dgm:pt>
    <dgm:pt modelId="{1A7AFEDF-CB26-4FB4-BEC6-BBAB5547F6E3}" type="parTrans" cxnId="{44AA1A8D-C5B9-424A-A2D4-BC9F1191D47C}">
      <dgm:prSet/>
      <dgm:spPr/>
      <dgm:t>
        <a:bodyPr/>
        <a:lstStyle/>
        <a:p>
          <a:endParaRPr lang="en-US"/>
        </a:p>
      </dgm:t>
    </dgm:pt>
    <dgm:pt modelId="{D282EE6E-3657-45B6-B645-A026B48B647F}" type="sibTrans" cxnId="{44AA1A8D-C5B9-424A-A2D4-BC9F1191D47C}">
      <dgm:prSet/>
      <dgm:spPr/>
      <dgm:t>
        <a:bodyPr/>
        <a:lstStyle/>
        <a:p>
          <a:endParaRPr lang="en-US"/>
        </a:p>
      </dgm:t>
    </dgm:pt>
    <dgm:pt modelId="{E84F09DB-0991-4BA5-A184-E981ED126A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Power consumption, Technology dependencies.</a:t>
          </a:r>
          <a:endParaRPr lang="en-US" sz="1600" dirty="0"/>
        </a:p>
      </dgm:t>
    </dgm:pt>
    <dgm:pt modelId="{AD5ED285-CA54-46F2-AD5D-79807A8AED48}" type="parTrans" cxnId="{901624F6-5A0D-4A18-A156-1082B78AE85C}">
      <dgm:prSet/>
      <dgm:spPr/>
      <dgm:t>
        <a:bodyPr/>
        <a:lstStyle/>
        <a:p>
          <a:endParaRPr lang="en-US"/>
        </a:p>
      </dgm:t>
    </dgm:pt>
    <dgm:pt modelId="{35FAF003-CF79-4170-AD66-18374C794140}" type="sibTrans" cxnId="{901624F6-5A0D-4A18-A156-1082B78AE85C}">
      <dgm:prSet/>
      <dgm:spPr/>
      <dgm:t>
        <a:bodyPr/>
        <a:lstStyle/>
        <a:p>
          <a:endParaRPr lang="en-US"/>
        </a:p>
      </dgm:t>
    </dgm:pt>
    <dgm:pt modelId="{7EF328B3-0699-4D0D-8BD0-9F869C7E23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Comparison of Approaches</a:t>
          </a:r>
          <a:endParaRPr lang="en-US" dirty="0"/>
        </a:p>
      </dgm:t>
    </dgm:pt>
    <dgm:pt modelId="{18327D7A-9FF0-4CD1-AE13-A542D3FFB9CC}" type="parTrans" cxnId="{177BACD1-102D-42F4-98C7-3436B20F2002}">
      <dgm:prSet/>
      <dgm:spPr/>
      <dgm:t>
        <a:bodyPr/>
        <a:lstStyle/>
        <a:p>
          <a:endParaRPr lang="en-US"/>
        </a:p>
      </dgm:t>
    </dgm:pt>
    <dgm:pt modelId="{E2CB2E58-6736-4A77-B2BE-CE512312D35C}" type="sibTrans" cxnId="{177BACD1-102D-42F4-98C7-3436B20F2002}">
      <dgm:prSet/>
      <dgm:spPr/>
      <dgm:t>
        <a:bodyPr/>
        <a:lstStyle/>
        <a:p>
          <a:endParaRPr lang="en-US"/>
        </a:p>
      </dgm:t>
    </dgm:pt>
    <dgm:pt modelId="{31B940B3-6A44-459E-A88E-8928C0FC251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Analyze strengths and weaknesses.</a:t>
          </a:r>
          <a:endParaRPr lang="en-US" sz="1600" dirty="0"/>
        </a:p>
      </dgm:t>
    </dgm:pt>
    <dgm:pt modelId="{21794A7B-4235-453A-9FE7-8A091A89C497}" type="parTrans" cxnId="{2639E710-EC93-44BB-AC48-07B4229DCD04}">
      <dgm:prSet/>
      <dgm:spPr/>
      <dgm:t>
        <a:bodyPr/>
        <a:lstStyle/>
        <a:p>
          <a:endParaRPr lang="en-US"/>
        </a:p>
      </dgm:t>
    </dgm:pt>
    <dgm:pt modelId="{96C33816-EC4A-4368-A0E7-13363696B2AF}" type="sibTrans" cxnId="{2639E710-EC93-44BB-AC48-07B4229DCD04}">
      <dgm:prSet/>
      <dgm:spPr/>
      <dgm:t>
        <a:bodyPr/>
        <a:lstStyle/>
        <a:p>
          <a:endParaRPr lang="en-US"/>
        </a:p>
      </dgm:t>
    </dgm:pt>
    <dgm:pt modelId="{A7FFB95D-0806-489A-A805-86BED99B05D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dirty="0"/>
            <a:t>Consider scalability and reusability.</a:t>
          </a:r>
          <a:endParaRPr lang="en-US" sz="1600" dirty="0"/>
        </a:p>
      </dgm:t>
    </dgm:pt>
    <dgm:pt modelId="{9841C31F-2B4C-45EB-AFD7-B865E5DC1446}" type="parTrans" cxnId="{069F6CC9-F4E4-4B28-818A-5CAB920D64B2}">
      <dgm:prSet/>
      <dgm:spPr/>
      <dgm:t>
        <a:bodyPr/>
        <a:lstStyle/>
        <a:p>
          <a:endParaRPr lang="en-US"/>
        </a:p>
      </dgm:t>
    </dgm:pt>
    <dgm:pt modelId="{4727E9CF-6382-4365-95F2-6CAC5CB0997F}" type="sibTrans" cxnId="{069F6CC9-F4E4-4B28-818A-5CAB920D64B2}">
      <dgm:prSet/>
      <dgm:spPr/>
      <dgm:t>
        <a:bodyPr/>
        <a:lstStyle/>
        <a:p>
          <a:endParaRPr lang="en-US"/>
        </a:p>
      </dgm:t>
    </dgm:pt>
    <dgm:pt modelId="{BCEA907D-35B3-49B3-9B9B-AB09B95C5C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Relevant Studies and Findings</a:t>
          </a:r>
          <a:endParaRPr lang="en-US" dirty="0"/>
        </a:p>
      </dgm:t>
    </dgm:pt>
    <dgm:pt modelId="{C9308B6D-99CB-4143-952F-29B2AA61DE54}" type="parTrans" cxnId="{E6EE198F-4C08-4945-A95D-7372842F1C02}">
      <dgm:prSet/>
      <dgm:spPr/>
      <dgm:t>
        <a:bodyPr/>
        <a:lstStyle/>
        <a:p>
          <a:endParaRPr lang="en-US"/>
        </a:p>
      </dgm:t>
    </dgm:pt>
    <dgm:pt modelId="{A18E52C8-781D-4741-B921-394C1A31E182}" type="sibTrans" cxnId="{E6EE198F-4C08-4945-A95D-7372842F1C02}">
      <dgm:prSet/>
      <dgm:spPr/>
      <dgm:t>
        <a:bodyPr/>
        <a:lstStyle/>
        <a:p>
          <a:endParaRPr lang="en-US"/>
        </a:p>
      </dgm:t>
    </dgm:pt>
    <dgm:pt modelId="{76718475-D935-4163-9DE8-D99518451B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Summarize studies related to hardware-software co-design for tree classifiers.</a:t>
          </a:r>
          <a:endParaRPr lang="en-US" sz="1400" dirty="0"/>
        </a:p>
      </dgm:t>
    </dgm:pt>
    <dgm:pt modelId="{AC4592E7-06BE-46E5-B891-2862EDA02CD7}" type="parTrans" cxnId="{D1FCB796-9CA4-4668-897A-2EAE28EC3C79}">
      <dgm:prSet/>
      <dgm:spPr/>
      <dgm:t>
        <a:bodyPr/>
        <a:lstStyle/>
        <a:p>
          <a:endParaRPr lang="en-US"/>
        </a:p>
      </dgm:t>
    </dgm:pt>
    <dgm:pt modelId="{402C994E-E19E-4AD8-9401-01B4BA51EBDC}" type="sibTrans" cxnId="{D1FCB796-9CA4-4668-897A-2EAE28EC3C79}">
      <dgm:prSet/>
      <dgm:spPr/>
      <dgm:t>
        <a:bodyPr/>
        <a:lstStyle/>
        <a:p>
          <a:endParaRPr lang="en-US"/>
        </a:p>
      </dgm:t>
    </dgm:pt>
    <dgm:pt modelId="{4A69336F-F447-4732-ADCB-52AF9497ADD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Discuss outcomes in the context of FPGA implementations.</a:t>
          </a:r>
          <a:endParaRPr lang="en-US" sz="1400" dirty="0"/>
        </a:p>
      </dgm:t>
    </dgm:pt>
    <dgm:pt modelId="{5CF39288-6706-4709-A230-D028B780F069}" type="parTrans" cxnId="{27A7AC42-8A84-40CC-9A89-CE8D91FB5A95}">
      <dgm:prSet/>
      <dgm:spPr/>
      <dgm:t>
        <a:bodyPr/>
        <a:lstStyle/>
        <a:p>
          <a:endParaRPr lang="en-US"/>
        </a:p>
      </dgm:t>
    </dgm:pt>
    <dgm:pt modelId="{510800C6-185D-43AD-BF4A-6FF99F4DBDAA}" type="sibTrans" cxnId="{27A7AC42-8A84-40CC-9A89-CE8D91FB5A95}">
      <dgm:prSet/>
      <dgm:spPr/>
      <dgm:t>
        <a:bodyPr/>
        <a:lstStyle/>
        <a:p>
          <a:endParaRPr lang="en-US"/>
        </a:p>
      </dgm:t>
    </dgm:pt>
    <dgm:pt modelId="{DC350662-796C-4FFB-BA94-DE735352C1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Significance of Proposed Approach</a:t>
          </a:r>
          <a:endParaRPr lang="en-US" dirty="0"/>
        </a:p>
      </dgm:t>
    </dgm:pt>
    <dgm:pt modelId="{F78A6B2F-E124-4BBB-B9DA-0ED47466C57A}" type="parTrans" cxnId="{831DC5C1-0CDE-4F29-963C-F264650270FD}">
      <dgm:prSet/>
      <dgm:spPr/>
      <dgm:t>
        <a:bodyPr/>
        <a:lstStyle/>
        <a:p>
          <a:endParaRPr lang="en-US"/>
        </a:p>
      </dgm:t>
    </dgm:pt>
    <dgm:pt modelId="{5BE84A5A-BC20-435E-89CF-250FEF448E42}" type="sibTrans" cxnId="{831DC5C1-0CDE-4F29-963C-F264650270FD}">
      <dgm:prSet/>
      <dgm:spPr/>
      <dgm:t>
        <a:bodyPr/>
        <a:lstStyle/>
        <a:p>
          <a:endParaRPr lang="en-US"/>
        </a:p>
      </dgm:t>
    </dgm:pt>
    <dgm:pt modelId="{04DDCB7A-BFF6-484D-BB6F-9EC0CF857D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Address limitations from existing literature.</a:t>
          </a:r>
          <a:endParaRPr lang="en-US"/>
        </a:p>
      </dgm:t>
    </dgm:pt>
    <dgm:pt modelId="{184A1A4F-D11A-45AC-B8BB-AD0360B193ED}" type="parTrans" cxnId="{CC3F1E1C-9C1D-4192-A341-E72C4BF9236A}">
      <dgm:prSet/>
      <dgm:spPr/>
      <dgm:t>
        <a:bodyPr/>
        <a:lstStyle/>
        <a:p>
          <a:endParaRPr lang="en-US"/>
        </a:p>
      </dgm:t>
    </dgm:pt>
    <dgm:pt modelId="{13AF75EA-7FAE-47FB-8739-64B248CF7326}" type="sibTrans" cxnId="{CC3F1E1C-9C1D-4192-A341-E72C4BF9236A}">
      <dgm:prSet/>
      <dgm:spPr/>
      <dgm:t>
        <a:bodyPr/>
        <a:lstStyle/>
        <a:p>
          <a:endParaRPr lang="en-US"/>
        </a:p>
      </dgm:t>
    </dgm:pt>
    <dgm:pt modelId="{9AB58DE1-1B63-45F7-B58C-8C8D396C91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Emphasize benefits of software-hardware integration.</a:t>
          </a:r>
          <a:endParaRPr lang="en-US" dirty="0"/>
        </a:p>
      </dgm:t>
    </dgm:pt>
    <dgm:pt modelId="{DA468ED5-412F-4E97-B6C2-E19E4AEA59C5}" type="parTrans" cxnId="{69631C84-C06E-476E-86D0-8C13B265CF22}">
      <dgm:prSet/>
      <dgm:spPr/>
      <dgm:t>
        <a:bodyPr/>
        <a:lstStyle/>
        <a:p>
          <a:endParaRPr lang="en-US"/>
        </a:p>
      </dgm:t>
    </dgm:pt>
    <dgm:pt modelId="{6F7729B4-003B-4181-9DBD-44A1EC85264E}" type="sibTrans" cxnId="{69631C84-C06E-476E-86D0-8C13B265CF22}">
      <dgm:prSet/>
      <dgm:spPr/>
      <dgm:t>
        <a:bodyPr/>
        <a:lstStyle/>
        <a:p>
          <a:endParaRPr lang="en-US"/>
        </a:p>
      </dgm:t>
    </dgm:pt>
    <dgm:pt modelId="{B4EE1347-A5F4-4DB8-8720-B269F629E6BC}" type="pres">
      <dgm:prSet presAssocID="{47E6C586-2450-4CCE-AF8B-4E6E8A755572}" presName="root" presStyleCnt="0">
        <dgm:presLayoutVars>
          <dgm:dir/>
          <dgm:resizeHandles val="exact"/>
        </dgm:presLayoutVars>
      </dgm:prSet>
      <dgm:spPr/>
    </dgm:pt>
    <dgm:pt modelId="{58C685CD-2B7F-4757-92D1-5943EE7A5854}" type="pres">
      <dgm:prSet presAssocID="{896BB8F2-69EF-4A2D-A693-C03BAD995319}" presName="compNode" presStyleCnt="0"/>
      <dgm:spPr/>
    </dgm:pt>
    <dgm:pt modelId="{12905E8B-FD98-421B-A545-F9A4ED755BB4}" type="pres">
      <dgm:prSet presAssocID="{896BB8F2-69EF-4A2D-A693-C03BAD995319}" presName="bgRect" presStyleLbl="bgShp" presStyleIdx="0" presStyleCnt="6"/>
      <dgm:spPr/>
    </dgm:pt>
    <dgm:pt modelId="{91867C73-5067-4105-846F-2FC60D82A36B}" type="pres">
      <dgm:prSet presAssocID="{896BB8F2-69EF-4A2D-A693-C03BAD99531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F079017-8C2B-42BF-B71D-269BC8FDC9E9}" type="pres">
      <dgm:prSet presAssocID="{896BB8F2-69EF-4A2D-A693-C03BAD995319}" presName="spaceRect" presStyleCnt="0"/>
      <dgm:spPr/>
    </dgm:pt>
    <dgm:pt modelId="{0A59F7CA-88DF-44FD-B626-69417477FFCC}" type="pres">
      <dgm:prSet presAssocID="{896BB8F2-69EF-4A2D-A693-C03BAD995319}" presName="parTx" presStyleLbl="revTx" presStyleIdx="0" presStyleCnt="12">
        <dgm:presLayoutVars>
          <dgm:chMax val="0"/>
          <dgm:chPref val="0"/>
        </dgm:presLayoutVars>
      </dgm:prSet>
      <dgm:spPr/>
    </dgm:pt>
    <dgm:pt modelId="{5F488AAF-8F37-4EC3-8672-CAB774F10A87}" type="pres">
      <dgm:prSet presAssocID="{896BB8F2-69EF-4A2D-A693-C03BAD995319}" presName="desTx" presStyleLbl="revTx" presStyleIdx="1" presStyleCnt="12">
        <dgm:presLayoutVars/>
      </dgm:prSet>
      <dgm:spPr/>
    </dgm:pt>
    <dgm:pt modelId="{73DEF5DE-72A6-473E-9991-D1D34873EF32}" type="pres">
      <dgm:prSet presAssocID="{8A804A49-F3C5-4CEF-AEA3-2F31CC9696AC}" presName="sibTrans" presStyleCnt="0"/>
      <dgm:spPr/>
    </dgm:pt>
    <dgm:pt modelId="{4C48A041-DE51-4E17-B57F-C9A74EEEC31B}" type="pres">
      <dgm:prSet presAssocID="{B7E8C9D0-1F54-43C6-8B47-BAACE6919FEA}" presName="compNode" presStyleCnt="0"/>
      <dgm:spPr/>
    </dgm:pt>
    <dgm:pt modelId="{7AB39F31-4BEC-4547-9F56-ECC6CE451181}" type="pres">
      <dgm:prSet presAssocID="{B7E8C9D0-1F54-43C6-8B47-BAACE6919FEA}" presName="bgRect" presStyleLbl="bgShp" presStyleIdx="1" presStyleCnt="6"/>
      <dgm:spPr/>
    </dgm:pt>
    <dgm:pt modelId="{6D0FAA62-B7C3-4EFB-85F4-1A700243A413}" type="pres">
      <dgm:prSet presAssocID="{B7E8C9D0-1F54-43C6-8B47-BAACE6919FEA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FF6A757-3A74-4E34-AB2E-5D3E4B123A56}" type="pres">
      <dgm:prSet presAssocID="{B7E8C9D0-1F54-43C6-8B47-BAACE6919FEA}" presName="spaceRect" presStyleCnt="0"/>
      <dgm:spPr/>
    </dgm:pt>
    <dgm:pt modelId="{21708745-4B5C-493B-8985-3C7AF2FA6217}" type="pres">
      <dgm:prSet presAssocID="{B7E8C9D0-1F54-43C6-8B47-BAACE6919FEA}" presName="parTx" presStyleLbl="revTx" presStyleIdx="2" presStyleCnt="12">
        <dgm:presLayoutVars>
          <dgm:chMax val="0"/>
          <dgm:chPref val="0"/>
        </dgm:presLayoutVars>
      </dgm:prSet>
      <dgm:spPr/>
    </dgm:pt>
    <dgm:pt modelId="{79E1AA43-25F3-4DF6-9222-F7111D8C2C25}" type="pres">
      <dgm:prSet presAssocID="{B7E8C9D0-1F54-43C6-8B47-BAACE6919FEA}" presName="desTx" presStyleLbl="revTx" presStyleIdx="3" presStyleCnt="12">
        <dgm:presLayoutVars/>
      </dgm:prSet>
      <dgm:spPr/>
    </dgm:pt>
    <dgm:pt modelId="{17F18250-DE50-451E-A846-70C6AEE2179C}" type="pres">
      <dgm:prSet presAssocID="{3696B3FF-FBE4-4F6D-895F-58827D709130}" presName="sibTrans" presStyleCnt="0"/>
      <dgm:spPr/>
    </dgm:pt>
    <dgm:pt modelId="{777D17BC-FA4E-4B4A-8755-F8E14DA8012E}" type="pres">
      <dgm:prSet presAssocID="{951AB435-05D9-4593-B46E-23AD0BE0890B}" presName="compNode" presStyleCnt="0"/>
      <dgm:spPr/>
    </dgm:pt>
    <dgm:pt modelId="{AD7552DC-94CC-49FD-97E3-1D90B9CA2BB2}" type="pres">
      <dgm:prSet presAssocID="{951AB435-05D9-4593-B46E-23AD0BE0890B}" presName="bgRect" presStyleLbl="bgShp" presStyleIdx="2" presStyleCnt="6"/>
      <dgm:spPr/>
    </dgm:pt>
    <dgm:pt modelId="{5E0DC07F-EADA-4045-ABC9-C8D4F262D533}" type="pres">
      <dgm:prSet presAssocID="{951AB435-05D9-4593-B46E-23AD0BE0890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05E2D6E7-48F1-4A0B-8F3F-FA0234D6B7C5}" type="pres">
      <dgm:prSet presAssocID="{951AB435-05D9-4593-B46E-23AD0BE0890B}" presName="spaceRect" presStyleCnt="0"/>
      <dgm:spPr/>
    </dgm:pt>
    <dgm:pt modelId="{13F96720-6691-4F04-B102-6A6FAB53FCAC}" type="pres">
      <dgm:prSet presAssocID="{951AB435-05D9-4593-B46E-23AD0BE0890B}" presName="parTx" presStyleLbl="revTx" presStyleIdx="4" presStyleCnt="12">
        <dgm:presLayoutVars>
          <dgm:chMax val="0"/>
          <dgm:chPref val="0"/>
        </dgm:presLayoutVars>
      </dgm:prSet>
      <dgm:spPr/>
    </dgm:pt>
    <dgm:pt modelId="{331796D0-29B5-4A11-B0E4-378AAF71EDB0}" type="pres">
      <dgm:prSet presAssocID="{951AB435-05D9-4593-B46E-23AD0BE0890B}" presName="desTx" presStyleLbl="revTx" presStyleIdx="5" presStyleCnt="12">
        <dgm:presLayoutVars/>
      </dgm:prSet>
      <dgm:spPr/>
    </dgm:pt>
    <dgm:pt modelId="{A04B538F-68C3-4A7E-BE2A-C7568972230E}" type="pres">
      <dgm:prSet presAssocID="{3BA4C255-06ED-46DE-996D-820DBDD28B30}" presName="sibTrans" presStyleCnt="0"/>
      <dgm:spPr/>
    </dgm:pt>
    <dgm:pt modelId="{11196F1B-7F4D-4BA0-A9DA-DFCC26173EBB}" type="pres">
      <dgm:prSet presAssocID="{7EF328B3-0699-4D0D-8BD0-9F869C7E2335}" presName="compNode" presStyleCnt="0"/>
      <dgm:spPr/>
    </dgm:pt>
    <dgm:pt modelId="{2DB619AA-1DE0-4E98-B0B2-36552535F712}" type="pres">
      <dgm:prSet presAssocID="{7EF328B3-0699-4D0D-8BD0-9F869C7E2335}" presName="bgRect" presStyleLbl="bgShp" presStyleIdx="3" presStyleCnt="6"/>
      <dgm:spPr/>
    </dgm:pt>
    <dgm:pt modelId="{39C1A01F-A479-4844-9D01-D003114FF12E}" type="pres">
      <dgm:prSet presAssocID="{7EF328B3-0699-4D0D-8BD0-9F869C7E233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0710C2C6-837A-4AF9-8716-431A13340524}" type="pres">
      <dgm:prSet presAssocID="{7EF328B3-0699-4D0D-8BD0-9F869C7E2335}" presName="spaceRect" presStyleCnt="0"/>
      <dgm:spPr/>
    </dgm:pt>
    <dgm:pt modelId="{AFBF0C85-8726-4037-A4EB-40109A18C62C}" type="pres">
      <dgm:prSet presAssocID="{7EF328B3-0699-4D0D-8BD0-9F869C7E2335}" presName="parTx" presStyleLbl="revTx" presStyleIdx="6" presStyleCnt="12">
        <dgm:presLayoutVars>
          <dgm:chMax val="0"/>
          <dgm:chPref val="0"/>
        </dgm:presLayoutVars>
      </dgm:prSet>
      <dgm:spPr/>
    </dgm:pt>
    <dgm:pt modelId="{FAC7A719-82A6-4D8C-834A-3BBCEDEB6123}" type="pres">
      <dgm:prSet presAssocID="{7EF328B3-0699-4D0D-8BD0-9F869C7E2335}" presName="desTx" presStyleLbl="revTx" presStyleIdx="7" presStyleCnt="12">
        <dgm:presLayoutVars/>
      </dgm:prSet>
      <dgm:spPr/>
    </dgm:pt>
    <dgm:pt modelId="{58F64D04-73AB-4BC7-AE87-2B198CEA7799}" type="pres">
      <dgm:prSet presAssocID="{E2CB2E58-6736-4A77-B2BE-CE512312D35C}" presName="sibTrans" presStyleCnt="0"/>
      <dgm:spPr/>
    </dgm:pt>
    <dgm:pt modelId="{4588DAEC-AAB5-4700-8D82-6A0A776D7C3A}" type="pres">
      <dgm:prSet presAssocID="{BCEA907D-35B3-49B3-9B9B-AB09B95C5C74}" presName="compNode" presStyleCnt="0"/>
      <dgm:spPr/>
    </dgm:pt>
    <dgm:pt modelId="{AADE3873-232C-49BC-A3B2-1E2C661A779C}" type="pres">
      <dgm:prSet presAssocID="{BCEA907D-35B3-49B3-9B9B-AB09B95C5C74}" presName="bgRect" presStyleLbl="bgShp" presStyleIdx="4" presStyleCnt="6"/>
      <dgm:spPr/>
    </dgm:pt>
    <dgm:pt modelId="{DCDEF772-9CBA-4F43-BDBD-637077244FD1}" type="pres">
      <dgm:prSet presAssocID="{BCEA907D-35B3-49B3-9B9B-AB09B95C5C7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13367AD-EDEC-4FAA-A21D-CFFCFAB42BFB}" type="pres">
      <dgm:prSet presAssocID="{BCEA907D-35B3-49B3-9B9B-AB09B95C5C74}" presName="spaceRect" presStyleCnt="0"/>
      <dgm:spPr/>
    </dgm:pt>
    <dgm:pt modelId="{F73E5752-2E8D-497E-968F-93AAD7781F8E}" type="pres">
      <dgm:prSet presAssocID="{BCEA907D-35B3-49B3-9B9B-AB09B95C5C74}" presName="parTx" presStyleLbl="revTx" presStyleIdx="8" presStyleCnt="12">
        <dgm:presLayoutVars>
          <dgm:chMax val="0"/>
          <dgm:chPref val="0"/>
        </dgm:presLayoutVars>
      </dgm:prSet>
      <dgm:spPr/>
    </dgm:pt>
    <dgm:pt modelId="{CB70841B-D281-4D84-A983-A2AD700CA5BC}" type="pres">
      <dgm:prSet presAssocID="{BCEA907D-35B3-49B3-9B9B-AB09B95C5C74}" presName="desTx" presStyleLbl="revTx" presStyleIdx="9" presStyleCnt="12">
        <dgm:presLayoutVars/>
      </dgm:prSet>
      <dgm:spPr/>
    </dgm:pt>
    <dgm:pt modelId="{19F6220F-D6A7-417E-8AE9-1F8492281307}" type="pres">
      <dgm:prSet presAssocID="{A18E52C8-781D-4741-B921-394C1A31E182}" presName="sibTrans" presStyleCnt="0"/>
      <dgm:spPr/>
    </dgm:pt>
    <dgm:pt modelId="{2F929E1E-E80A-4CBD-9657-82353787FDD3}" type="pres">
      <dgm:prSet presAssocID="{DC350662-796C-4FFB-BA94-DE735352C1B8}" presName="compNode" presStyleCnt="0"/>
      <dgm:spPr/>
    </dgm:pt>
    <dgm:pt modelId="{495B9CCB-471E-4B84-9D65-D8B2890CF49E}" type="pres">
      <dgm:prSet presAssocID="{DC350662-796C-4FFB-BA94-DE735352C1B8}" presName="bgRect" presStyleLbl="bgShp" presStyleIdx="5" presStyleCnt="6"/>
      <dgm:spPr/>
    </dgm:pt>
    <dgm:pt modelId="{E63BDEF7-EA10-4A7E-98E4-C78B5118DD32}" type="pres">
      <dgm:prSet presAssocID="{DC350662-796C-4FFB-BA94-DE735352C1B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80A07BC3-1304-414E-A1BA-645313713743}" type="pres">
      <dgm:prSet presAssocID="{DC350662-796C-4FFB-BA94-DE735352C1B8}" presName="spaceRect" presStyleCnt="0"/>
      <dgm:spPr/>
    </dgm:pt>
    <dgm:pt modelId="{651D3C47-8865-48C7-B490-524C7A3D1157}" type="pres">
      <dgm:prSet presAssocID="{DC350662-796C-4FFB-BA94-DE735352C1B8}" presName="parTx" presStyleLbl="revTx" presStyleIdx="10" presStyleCnt="12">
        <dgm:presLayoutVars>
          <dgm:chMax val="0"/>
          <dgm:chPref val="0"/>
        </dgm:presLayoutVars>
      </dgm:prSet>
      <dgm:spPr/>
    </dgm:pt>
    <dgm:pt modelId="{7DD10AA4-271D-4D2C-AB7E-2F737F377B7D}" type="pres">
      <dgm:prSet presAssocID="{DC350662-796C-4FFB-BA94-DE735352C1B8}" presName="desTx" presStyleLbl="revTx" presStyleIdx="11" presStyleCnt="12">
        <dgm:presLayoutVars/>
      </dgm:prSet>
      <dgm:spPr/>
    </dgm:pt>
  </dgm:ptLst>
  <dgm:cxnLst>
    <dgm:cxn modelId="{CC326D0F-A8BA-4620-BC2C-CA03E80A135B}" type="presOf" srcId="{47E6C586-2450-4CCE-AF8B-4E6E8A755572}" destId="{B4EE1347-A5F4-4DB8-8720-B269F629E6BC}" srcOrd="0" destOrd="0" presId="urn:microsoft.com/office/officeart/2018/2/layout/IconVerticalSolidList"/>
    <dgm:cxn modelId="{2639E710-EC93-44BB-AC48-07B4229DCD04}" srcId="{7EF328B3-0699-4D0D-8BD0-9F869C7E2335}" destId="{31B940B3-6A44-459E-A88E-8928C0FC251D}" srcOrd="0" destOrd="0" parTransId="{21794A7B-4235-453A-9FE7-8A091A89C497}" sibTransId="{96C33816-EC4A-4368-A0E7-13363696B2AF}"/>
    <dgm:cxn modelId="{8BDB5612-E447-4B05-A3D2-C02ED0C26EEC}" srcId="{B7E8C9D0-1F54-43C6-8B47-BAACE6919FEA}" destId="{9D33BB51-5590-4AA3-A49F-274B1AB5932F}" srcOrd="1" destOrd="0" parTransId="{2F8B2612-3711-45FA-A2C7-B63E360286CD}" sibTransId="{E7C40760-4004-4CC4-9EE9-B00264557C88}"/>
    <dgm:cxn modelId="{1D919512-081E-45A1-B64B-BC9C97B34A57}" type="presOf" srcId="{AFE91DB3-F75A-4F03-AAEC-70D7960DE151}" destId="{331796D0-29B5-4A11-B0E4-378AAF71EDB0}" srcOrd="0" destOrd="0" presId="urn:microsoft.com/office/officeart/2018/2/layout/IconVerticalSolidList"/>
    <dgm:cxn modelId="{C37C2B14-43F1-45CB-9FA7-7110A80CFAE9}" type="presOf" srcId="{B7E8C9D0-1F54-43C6-8B47-BAACE6919FEA}" destId="{21708745-4B5C-493B-8985-3C7AF2FA6217}" srcOrd="0" destOrd="0" presId="urn:microsoft.com/office/officeart/2018/2/layout/IconVerticalSolidList"/>
    <dgm:cxn modelId="{CC3F1E1C-9C1D-4192-A341-E72C4BF9236A}" srcId="{DC350662-796C-4FFB-BA94-DE735352C1B8}" destId="{04DDCB7A-BFF6-484D-BB6F-9EC0CF857D0A}" srcOrd="0" destOrd="0" parTransId="{184A1A4F-D11A-45AC-B8BB-AD0360B193ED}" sibTransId="{13AF75EA-7FAE-47FB-8739-64B248CF7326}"/>
    <dgm:cxn modelId="{06D0E525-2A6B-4328-8C95-24F07FC8C8B5}" srcId="{47E6C586-2450-4CCE-AF8B-4E6E8A755572}" destId="{B7E8C9D0-1F54-43C6-8B47-BAACE6919FEA}" srcOrd="1" destOrd="0" parTransId="{58BC4F5B-892A-4AD2-857A-377E68718F9A}" sibTransId="{3696B3FF-FBE4-4F6D-895F-58827D709130}"/>
    <dgm:cxn modelId="{04E41031-1D16-4AEF-AD58-6504C9D34D35}" type="presOf" srcId="{896BB8F2-69EF-4A2D-A693-C03BAD995319}" destId="{0A59F7CA-88DF-44FD-B626-69417477FFCC}" srcOrd="0" destOrd="0" presId="urn:microsoft.com/office/officeart/2018/2/layout/IconVerticalSolidList"/>
    <dgm:cxn modelId="{27A7AC42-8A84-40CC-9A89-CE8D91FB5A95}" srcId="{BCEA907D-35B3-49B3-9B9B-AB09B95C5C74}" destId="{4A69336F-F447-4732-ADCB-52AF9497ADD1}" srcOrd="1" destOrd="0" parTransId="{5CF39288-6706-4709-A230-D028B780F069}" sibTransId="{510800C6-185D-43AD-BF4A-6FF99F4DBDAA}"/>
    <dgm:cxn modelId="{FC23BF67-429B-4198-9C36-B3A7D6E42D6D}" type="presOf" srcId="{04DDCB7A-BFF6-484D-BB6F-9EC0CF857D0A}" destId="{7DD10AA4-271D-4D2C-AB7E-2F737F377B7D}" srcOrd="0" destOrd="0" presId="urn:microsoft.com/office/officeart/2018/2/layout/IconVerticalSolidList"/>
    <dgm:cxn modelId="{98AF3F78-2162-4801-A7C9-1AE5041D4665}" srcId="{896BB8F2-69EF-4A2D-A693-C03BAD995319}" destId="{10DDBD62-5792-4BCB-84A5-F09A69061582}" srcOrd="0" destOrd="0" parTransId="{F4E55221-3D15-47C1-8303-91ACB720AF73}" sibTransId="{DB385E2B-CECE-4353-9F8C-2EF7EB714F9C}"/>
    <dgm:cxn modelId="{D1643959-33F6-485D-A617-879764B076C4}" type="presOf" srcId="{A7FFB95D-0806-489A-A805-86BED99B05D2}" destId="{FAC7A719-82A6-4D8C-834A-3BBCEDEB6123}" srcOrd="0" destOrd="1" presId="urn:microsoft.com/office/officeart/2018/2/layout/IconVerticalSolidList"/>
    <dgm:cxn modelId="{7559687F-7D57-4260-98BF-3721C645725E}" type="presOf" srcId="{98DF8535-A7CA-4DFB-B4E5-022AC017F07F}" destId="{79E1AA43-25F3-4DF6-9222-F7111D8C2C25}" srcOrd="0" destOrd="0" presId="urn:microsoft.com/office/officeart/2018/2/layout/IconVerticalSolidList"/>
    <dgm:cxn modelId="{69631C84-C06E-476E-86D0-8C13B265CF22}" srcId="{DC350662-796C-4FFB-BA94-DE735352C1B8}" destId="{9AB58DE1-1B63-45F7-B58C-8C8D396C9176}" srcOrd="1" destOrd="0" parTransId="{DA468ED5-412F-4E97-B6C2-E19E4AEA59C5}" sibTransId="{6F7729B4-003B-4181-9DBD-44A1EC85264E}"/>
    <dgm:cxn modelId="{44AA1A8D-C5B9-424A-A2D4-BC9F1191D47C}" srcId="{951AB435-05D9-4593-B46E-23AD0BE0890B}" destId="{AFE91DB3-F75A-4F03-AAEC-70D7960DE151}" srcOrd="0" destOrd="0" parTransId="{1A7AFEDF-CB26-4FB4-BEC6-BBAB5547F6E3}" sibTransId="{D282EE6E-3657-45B6-B645-A026B48B647F}"/>
    <dgm:cxn modelId="{E6EE198F-4C08-4945-A95D-7372842F1C02}" srcId="{47E6C586-2450-4CCE-AF8B-4E6E8A755572}" destId="{BCEA907D-35B3-49B3-9B9B-AB09B95C5C74}" srcOrd="4" destOrd="0" parTransId="{C9308B6D-99CB-4143-952F-29B2AA61DE54}" sibTransId="{A18E52C8-781D-4741-B921-394C1A31E182}"/>
    <dgm:cxn modelId="{7516208F-B0DD-4176-974F-A79455A03BD2}" type="presOf" srcId="{7EF328B3-0699-4D0D-8BD0-9F869C7E2335}" destId="{AFBF0C85-8726-4037-A4EB-40109A18C62C}" srcOrd="0" destOrd="0" presId="urn:microsoft.com/office/officeart/2018/2/layout/IconVerticalSolidList"/>
    <dgm:cxn modelId="{D1FCB796-9CA4-4668-897A-2EAE28EC3C79}" srcId="{BCEA907D-35B3-49B3-9B9B-AB09B95C5C74}" destId="{76718475-D935-4163-9DE8-D99518451BA8}" srcOrd="0" destOrd="0" parTransId="{AC4592E7-06BE-46E5-B891-2862EDA02CD7}" sibTransId="{402C994E-E19E-4AD8-9401-01B4BA51EBDC}"/>
    <dgm:cxn modelId="{3934DD9A-DE22-42B7-9867-3CBC76D9927C}" srcId="{B7E8C9D0-1F54-43C6-8B47-BAACE6919FEA}" destId="{98DF8535-A7CA-4DFB-B4E5-022AC017F07F}" srcOrd="0" destOrd="0" parTransId="{5ACAC343-0DA7-40F7-AA8E-5689A076291A}" sibTransId="{6059ABC5-34BF-4BF7-A093-B12C7DC256B9}"/>
    <dgm:cxn modelId="{F80B149B-EF7F-4981-96C3-F053A25052EB}" srcId="{896BB8F2-69EF-4A2D-A693-C03BAD995319}" destId="{AC13EDE0-8270-4DBB-90C0-54096E7259F4}" srcOrd="1" destOrd="0" parTransId="{187BC553-B85B-4214-81EB-81F209B11E08}" sibTransId="{BBE70CD0-D815-468D-BF28-11DC41ADC4C9}"/>
    <dgm:cxn modelId="{9909099E-C10C-4E60-851A-DFEB8F21E9F0}" srcId="{47E6C586-2450-4CCE-AF8B-4E6E8A755572}" destId="{896BB8F2-69EF-4A2D-A693-C03BAD995319}" srcOrd="0" destOrd="0" parTransId="{3FBE766C-3F11-4375-AF69-22566D87FDAB}" sibTransId="{8A804A49-F3C5-4CEF-AEA3-2F31CC9696AC}"/>
    <dgm:cxn modelId="{B5AF5DA3-F9C2-44CD-BDD2-D01383A259F5}" type="presOf" srcId="{E84F09DB-0991-4BA5-A184-E981ED126A65}" destId="{331796D0-29B5-4A11-B0E4-378AAF71EDB0}" srcOrd="0" destOrd="1" presId="urn:microsoft.com/office/officeart/2018/2/layout/IconVerticalSolidList"/>
    <dgm:cxn modelId="{D4334EA5-A8E6-401E-B75C-8DF1E51614CB}" type="presOf" srcId="{DC350662-796C-4FFB-BA94-DE735352C1B8}" destId="{651D3C47-8865-48C7-B490-524C7A3D1157}" srcOrd="0" destOrd="0" presId="urn:microsoft.com/office/officeart/2018/2/layout/IconVerticalSolidList"/>
    <dgm:cxn modelId="{60F703BB-2876-4C02-BE19-79503FC3CF7A}" type="presOf" srcId="{10DDBD62-5792-4BCB-84A5-F09A69061582}" destId="{5F488AAF-8F37-4EC3-8672-CAB774F10A87}" srcOrd="0" destOrd="0" presId="urn:microsoft.com/office/officeart/2018/2/layout/IconVerticalSolidList"/>
    <dgm:cxn modelId="{831DC5C1-0CDE-4F29-963C-F264650270FD}" srcId="{47E6C586-2450-4CCE-AF8B-4E6E8A755572}" destId="{DC350662-796C-4FFB-BA94-DE735352C1B8}" srcOrd="5" destOrd="0" parTransId="{F78A6B2F-E124-4BBB-B9DA-0ED47466C57A}" sibTransId="{5BE84A5A-BC20-435E-89CF-250FEF448E42}"/>
    <dgm:cxn modelId="{3618C0C5-CEFB-476B-83E8-A647569B04BA}" type="presOf" srcId="{951AB435-05D9-4593-B46E-23AD0BE0890B}" destId="{13F96720-6691-4F04-B102-6A6FAB53FCAC}" srcOrd="0" destOrd="0" presId="urn:microsoft.com/office/officeart/2018/2/layout/IconVerticalSolidList"/>
    <dgm:cxn modelId="{069F6CC9-F4E4-4B28-818A-5CAB920D64B2}" srcId="{7EF328B3-0699-4D0D-8BD0-9F869C7E2335}" destId="{A7FFB95D-0806-489A-A805-86BED99B05D2}" srcOrd="1" destOrd="0" parTransId="{9841C31F-2B4C-45EB-AFD7-B865E5DC1446}" sibTransId="{4727E9CF-6382-4365-95F2-6CAC5CB0997F}"/>
    <dgm:cxn modelId="{2A4603CE-517D-480E-958C-A743F657133D}" type="presOf" srcId="{4A69336F-F447-4732-ADCB-52AF9497ADD1}" destId="{CB70841B-D281-4D84-A983-A2AD700CA5BC}" srcOrd="0" destOrd="1" presId="urn:microsoft.com/office/officeart/2018/2/layout/IconVerticalSolidList"/>
    <dgm:cxn modelId="{177BACD1-102D-42F4-98C7-3436B20F2002}" srcId="{47E6C586-2450-4CCE-AF8B-4E6E8A755572}" destId="{7EF328B3-0699-4D0D-8BD0-9F869C7E2335}" srcOrd="3" destOrd="0" parTransId="{18327D7A-9FF0-4CD1-AE13-A542D3FFB9CC}" sibTransId="{E2CB2E58-6736-4A77-B2BE-CE512312D35C}"/>
    <dgm:cxn modelId="{91FBF3D4-1AF9-41C3-88A4-8550CE3FADA0}" type="presOf" srcId="{31B940B3-6A44-459E-A88E-8928C0FC251D}" destId="{FAC7A719-82A6-4D8C-834A-3BBCEDEB6123}" srcOrd="0" destOrd="0" presId="urn:microsoft.com/office/officeart/2018/2/layout/IconVerticalSolidList"/>
    <dgm:cxn modelId="{07D7B7DA-01C4-433E-8D08-3A039DA1D444}" type="presOf" srcId="{9D33BB51-5590-4AA3-A49F-274B1AB5932F}" destId="{79E1AA43-25F3-4DF6-9222-F7111D8C2C25}" srcOrd="0" destOrd="1" presId="urn:microsoft.com/office/officeart/2018/2/layout/IconVerticalSolidList"/>
    <dgm:cxn modelId="{C36652E4-77D3-455D-A310-CB8D6E2B9F26}" type="presOf" srcId="{9AB58DE1-1B63-45F7-B58C-8C8D396C9176}" destId="{7DD10AA4-271D-4D2C-AB7E-2F737F377B7D}" srcOrd="0" destOrd="1" presId="urn:microsoft.com/office/officeart/2018/2/layout/IconVerticalSolidList"/>
    <dgm:cxn modelId="{862A8CE7-E9B7-454C-B10C-3A1C3A1CDBE4}" type="presOf" srcId="{76718475-D935-4163-9DE8-D99518451BA8}" destId="{CB70841B-D281-4D84-A983-A2AD700CA5BC}" srcOrd="0" destOrd="0" presId="urn:microsoft.com/office/officeart/2018/2/layout/IconVerticalSolidList"/>
    <dgm:cxn modelId="{0BB8D9EF-FE22-4AEE-B562-7C615C94946D}" type="presOf" srcId="{AC13EDE0-8270-4DBB-90C0-54096E7259F4}" destId="{5F488AAF-8F37-4EC3-8672-CAB774F10A87}" srcOrd="0" destOrd="1" presId="urn:microsoft.com/office/officeart/2018/2/layout/IconVerticalSolidList"/>
    <dgm:cxn modelId="{901624F6-5A0D-4A18-A156-1082B78AE85C}" srcId="{951AB435-05D9-4593-B46E-23AD0BE0890B}" destId="{E84F09DB-0991-4BA5-A184-E981ED126A65}" srcOrd="1" destOrd="0" parTransId="{AD5ED285-CA54-46F2-AD5D-79807A8AED48}" sibTransId="{35FAF003-CF79-4170-AD66-18374C794140}"/>
    <dgm:cxn modelId="{FF97BEF6-9419-4D29-8B74-521FEEF934B2}" srcId="{47E6C586-2450-4CCE-AF8B-4E6E8A755572}" destId="{951AB435-05D9-4593-B46E-23AD0BE0890B}" srcOrd="2" destOrd="0" parTransId="{1E3426F8-B0CB-4A92-BC43-F2F322AD5D76}" sibTransId="{3BA4C255-06ED-46DE-996D-820DBDD28B30}"/>
    <dgm:cxn modelId="{0BC417F9-3719-4FA3-9289-661D9FB5CB64}" type="presOf" srcId="{BCEA907D-35B3-49B3-9B9B-AB09B95C5C74}" destId="{F73E5752-2E8D-497E-968F-93AAD7781F8E}" srcOrd="0" destOrd="0" presId="urn:microsoft.com/office/officeart/2018/2/layout/IconVerticalSolidList"/>
    <dgm:cxn modelId="{5E118143-87FF-450B-97DF-F386C77A88FB}" type="presParOf" srcId="{B4EE1347-A5F4-4DB8-8720-B269F629E6BC}" destId="{58C685CD-2B7F-4757-92D1-5943EE7A5854}" srcOrd="0" destOrd="0" presId="urn:microsoft.com/office/officeart/2018/2/layout/IconVerticalSolidList"/>
    <dgm:cxn modelId="{23CF7B50-9A11-4283-A1AA-EDB0E131FC52}" type="presParOf" srcId="{58C685CD-2B7F-4757-92D1-5943EE7A5854}" destId="{12905E8B-FD98-421B-A545-F9A4ED755BB4}" srcOrd="0" destOrd="0" presId="urn:microsoft.com/office/officeart/2018/2/layout/IconVerticalSolidList"/>
    <dgm:cxn modelId="{B35321AD-81EB-4EB6-B03A-2C32673EE234}" type="presParOf" srcId="{58C685CD-2B7F-4757-92D1-5943EE7A5854}" destId="{91867C73-5067-4105-846F-2FC60D82A36B}" srcOrd="1" destOrd="0" presId="urn:microsoft.com/office/officeart/2018/2/layout/IconVerticalSolidList"/>
    <dgm:cxn modelId="{8CDC6985-C705-4284-87AC-5D66B7DA6B9E}" type="presParOf" srcId="{58C685CD-2B7F-4757-92D1-5943EE7A5854}" destId="{4F079017-8C2B-42BF-B71D-269BC8FDC9E9}" srcOrd="2" destOrd="0" presId="urn:microsoft.com/office/officeart/2018/2/layout/IconVerticalSolidList"/>
    <dgm:cxn modelId="{FC399EC0-CEC1-4AE1-8ED1-0E5857A66D7F}" type="presParOf" srcId="{58C685CD-2B7F-4757-92D1-5943EE7A5854}" destId="{0A59F7CA-88DF-44FD-B626-69417477FFCC}" srcOrd="3" destOrd="0" presId="urn:microsoft.com/office/officeart/2018/2/layout/IconVerticalSolidList"/>
    <dgm:cxn modelId="{D110C08A-5479-4E16-B8AA-E10B01190C80}" type="presParOf" srcId="{58C685CD-2B7F-4757-92D1-5943EE7A5854}" destId="{5F488AAF-8F37-4EC3-8672-CAB774F10A87}" srcOrd="4" destOrd="0" presId="urn:microsoft.com/office/officeart/2018/2/layout/IconVerticalSolidList"/>
    <dgm:cxn modelId="{66570DB4-DAC8-45F8-B9B9-4413394DFE25}" type="presParOf" srcId="{B4EE1347-A5F4-4DB8-8720-B269F629E6BC}" destId="{73DEF5DE-72A6-473E-9991-D1D34873EF32}" srcOrd="1" destOrd="0" presId="urn:microsoft.com/office/officeart/2018/2/layout/IconVerticalSolidList"/>
    <dgm:cxn modelId="{D3DDDEB1-9C07-4CA5-A512-DB2F35709304}" type="presParOf" srcId="{B4EE1347-A5F4-4DB8-8720-B269F629E6BC}" destId="{4C48A041-DE51-4E17-B57F-C9A74EEEC31B}" srcOrd="2" destOrd="0" presId="urn:microsoft.com/office/officeart/2018/2/layout/IconVerticalSolidList"/>
    <dgm:cxn modelId="{429E8903-FA78-4146-AA8C-1FAEABFDB8BC}" type="presParOf" srcId="{4C48A041-DE51-4E17-B57F-C9A74EEEC31B}" destId="{7AB39F31-4BEC-4547-9F56-ECC6CE451181}" srcOrd="0" destOrd="0" presId="urn:microsoft.com/office/officeart/2018/2/layout/IconVerticalSolidList"/>
    <dgm:cxn modelId="{DED13E7B-B6A8-461A-B09E-EF79FBC3DD81}" type="presParOf" srcId="{4C48A041-DE51-4E17-B57F-C9A74EEEC31B}" destId="{6D0FAA62-B7C3-4EFB-85F4-1A700243A413}" srcOrd="1" destOrd="0" presId="urn:microsoft.com/office/officeart/2018/2/layout/IconVerticalSolidList"/>
    <dgm:cxn modelId="{F98D208C-460D-4E6B-8D87-002D90FEBB96}" type="presParOf" srcId="{4C48A041-DE51-4E17-B57F-C9A74EEEC31B}" destId="{9FF6A757-3A74-4E34-AB2E-5D3E4B123A56}" srcOrd="2" destOrd="0" presId="urn:microsoft.com/office/officeart/2018/2/layout/IconVerticalSolidList"/>
    <dgm:cxn modelId="{E233C056-AD59-4C6F-8C9B-8163DF46B182}" type="presParOf" srcId="{4C48A041-DE51-4E17-B57F-C9A74EEEC31B}" destId="{21708745-4B5C-493B-8985-3C7AF2FA6217}" srcOrd="3" destOrd="0" presId="urn:microsoft.com/office/officeart/2018/2/layout/IconVerticalSolidList"/>
    <dgm:cxn modelId="{7117BD4A-A2E4-4B90-B132-3EA7818699DD}" type="presParOf" srcId="{4C48A041-DE51-4E17-B57F-C9A74EEEC31B}" destId="{79E1AA43-25F3-4DF6-9222-F7111D8C2C25}" srcOrd="4" destOrd="0" presId="urn:microsoft.com/office/officeart/2018/2/layout/IconVerticalSolidList"/>
    <dgm:cxn modelId="{E29A9D8C-2240-4F35-BF34-BA7D4374EA29}" type="presParOf" srcId="{B4EE1347-A5F4-4DB8-8720-B269F629E6BC}" destId="{17F18250-DE50-451E-A846-70C6AEE2179C}" srcOrd="3" destOrd="0" presId="urn:microsoft.com/office/officeart/2018/2/layout/IconVerticalSolidList"/>
    <dgm:cxn modelId="{3F98D8C7-D018-48B8-9B9B-1CB2CD27FA1C}" type="presParOf" srcId="{B4EE1347-A5F4-4DB8-8720-B269F629E6BC}" destId="{777D17BC-FA4E-4B4A-8755-F8E14DA8012E}" srcOrd="4" destOrd="0" presId="urn:microsoft.com/office/officeart/2018/2/layout/IconVerticalSolidList"/>
    <dgm:cxn modelId="{768DCEF6-006C-4767-BA4F-C5D525396A9D}" type="presParOf" srcId="{777D17BC-FA4E-4B4A-8755-F8E14DA8012E}" destId="{AD7552DC-94CC-49FD-97E3-1D90B9CA2BB2}" srcOrd="0" destOrd="0" presId="urn:microsoft.com/office/officeart/2018/2/layout/IconVerticalSolidList"/>
    <dgm:cxn modelId="{E6040DCA-CE16-41A7-96A8-51E25D2BD9A4}" type="presParOf" srcId="{777D17BC-FA4E-4B4A-8755-F8E14DA8012E}" destId="{5E0DC07F-EADA-4045-ABC9-C8D4F262D533}" srcOrd="1" destOrd="0" presId="urn:microsoft.com/office/officeart/2018/2/layout/IconVerticalSolidList"/>
    <dgm:cxn modelId="{CA311214-76F2-4A1F-A447-D30F96ED2540}" type="presParOf" srcId="{777D17BC-FA4E-4B4A-8755-F8E14DA8012E}" destId="{05E2D6E7-48F1-4A0B-8F3F-FA0234D6B7C5}" srcOrd="2" destOrd="0" presId="urn:microsoft.com/office/officeart/2018/2/layout/IconVerticalSolidList"/>
    <dgm:cxn modelId="{CED4A119-2CCC-4ACB-8106-9ADE10873209}" type="presParOf" srcId="{777D17BC-FA4E-4B4A-8755-F8E14DA8012E}" destId="{13F96720-6691-4F04-B102-6A6FAB53FCAC}" srcOrd="3" destOrd="0" presId="urn:microsoft.com/office/officeart/2018/2/layout/IconVerticalSolidList"/>
    <dgm:cxn modelId="{462356F9-5731-49A8-9644-A0BEC9CAE178}" type="presParOf" srcId="{777D17BC-FA4E-4B4A-8755-F8E14DA8012E}" destId="{331796D0-29B5-4A11-B0E4-378AAF71EDB0}" srcOrd="4" destOrd="0" presId="urn:microsoft.com/office/officeart/2018/2/layout/IconVerticalSolidList"/>
    <dgm:cxn modelId="{84D3C9F7-00A9-441B-8FE3-29A169748FCA}" type="presParOf" srcId="{B4EE1347-A5F4-4DB8-8720-B269F629E6BC}" destId="{A04B538F-68C3-4A7E-BE2A-C7568972230E}" srcOrd="5" destOrd="0" presId="urn:microsoft.com/office/officeart/2018/2/layout/IconVerticalSolidList"/>
    <dgm:cxn modelId="{AA596EC0-4359-4A3C-9DA6-FF948228960C}" type="presParOf" srcId="{B4EE1347-A5F4-4DB8-8720-B269F629E6BC}" destId="{11196F1B-7F4D-4BA0-A9DA-DFCC26173EBB}" srcOrd="6" destOrd="0" presId="urn:microsoft.com/office/officeart/2018/2/layout/IconVerticalSolidList"/>
    <dgm:cxn modelId="{E3075317-91A9-40F9-B748-F1A381E61EAE}" type="presParOf" srcId="{11196F1B-7F4D-4BA0-A9DA-DFCC26173EBB}" destId="{2DB619AA-1DE0-4E98-B0B2-36552535F712}" srcOrd="0" destOrd="0" presId="urn:microsoft.com/office/officeart/2018/2/layout/IconVerticalSolidList"/>
    <dgm:cxn modelId="{5126A8FC-EFC5-459F-A240-C291F5AA9C22}" type="presParOf" srcId="{11196F1B-7F4D-4BA0-A9DA-DFCC26173EBB}" destId="{39C1A01F-A479-4844-9D01-D003114FF12E}" srcOrd="1" destOrd="0" presId="urn:microsoft.com/office/officeart/2018/2/layout/IconVerticalSolidList"/>
    <dgm:cxn modelId="{F23E3FD4-BC4F-4B38-AA5A-A95FEA53451C}" type="presParOf" srcId="{11196F1B-7F4D-4BA0-A9DA-DFCC26173EBB}" destId="{0710C2C6-837A-4AF9-8716-431A13340524}" srcOrd="2" destOrd="0" presId="urn:microsoft.com/office/officeart/2018/2/layout/IconVerticalSolidList"/>
    <dgm:cxn modelId="{11A7EDD3-0256-48E4-9C81-21234D3B6367}" type="presParOf" srcId="{11196F1B-7F4D-4BA0-A9DA-DFCC26173EBB}" destId="{AFBF0C85-8726-4037-A4EB-40109A18C62C}" srcOrd="3" destOrd="0" presId="urn:microsoft.com/office/officeart/2018/2/layout/IconVerticalSolidList"/>
    <dgm:cxn modelId="{229865F4-B6B9-4841-88E9-2C150B330B0F}" type="presParOf" srcId="{11196F1B-7F4D-4BA0-A9DA-DFCC26173EBB}" destId="{FAC7A719-82A6-4D8C-834A-3BBCEDEB6123}" srcOrd="4" destOrd="0" presId="urn:microsoft.com/office/officeart/2018/2/layout/IconVerticalSolidList"/>
    <dgm:cxn modelId="{7D12AA98-3056-4499-A0F0-D470652C5C5C}" type="presParOf" srcId="{B4EE1347-A5F4-4DB8-8720-B269F629E6BC}" destId="{58F64D04-73AB-4BC7-AE87-2B198CEA7799}" srcOrd="7" destOrd="0" presId="urn:microsoft.com/office/officeart/2018/2/layout/IconVerticalSolidList"/>
    <dgm:cxn modelId="{BB91FB3E-3D8A-4214-B379-3A92EAA77C19}" type="presParOf" srcId="{B4EE1347-A5F4-4DB8-8720-B269F629E6BC}" destId="{4588DAEC-AAB5-4700-8D82-6A0A776D7C3A}" srcOrd="8" destOrd="0" presId="urn:microsoft.com/office/officeart/2018/2/layout/IconVerticalSolidList"/>
    <dgm:cxn modelId="{39502FC0-1EDC-4CE6-A987-C63B97712EE4}" type="presParOf" srcId="{4588DAEC-AAB5-4700-8D82-6A0A776D7C3A}" destId="{AADE3873-232C-49BC-A3B2-1E2C661A779C}" srcOrd="0" destOrd="0" presId="urn:microsoft.com/office/officeart/2018/2/layout/IconVerticalSolidList"/>
    <dgm:cxn modelId="{3E142FA1-2ED3-4B07-A144-DC45DC9D3BDE}" type="presParOf" srcId="{4588DAEC-AAB5-4700-8D82-6A0A776D7C3A}" destId="{DCDEF772-9CBA-4F43-BDBD-637077244FD1}" srcOrd="1" destOrd="0" presId="urn:microsoft.com/office/officeart/2018/2/layout/IconVerticalSolidList"/>
    <dgm:cxn modelId="{5C09B0E0-09DE-41A4-B2C6-313EAA6436FA}" type="presParOf" srcId="{4588DAEC-AAB5-4700-8D82-6A0A776D7C3A}" destId="{213367AD-EDEC-4FAA-A21D-CFFCFAB42BFB}" srcOrd="2" destOrd="0" presId="urn:microsoft.com/office/officeart/2018/2/layout/IconVerticalSolidList"/>
    <dgm:cxn modelId="{2A593FDF-455A-4464-A8C0-0EDC62D0F356}" type="presParOf" srcId="{4588DAEC-AAB5-4700-8D82-6A0A776D7C3A}" destId="{F73E5752-2E8D-497E-968F-93AAD7781F8E}" srcOrd="3" destOrd="0" presId="urn:microsoft.com/office/officeart/2018/2/layout/IconVerticalSolidList"/>
    <dgm:cxn modelId="{47978D2E-711C-4B3D-8EB5-379480974384}" type="presParOf" srcId="{4588DAEC-AAB5-4700-8D82-6A0A776D7C3A}" destId="{CB70841B-D281-4D84-A983-A2AD700CA5BC}" srcOrd="4" destOrd="0" presId="urn:microsoft.com/office/officeart/2018/2/layout/IconVerticalSolidList"/>
    <dgm:cxn modelId="{FA8D5D6C-55A4-4B0F-A494-FD5A58215EB7}" type="presParOf" srcId="{B4EE1347-A5F4-4DB8-8720-B269F629E6BC}" destId="{19F6220F-D6A7-417E-8AE9-1F8492281307}" srcOrd="9" destOrd="0" presId="urn:microsoft.com/office/officeart/2018/2/layout/IconVerticalSolidList"/>
    <dgm:cxn modelId="{80E50BD2-F77F-4025-A3DD-1885FA0E0390}" type="presParOf" srcId="{B4EE1347-A5F4-4DB8-8720-B269F629E6BC}" destId="{2F929E1E-E80A-4CBD-9657-82353787FDD3}" srcOrd="10" destOrd="0" presId="urn:microsoft.com/office/officeart/2018/2/layout/IconVerticalSolidList"/>
    <dgm:cxn modelId="{7F08CAA8-530A-46CC-9B5F-1D28C47ECA21}" type="presParOf" srcId="{2F929E1E-E80A-4CBD-9657-82353787FDD3}" destId="{495B9CCB-471E-4B84-9D65-D8B2890CF49E}" srcOrd="0" destOrd="0" presId="urn:microsoft.com/office/officeart/2018/2/layout/IconVerticalSolidList"/>
    <dgm:cxn modelId="{693BEE75-38FB-4089-89F9-ED5FECF4DA51}" type="presParOf" srcId="{2F929E1E-E80A-4CBD-9657-82353787FDD3}" destId="{E63BDEF7-EA10-4A7E-98E4-C78B5118DD32}" srcOrd="1" destOrd="0" presId="urn:microsoft.com/office/officeart/2018/2/layout/IconVerticalSolidList"/>
    <dgm:cxn modelId="{73541143-0B2E-4282-85A9-97C0BB9CE565}" type="presParOf" srcId="{2F929E1E-E80A-4CBD-9657-82353787FDD3}" destId="{80A07BC3-1304-414E-A1BA-645313713743}" srcOrd="2" destOrd="0" presId="urn:microsoft.com/office/officeart/2018/2/layout/IconVerticalSolidList"/>
    <dgm:cxn modelId="{A261CED0-75E4-43E8-8352-9AE939548675}" type="presParOf" srcId="{2F929E1E-E80A-4CBD-9657-82353787FDD3}" destId="{651D3C47-8865-48C7-B490-524C7A3D1157}" srcOrd="3" destOrd="0" presId="urn:microsoft.com/office/officeart/2018/2/layout/IconVerticalSolidList"/>
    <dgm:cxn modelId="{C5C450F6-5E1D-47B2-9E40-921E7BAB90E7}" type="presParOf" srcId="{2F929E1E-E80A-4CBD-9657-82353787FDD3}" destId="{7DD10AA4-271D-4D2C-AB7E-2F737F377B7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AD312C-0B81-46E1-A3C8-E2335500AB6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04C5672-E7F4-48FD-806C-354AC592180F}">
      <dgm:prSet/>
      <dgm:spPr/>
      <dgm:t>
        <a:bodyPr/>
        <a:lstStyle/>
        <a:p>
          <a:pPr>
            <a:defRPr b="1"/>
          </a:pPr>
          <a:r>
            <a:rPr lang="en-US" b="1" i="0" dirty="0"/>
            <a:t>Research Design</a:t>
          </a:r>
          <a:endParaRPr lang="en-US" dirty="0"/>
        </a:p>
      </dgm:t>
    </dgm:pt>
    <dgm:pt modelId="{647010FF-8892-4FB4-B42B-1A642B4DE0D8}" type="parTrans" cxnId="{43F5C675-E379-40CC-A97A-A2C05C80D59C}">
      <dgm:prSet/>
      <dgm:spPr/>
      <dgm:t>
        <a:bodyPr/>
        <a:lstStyle/>
        <a:p>
          <a:endParaRPr lang="en-US"/>
        </a:p>
      </dgm:t>
    </dgm:pt>
    <dgm:pt modelId="{C4C9EF43-824E-4F1C-98EB-49E60DE29FA3}" type="sibTrans" cxnId="{43F5C675-E379-40CC-A97A-A2C05C80D59C}">
      <dgm:prSet/>
      <dgm:spPr/>
      <dgm:t>
        <a:bodyPr/>
        <a:lstStyle/>
        <a:p>
          <a:endParaRPr lang="en-US"/>
        </a:p>
      </dgm:t>
    </dgm:pt>
    <dgm:pt modelId="{2B046816-1E39-447B-A8BE-83293B76BBBA}">
      <dgm:prSet custT="1"/>
      <dgm:spPr/>
      <dgm:t>
        <a:bodyPr/>
        <a:lstStyle/>
        <a:p>
          <a:r>
            <a:rPr lang="en-US" sz="1600" b="1" i="0" dirty="0"/>
            <a:t>Objective</a:t>
          </a:r>
          <a:r>
            <a:rPr lang="en-US" sz="1600" b="0" i="0" dirty="0"/>
            <a:t>: Develop a hardware-software co-design approach for implementing a tree-</a:t>
          </a:r>
          <a:endParaRPr lang="en-US" sz="1600" dirty="0"/>
        </a:p>
      </dgm:t>
    </dgm:pt>
    <dgm:pt modelId="{E2A061AB-B160-47D7-ABCF-051B10E07A9A}" type="parTrans" cxnId="{D2E4BEF6-DD7D-494D-9639-033E3FF5DAF5}">
      <dgm:prSet/>
      <dgm:spPr/>
      <dgm:t>
        <a:bodyPr/>
        <a:lstStyle/>
        <a:p>
          <a:endParaRPr lang="en-US"/>
        </a:p>
      </dgm:t>
    </dgm:pt>
    <dgm:pt modelId="{77C0F671-A51A-4158-9E57-52F56D0110F3}" type="sibTrans" cxnId="{D2E4BEF6-DD7D-494D-9639-033E3FF5DAF5}">
      <dgm:prSet/>
      <dgm:spPr/>
      <dgm:t>
        <a:bodyPr/>
        <a:lstStyle/>
        <a:p>
          <a:endParaRPr lang="en-US"/>
        </a:p>
      </dgm:t>
    </dgm:pt>
    <dgm:pt modelId="{C3AAC79C-43E8-4AEE-A638-F965A90FF38F}">
      <dgm:prSet custT="1"/>
      <dgm:spPr/>
      <dgm:t>
        <a:bodyPr/>
        <a:lstStyle/>
        <a:p>
          <a:r>
            <a:rPr lang="en-US" sz="1600" b="1" i="0" dirty="0"/>
            <a:t>Rationale</a:t>
          </a:r>
          <a:r>
            <a:rPr lang="en-US" sz="1600" b="0" i="0" dirty="0"/>
            <a:t>: Address limitations of existing FPGA implementations.</a:t>
          </a:r>
          <a:endParaRPr lang="en-US" sz="1600" dirty="0"/>
        </a:p>
      </dgm:t>
    </dgm:pt>
    <dgm:pt modelId="{33A109E6-54C0-4E70-A617-6DBC5FF67C87}" type="parTrans" cxnId="{82DB2254-9B7F-41E9-A2C2-0ADA31DFFC3D}">
      <dgm:prSet/>
      <dgm:spPr/>
      <dgm:t>
        <a:bodyPr/>
        <a:lstStyle/>
        <a:p>
          <a:endParaRPr lang="en-US"/>
        </a:p>
      </dgm:t>
    </dgm:pt>
    <dgm:pt modelId="{D673E973-CD3D-4981-B941-D5A73ED28415}" type="sibTrans" cxnId="{82DB2254-9B7F-41E9-A2C2-0ADA31DFFC3D}">
      <dgm:prSet/>
      <dgm:spPr/>
      <dgm:t>
        <a:bodyPr/>
        <a:lstStyle/>
        <a:p>
          <a:endParaRPr lang="en-US"/>
        </a:p>
      </dgm:t>
    </dgm:pt>
    <dgm:pt modelId="{E8B05451-C00D-4681-8440-6C9F9F456878}">
      <dgm:prSet/>
      <dgm:spPr/>
      <dgm:t>
        <a:bodyPr/>
        <a:lstStyle/>
        <a:p>
          <a:pPr>
            <a:defRPr b="1"/>
          </a:pPr>
          <a:r>
            <a:rPr lang="en-US" b="1" i="0" dirty="0"/>
            <a:t>Hardware Components</a:t>
          </a:r>
          <a:endParaRPr lang="en-US" dirty="0"/>
        </a:p>
      </dgm:t>
    </dgm:pt>
    <dgm:pt modelId="{F392A116-55CA-45AA-80F8-195A63F14D7B}" type="parTrans" cxnId="{C343A548-8303-4FAD-BA83-B980E8D4DA76}">
      <dgm:prSet/>
      <dgm:spPr/>
      <dgm:t>
        <a:bodyPr/>
        <a:lstStyle/>
        <a:p>
          <a:endParaRPr lang="en-US"/>
        </a:p>
      </dgm:t>
    </dgm:pt>
    <dgm:pt modelId="{EF5B8D55-8987-4797-A163-108C602A58DD}" type="sibTrans" cxnId="{C343A548-8303-4FAD-BA83-B980E8D4DA76}">
      <dgm:prSet/>
      <dgm:spPr/>
      <dgm:t>
        <a:bodyPr/>
        <a:lstStyle/>
        <a:p>
          <a:endParaRPr lang="en-US"/>
        </a:p>
      </dgm:t>
    </dgm:pt>
    <dgm:pt modelId="{390D24EE-A550-4928-AB02-B05CE085AAAE}">
      <dgm:prSet custT="1"/>
      <dgm:spPr/>
      <dgm:t>
        <a:bodyPr/>
        <a:lstStyle/>
        <a:p>
          <a:r>
            <a:rPr lang="en-US" sz="1600" b="1" i="0"/>
            <a:t>FPGA Platform</a:t>
          </a:r>
          <a:r>
            <a:rPr lang="en-US" sz="1600" b="0" i="0"/>
            <a:t>: Utilize platforms like Xilinx Vertix-5.</a:t>
          </a:r>
          <a:endParaRPr lang="en-US" sz="1600"/>
        </a:p>
      </dgm:t>
    </dgm:pt>
    <dgm:pt modelId="{68694946-A2E5-4513-8C89-AEC37D2AB101}" type="parTrans" cxnId="{DB81CA96-3228-490D-A672-85524A633D4A}">
      <dgm:prSet/>
      <dgm:spPr/>
      <dgm:t>
        <a:bodyPr/>
        <a:lstStyle/>
        <a:p>
          <a:endParaRPr lang="en-US"/>
        </a:p>
      </dgm:t>
    </dgm:pt>
    <dgm:pt modelId="{D89703F8-3B1D-4F5C-AE77-347CDED26BA1}" type="sibTrans" cxnId="{DB81CA96-3228-490D-A672-85524A633D4A}">
      <dgm:prSet/>
      <dgm:spPr/>
      <dgm:t>
        <a:bodyPr/>
        <a:lstStyle/>
        <a:p>
          <a:endParaRPr lang="en-US"/>
        </a:p>
      </dgm:t>
    </dgm:pt>
    <dgm:pt modelId="{BE828CF4-BAF2-49A7-BF60-5B4CD42B265B}">
      <dgm:prSet custT="1"/>
      <dgm:spPr/>
      <dgm:t>
        <a:bodyPr/>
        <a:lstStyle/>
        <a:p>
          <a:r>
            <a:rPr lang="en-US" sz="1600" b="1" i="0" dirty="0"/>
            <a:t>Micro-blaze Processor</a:t>
          </a:r>
          <a:r>
            <a:rPr lang="en-US" sz="1600" b="0" i="0" dirty="0"/>
            <a:t>: Core component for executing software functions.</a:t>
          </a:r>
          <a:endParaRPr lang="en-US" sz="1600" dirty="0"/>
        </a:p>
      </dgm:t>
    </dgm:pt>
    <dgm:pt modelId="{8BA313DB-255D-459D-A9E8-81180AE2FC90}" type="parTrans" cxnId="{7634ADC7-A73F-41F5-A8FB-C7BD6B7DA42C}">
      <dgm:prSet/>
      <dgm:spPr/>
      <dgm:t>
        <a:bodyPr/>
        <a:lstStyle/>
        <a:p>
          <a:endParaRPr lang="en-US"/>
        </a:p>
      </dgm:t>
    </dgm:pt>
    <dgm:pt modelId="{BFAA32C0-0832-4161-B72C-07A4DC718A04}" type="sibTrans" cxnId="{7634ADC7-A73F-41F5-A8FB-C7BD6B7DA42C}">
      <dgm:prSet/>
      <dgm:spPr/>
      <dgm:t>
        <a:bodyPr/>
        <a:lstStyle/>
        <a:p>
          <a:endParaRPr lang="en-US"/>
        </a:p>
      </dgm:t>
    </dgm:pt>
    <dgm:pt modelId="{AFDD0762-81C9-4F14-ADC1-BA6F7EB47964}">
      <dgm:prSet custT="1"/>
      <dgm:spPr/>
      <dgm:t>
        <a:bodyPr/>
        <a:lstStyle/>
        <a:p>
          <a:r>
            <a:rPr lang="en-US" sz="1600" b="1" i="0" dirty="0"/>
            <a:t>Additional Modules</a:t>
          </a:r>
          <a:r>
            <a:rPr lang="en-US" sz="1600" b="0" i="0" dirty="0"/>
            <a:t>: Include pre-processing and feature engineering units.</a:t>
          </a:r>
          <a:endParaRPr lang="en-US" sz="1600" dirty="0"/>
        </a:p>
      </dgm:t>
    </dgm:pt>
    <dgm:pt modelId="{F4C51210-074C-43F2-96C0-061DD0CF89FD}" type="parTrans" cxnId="{E205416E-291A-4832-80DD-0004C1A69852}">
      <dgm:prSet/>
      <dgm:spPr/>
      <dgm:t>
        <a:bodyPr/>
        <a:lstStyle/>
        <a:p>
          <a:endParaRPr lang="en-US"/>
        </a:p>
      </dgm:t>
    </dgm:pt>
    <dgm:pt modelId="{D5DCFB3E-3272-4748-8716-90B4965E6091}" type="sibTrans" cxnId="{E205416E-291A-4832-80DD-0004C1A69852}">
      <dgm:prSet/>
      <dgm:spPr/>
      <dgm:t>
        <a:bodyPr/>
        <a:lstStyle/>
        <a:p>
          <a:endParaRPr lang="en-US"/>
        </a:p>
      </dgm:t>
    </dgm:pt>
    <dgm:pt modelId="{E2E8F8E3-01A0-4816-BF05-060EF6328CB7}">
      <dgm:prSet/>
      <dgm:spPr/>
      <dgm:t>
        <a:bodyPr/>
        <a:lstStyle/>
        <a:p>
          <a:pPr>
            <a:defRPr b="1"/>
          </a:pPr>
          <a:r>
            <a:rPr lang="en-US" b="1" i="0" dirty="0"/>
            <a:t>Software Components</a:t>
          </a:r>
          <a:endParaRPr lang="en-US" dirty="0"/>
        </a:p>
      </dgm:t>
    </dgm:pt>
    <dgm:pt modelId="{9DAC1E04-4CC0-4627-808D-B78EE5EA7B9F}" type="parTrans" cxnId="{6C8DC4FD-ED44-4410-A04E-F9456794F8B2}">
      <dgm:prSet/>
      <dgm:spPr/>
      <dgm:t>
        <a:bodyPr/>
        <a:lstStyle/>
        <a:p>
          <a:endParaRPr lang="en-US"/>
        </a:p>
      </dgm:t>
    </dgm:pt>
    <dgm:pt modelId="{E5D6691E-CF64-4C01-B784-04B8F86CCE9B}" type="sibTrans" cxnId="{6C8DC4FD-ED44-4410-A04E-F9456794F8B2}">
      <dgm:prSet/>
      <dgm:spPr/>
      <dgm:t>
        <a:bodyPr/>
        <a:lstStyle/>
        <a:p>
          <a:endParaRPr lang="en-US"/>
        </a:p>
      </dgm:t>
    </dgm:pt>
    <dgm:pt modelId="{59BA6CC4-C871-4614-928C-435E09E1DE70}">
      <dgm:prSet custT="1"/>
      <dgm:spPr/>
      <dgm:t>
        <a:bodyPr/>
        <a:lstStyle/>
        <a:p>
          <a:r>
            <a:rPr lang="en-US" sz="1600" b="1" i="0" dirty="0"/>
            <a:t>ID3 Algorithm Functions</a:t>
          </a:r>
          <a:r>
            <a:rPr lang="en-US" sz="1600" b="0" i="0" dirty="0"/>
            <a:t>: Executed on the Micro-blaze processor.</a:t>
          </a:r>
          <a:endParaRPr lang="en-US" sz="1600" dirty="0"/>
        </a:p>
      </dgm:t>
    </dgm:pt>
    <dgm:pt modelId="{D987B5B5-DA14-444C-830A-315D92926F5F}" type="parTrans" cxnId="{04AE8ABA-7BA3-4B34-85D1-260BE135B047}">
      <dgm:prSet/>
      <dgm:spPr/>
      <dgm:t>
        <a:bodyPr/>
        <a:lstStyle/>
        <a:p>
          <a:endParaRPr lang="en-US"/>
        </a:p>
      </dgm:t>
    </dgm:pt>
    <dgm:pt modelId="{8B38CB0B-AFD8-42F4-81E8-99B4816FE46E}" type="sibTrans" cxnId="{04AE8ABA-7BA3-4B34-85D1-260BE135B047}">
      <dgm:prSet/>
      <dgm:spPr/>
      <dgm:t>
        <a:bodyPr/>
        <a:lstStyle/>
        <a:p>
          <a:endParaRPr lang="en-US"/>
        </a:p>
      </dgm:t>
    </dgm:pt>
    <dgm:pt modelId="{79738F29-B79E-49C9-80E8-0EFECC0716D6}">
      <dgm:prSet custT="1"/>
      <dgm:spPr/>
      <dgm:t>
        <a:bodyPr/>
        <a:lstStyle/>
        <a:p>
          <a:r>
            <a:rPr lang="en-US" sz="1600" b="1" i="0" dirty="0"/>
            <a:t>Software Cores</a:t>
          </a:r>
          <a:r>
            <a:rPr lang="en-US" sz="1600" b="0" i="0" dirty="0"/>
            <a:t>: Run on FPGA for dataset pre-processing and metric evaluation.</a:t>
          </a:r>
          <a:endParaRPr lang="en-US" sz="1600" dirty="0"/>
        </a:p>
      </dgm:t>
    </dgm:pt>
    <dgm:pt modelId="{BFFE2406-8993-4C0D-B6F0-5B30D798FD59}" type="parTrans" cxnId="{AE4D76CF-8D66-4B42-8602-C71B1EA8D5FB}">
      <dgm:prSet/>
      <dgm:spPr/>
      <dgm:t>
        <a:bodyPr/>
        <a:lstStyle/>
        <a:p>
          <a:endParaRPr lang="en-US"/>
        </a:p>
      </dgm:t>
    </dgm:pt>
    <dgm:pt modelId="{8D98749C-7871-417C-AC12-1CA8F83101C6}" type="sibTrans" cxnId="{AE4D76CF-8D66-4B42-8602-C71B1EA8D5FB}">
      <dgm:prSet/>
      <dgm:spPr/>
      <dgm:t>
        <a:bodyPr/>
        <a:lstStyle/>
        <a:p>
          <a:endParaRPr lang="en-US"/>
        </a:p>
      </dgm:t>
    </dgm:pt>
    <dgm:pt modelId="{44648818-144F-45CB-B604-D70250AD537F}">
      <dgm:prSet/>
      <dgm:spPr/>
      <dgm:t>
        <a:bodyPr/>
        <a:lstStyle/>
        <a:p>
          <a:pPr>
            <a:defRPr b="1"/>
          </a:pPr>
          <a:r>
            <a:rPr lang="en-US" b="1" i="0" dirty="0"/>
            <a:t>Integration of Hardware and Software</a:t>
          </a:r>
          <a:endParaRPr lang="en-US" dirty="0"/>
        </a:p>
      </dgm:t>
    </dgm:pt>
    <dgm:pt modelId="{3D3DCF48-19C8-4CF1-8347-66399E12E7B1}" type="parTrans" cxnId="{E521BEE4-0DE2-4558-A42C-9754552ACE4B}">
      <dgm:prSet/>
      <dgm:spPr/>
      <dgm:t>
        <a:bodyPr/>
        <a:lstStyle/>
        <a:p>
          <a:endParaRPr lang="en-US"/>
        </a:p>
      </dgm:t>
    </dgm:pt>
    <dgm:pt modelId="{8202A68B-E17C-4C25-B2D7-1400F19E4394}" type="sibTrans" cxnId="{E521BEE4-0DE2-4558-A42C-9754552ACE4B}">
      <dgm:prSet/>
      <dgm:spPr/>
      <dgm:t>
        <a:bodyPr/>
        <a:lstStyle/>
        <a:p>
          <a:endParaRPr lang="en-US"/>
        </a:p>
      </dgm:t>
    </dgm:pt>
    <dgm:pt modelId="{4CC1FCAC-19FF-4F60-A7BA-6C92304CDFA0}">
      <dgm:prSet custT="1"/>
      <dgm:spPr/>
      <dgm:t>
        <a:bodyPr/>
        <a:lstStyle/>
        <a:p>
          <a:r>
            <a:rPr lang="en-US" sz="1400" b="1" i="0"/>
            <a:t>Cohesive System</a:t>
          </a:r>
          <a:r>
            <a:rPr lang="en-US" sz="1400" b="0" i="0"/>
            <a:t>: Combine hardware and software elements.</a:t>
          </a:r>
          <a:endParaRPr lang="en-US" sz="1400"/>
        </a:p>
      </dgm:t>
    </dgm:pt>
    <dgm:pt modelId="{C5557B84-B600-4CBD-B68F-68236435897A}" type="parTrans" cxnId="{CE5A3A78-23FE-4B2C-AD8D-1107BA4EC0E3}">
      <dgm:prSet/>
      <dgm:spPr/>
      <dgm:t>
        <a:bodyPr/>
        <a:lstStyle/>
        <a:p>
          <a:endParaRPr lang="en-US"/>
        </a:p>
      </dgm:t>
    </dgm:pt>
    <dgm:pt modelId="{A9C95D37-527C-408C-B922-3D57A93498FF}" type="sibTrans" cxnId="{CE5A3A78-23FE-4B2C-AD8D-1107BA4EC0E3}">
      <dgm:prSet/>
      <dgm:spPr/>
      <dgm:t>
        <a:bodyPr/>
        <a:lstStyle/>
        <a:p>
          <a:endParaRPr lang="en-US"/>
        </a:p>
      </dgm:t>
    </dgm:pt>
    <dgm:pt modelId="{FCF4BC29-82C1-4160-8194-793251075BAB}">
      <dgm:prSet custT="1"/>
      <dgm:spPr/>
      <dgm:t>
        <a:bodyPr/>
        <a:lstStyle/>
        <a:p>
          <a:r>
            <a:rPr lang="en-US" sz="1400" b="1" i="0" dirty="0"/>
            <a:t>Communication Protocols</a:t>
          </a:r>
          <a:r>
            <a:rPr lang="en-US" sz="1400" b="0" i="0" dirty="0"/>
            <a:t>: Define data exchange between components.</a:t>
          </a:r>
          <a:endParaRPr lang="en-US" sz="1400" dirty="0"/>
        </a:p>
      </dgm:t>
    </dgm:pt>
    <dgm:pt modelId="{2B4471CF-F986-4D1E-BCEA-BDB93953A85C}" type="parTrans" cxnId="{FB0D4C78-E158-40A1-9B77-029C143311A3}">
      <dgm:prSet/>
      <dgm:spPr/>
      <dgm:t>
        <a:bodyPr/>
        <a:lstStyle/>
        <a:p>
          <a:endParaRPr lang="en-US"/>
        </a:p>
      </dgm:t>
    </dgm:pt>
    <dgm:pt modelId="{5E4D126B-BF43-4B25-BED0-32CFAFF81E7C}" type="sibTrans" cxnId="{FB0D4C78-E158-40A1-9B77-029C143311A3}">
      <dgm:prSet/>
      <dgm:spPr/>
      <dgm:t>
        <a:bodyPr/>
        <a:lstStyle/>
        <a:p>
          <a:endParaRPr lang="en-US"/>
        </a:p>
      </dgm:t>
    </dgm:pt>
    <dgm:pt modelId="{DD77B0E0-9A03-4F43-9ABB-18BED2D0FD74}">
      <dgm:prSet custT="1"/>
      <dgm:spPr/>
      <dgm:t>
        <a:bodyPr/>
        <a:lstStyle/>
        <a:p>
          <a:r>
            <a:rPr lang="en-US" sz="1400" b="1" i="0" dirty="0"/>
            <a:t>Data Flow</a:t>
          </a:r>
          <a:r>
            <a:rPr lang="en-US" sz="1400" b="0" i="0" dirty="0"/>
            <a:t>: Ensure seamless interaction.</a:t>
          </a:r>
          <a:endParaRPr lang="en-US" sz="1400" dirty="0"/>
        </a:p>
      </dgm:t>
    </dgm:pt>
    <dgm:pt modelId="{DC923215-6BE8-4DB7-84BA-09A22E5F40DB}" type="parTrans" cxnId="{A1966C13-6A72-46C9-BDA1-9E2A6369B3AD}">
      <dgm:prSet/>
      <dgm:spPr/>
      <dgm:t>
        <a:bodyPr/>
        <a:lstStyle/>
        <a:p>
          <a:endParaRPr lang="en-US"/>
        </a:p>
      </dgm:t>
    </dgm:pt>
    <dgm:pt modelId="{7E8AA0F1-4798-4119-B536-A1B8BC9E7968}" type="sibTrans" cxnId="{A1966C13-6A72-46C9-BDA1-9E2A6369B3AD}">
      <dgm:prSet/>
      <dgm:spPr/>
      <dgm:t>
        <a:bodyPr/>
        <a:lstStyle/>
        <a:p>
          <a:endParaRPr lang="en-US"/>
        </a:p>
      </dgm:t>
    </dgm:pt>
    <dgm:pt modelId="{B8246D99-C9A9-4F5C-B08B-26B42A90F6A2}">
      <dgm:prSet/>
      <dgm:spPr/>
      <dgm:t>
        <a:bodyPr/>
        <a:lstStyle/>
        <a:p>
          <a:pPr>
            <a:defRPr b="1"/>
          </a:pPr>
          <a:r>
            <a:rPr lang="en-US" b="1" i="0" dirty="0"/>
            <a:t>Implementation Steps</a:t>
          </a:r>
          <a:endParaRPr lang="en-US" dirty="0"/>
        </a:p>
      </dgm:t>
    </dgm:pt>
    <dgm:pt modelId="{7D21C186-3C3C-43FC-BFB8-89003828399C}" type="parTrans" cxnId="{181CD317-93AE-42E1-BC48-29BA2D3C4A1E}">
      <dgm:prSet/>
      <dgm:spPr/>
      <dgm:t>
        <a:bodyPr/>
        <a:lstStyle/>
        <a:p>
          <a:endParaRPr lang="en-US"/>
        </a:p>
      </dgm:t>
    </dgm:pt>
    <dgm:pt modelId="{D827A6CC-D026-4A7E-B2B6-33349AD9F5A5}" type="sibTrans" cxnId="{181CD317-93AE-42E1-BC48-29BA2D3C4A1E}">
      <dgm:prSet/>
      <dgm:spPr/>
      <dgm:t>
        <a:bodyPr/>
        <a:lstStyle/>
        <a:p>
          <a:endParaRPr lang="en-US"/>
        </a:p>
      </dgm:t>
    </dgm:pt>
    <dgm:pt modelId="{2934D2EB-ED61-48D2-9B49-570C0AECFD0D}">
      <dgm:prSet custT="1"/>
      <dgm:spPr/>
      <dgm:t>
        <a:bodyPr/>
        <a:lstStyle/>
        <a:p>
          <a:r>
            <a:rPr lang="en-US" sz="1200" b="1" i="0" dirty="0"/>
            <a:t>Micro-blaze Configuration</a:t>
          </a:r>
          <a:r>
            <a:rPr lang="en-US" sz="1200" b="0" i="0" dirty="0"/>
            <a:t>: Set up the soft-core processor.</a:t>
          </a:r>
          <a:endParaRPr lang="en-US" sz="1200" dirty="0"/>
        </a:p>
      </dgm:t>
    </dgm:pt>
    <dgm:pt modelId="{FA65F80C-9067-4603-ABFB-4A23F5AEA61C}" type="parTrans" cxnId="{6FB51871-D9BC-414F-9478-BCDA1B941C27}">
      <dgm:prSet/>
      <dgm:spPr/>
      <dgm:t>
        <a:bodyPr/>
        <a:lstStyle/>
        <a:p>
          <a:endParaRPr lang="en-US"/>
        </a:p>
      </dgm:t>
    </dgm:pt>
    <dgm:pt modelId="{A1825C0F-7B19-48F9-8953-BEB777A3ED5F}" type="sibTrans" cxnId="{6FB51871-D9BC-414F-9478-BCDA1B941C27}">
      <dgm:prSet/>
      <dgm:spPr/>
      <dgm:t>
        <a:bodyPr/>
        <a:lstStyle/>
        <a:p>
          <a:endParaRPr lang="en-US"/>
        </a:p>
      </dgm:t>
    </dgm:pt>
    <dgm:pt modelId="{B8D3921A-F13E-47BC-9F43-BAF837C16976}">
      <dgm:prSet custT="1"/>
      <dgm:spPr/>
      <dgm:t>
        <a:bodyPr/>
        <a:lstStyle/>
        <a:p>
          <a:r>
            <a:rPr lang="en-US" sz="1200" b="1" i="0"/>
            <a:t>Dataset Pre-processing Unit</a:t>
          </a:r>
          <a:r>
            <a:rPr lang="en-US" sz="1200" b="0" i="0"/>
            <a:t>: Integrate for data preparation.</a:t>
          </a:r>
          <a:endParaRPr lang="en-US" sz="1200"/>
        </a:p>
      </dgm:t>
    </dgm:pt>
    <dgm:pt modelId="{23997E42-A669-42F7-8A42-2EC5997D3070}" type="parTrans" cxnId="{48FE839A-E0A7-4426-BFCB-39D69509B5C0}">
      <dgm:prSet/>
      <dgm:spPr/>
      <dgm:t>
        <a:bodyPr/>
        <a:lstStyle/>
        <a:p>
          <a:endParaRPr lang="en-US"/>
        </a:p>
      </dgm:t>
    </dgm:pt>
    <dgm:pt modelId="{6E1E1798-E870-4390-8E58-1BE34751A77F}" type="sibTrans" cxnId="{48FE839A-E0A7-4426-BFCB-39D69509B5C0}">
      <dgm:prSet/>
      <dgm:spPr/>
      <dgm:t>
        <a:bodyPr/>
        <a:lstStyle/>
        <a:p>
          <a:endParaRPr lang="en-US"/>
        </a:p>
      </dgm:t>
    </dgm:pt>
    <dgm:pt modelId="{85D9B039-58AA-4C99-BBDA-9BC3A4A90BDD}">
      <dgm:prSet custT="1"/>
      <dgm:spPr/>
      <dgm:t>
        <a:bodyPr/>
        <a:lstStyle/>
        <a:p>
          <a:r>
            <a:rPr lang="en-US" sz="1200" b="1" i="0" dirty="0"/>
            <a:t>Metric Evaluation Units</a:t>
          </a:r>
          <a:r>
            <a:rPr lang="en-US" sz="1200" b="0" i="0" dirty="0"/>
            <a:t>: Incorporate for performance assessment.</a:t>
          </a:r>
          <a:endParaRPr lang="en-US" sz="1200" dirty="0"/>
        </a:p>
      </dgm:t>
    </dgm:pt>
    <dgm:pt modelId="{AD8034DD-620C-48A3-937E-A7F674A8916E}" type="parTrans" cxnId="{46262F86-C5C0-475C-85B3-D2A67AD67D96}">
      <dgm:prSet/>
      <dgm:spPr/>
      <dgm:t>
        <a:bodyPr/>
        <a:lstStyle/>
        <a:p>
          <a:endParaRPr lang="en-US"/>
        </a:p>
      </dgm:t>
    </dgm:pt>
    <dgm:pt modelId="{FEE09934-61F5-4006-A649-983F240B4477}" type="sibTrans" cxnId="{46262F86-C5C0-475C-85B3-D2A67AD67D96}">
      <dgm:prSet/>
      <dgm:spPr/>
      <dgm:t>
        <a:bodyPr/>
        <a:lstStyle/>
        <a:p>
          <a:endParaRPr lang="en-US"/>
        </a:p>
      </dgm:t>
    </dgm:pt>
    <dgm:pt modelId="{7B171D37-AA36-4AC9-B2DC-EEC2E7245101}">
      <dgm:prSet custT="1"/>
      <dgm:spPr/>
      <dgm:t>
        <a:bodyPr/>
        <a:lstStyle/>
        <a:p>
          <a:r>
            <a:rPr lang="en-US" sz="1200" b="1" i="0" dirty="0"/>
            <a:t>Tree-Construction Unit</a:t>
          </a:r>
          <a:r>
            <a:rPr lang="en-US" sz="1200" b="0" i="0" dirty="0"/>
            <a:t>: Implement the ID3 algorithm.</a:t>
          </a:r>
          <a:endParaRPr lang="en-US" sz="1200" dirty="0"/>
        </a:p>
      </dgm:t>
    </dgm:pt>
    <dgm:pt modelId="{4BA9C18D-EABB-43B4-AB71-1FAFF55AC5D8}" type="parTrans" cxnId="{0E6E0C06-6278-4748-94B2-D9DAAA82ED72}">
      <dgm:prSet/>
      <dgm:spPr/>
      <dgm:t>
        <a:bodyPr/>
        <a:lstStyle/>
        <a:p>
          <a:endParaRPr lang="en-US"/>
        </a:p>
      </dgm:t>
    </dgm:pt>
    <dgm:pt modelId="{B3B13BE1-55E9-43E6-B329-3227BDFABBBD}" type="sibTrans" cxnId="{0E6E0C06-6278-4748-94B2-D9DAAA82ED72}">
      <dgm:prSet/>
      <dgm:spPr/>
      <dgm:t>
        <a:bodyPr/>
        <a:lstStyle/>
        <a:p>
          <a:endParaRPr lang="en-US"/>
        </a:p>
      </dgm:t>
    </dgm:pt>
    <dgm:pt modelId="{5E26E8DE-34F6-4A90-BD8E-A41320582AC0}">
      <dgm:prSet/>
      <dgm:spPr/>
      <dgm:t>
        <a:bodyPr/>
        <a:lstStyle/>
        <a:p>
          <a:pPr>
            <a:defRPr b="1"/>
          </a:pPr>
          <a:r>
            <a:rPr lang="en-US" b="1" i="0" dirty="0"/>
            <a:t>Testing and Validation</a:t>
          </a:r>
          <a:endParaRPr lang="en-US" dirty="0"/>
        </a:p>
      </dgm:t>
    </dgm:pt>
    <dgm:pt modelId="{5B813197-053D-4ABD-9CB9-8D6E41D128F6}" type="parTrans" cxnId="{310D9FF7-4035-4C98-847E-70E245C24C29}">
      <dgm:prSet/>
      <dgm:spPr/>
      <dgm:t>
        <a:bodyPr/>
        <a:lstStyle/>
        <a:p>
          <a:endParaRPr lang="en-US"/>
        </a:p>
      </dgm:t>
    </dgm:pt>
    <dgm:pt modelId="{7772F0D8-28C8-4323-9470-DB66D4EF54B0}" type="sibTrans" cxnId="{310D9FF7-4035-4C98-847E-70E245C24C29}">
      <dgm:prSet/>
      <dgm:spPr/>
      <dgm:t>
        <a:bodyPr/>
        <a:lstStyle/>
        <a:p>
          <a:endParaRPr lang="en-US"/>
        </a:p>
      </dgm:t>
    </dgm:pt>
    <dgm:pt modelId="{AE309976-282A-4C3C-8969-383116EB59EE}">
      <dgm:prSet custT="1"/>
      <dgm:spPr/>
      <dgm:t>
        <a:bodyPr/>
        <a:lstStyle/>
        <a:p>
          <a:r>
            <a:rPr lang="en-US" sz="1600" b="1" i="0" dirty="0"/>
            <a:t>Functional Testing</a:t>
          </a:r>
          <a:r>
            <a:rPr lang="en-US" sz="1600" b="0" i="0" dirty="0"/>
            <a:t>: Validate classifier functionality.</a:t>
          </a:r>
          <a:endParaRPr lang="en-US" sz="1600" dirty="0"/>
        </a:p>
      </dgm:t>
    </dgm:pt>
    <dgm:pt modelId="{2446270B-EBEB-4552-AD13-8645EC4698E2}" type="parTrans" cxnId="{F39CE420-7CD3-4E9C-BAC1-1488A4597842}">
      <dgm:prSet/>
      <dgm:spPr/>
      <dgm:t>
        <a:bodyPr/>
        <a:lstStyle/>
        <a:p>
          <a:endParaRPr lang="en-US"/>
        </a:p>
      </dgm:t>
    </dgm:pt>
    <dgm:pt modelId="{1400725A-92C9-43A5-8088-5E0069B9EB7F}" type="sibTrans" cxnId="{F39CE420-7CD3-4E9C-BAC1-1488A4597842}">
      <dgm:prSet/>
      <dgm:spPr/>
      <dgm:t>
        <a:bodyPr/>
        <a:lstStyle/>
        <a:p>
          <a:endParaRPr lang="en-US"/>
        </a:p>
      </dgm:t>
    </dgm:pt>
    <dgm:pt modelId="{40AF316F-67BC-48D6-BFEA-7B5A96756BAB}">
      <dgm:prSet custT="1"/>
      <dgm:spPr/>
      <dgm:t>
        <a:bodyPr/>
        <a:lstStyle/>
        <a:p>
          <a:r>
            <a:rPr lang="en-US" sz="1600" b="1" i="0" dirty="0"/>
            <a:t>Performance Evaluation</a:t>
          </a:r>
          <a:r>
            <a:rPr lang="en-US" sz="1600" b="0" i="0" dirty="0"/>
            <a:t>: Assess latency, area overhead, and power consumption.</a:t>
          </a:r>
          <a:endParaRPr lang="en-US" sz="1600" dirty="0"/>
        </a:p>
      </dgm:t>
    </dgm:pt>
    <dgm:pt modelId="{EF30DF84-58A4-4EAD-A1AA-26BE0A9C0F21}" type="parTrans" cxnId="{ACB94EC1-7A41-4CFB-97D0-987158D0F1EF}">
      <dgm:prSet/>
      <dgm:spPr/>
      <dgm:t>
        <a:bodyPr/>
        <a:lstStyle/>
        <a:p>
          <a:endParaRPr lang="en-US"/>
        </a:p>
      </dgm:t>
    </dgm:pt>
    <dgm:pt modelId="{224CDDF3-2452-4B5E-9051-9AE530CF4723}" type="sibTrans" cxnId="{ACB94EC1-7A41-4CFB-97D0-987158D0F1EF}">
      <dgm:prSet/>
      <dgm:spPr/>
      <dgm:t>
        <a:bodyPr/>
        <a:lstStyle/>
        <a:p>
          <a:endParaRPr lang="en-US"/>
        </a:p>
      </dgm:t>
    </dgm:pt>
    <dgm:pt modelId="{72AF7FF3-4462-4614-A28F-833DF351B0D7}">
      <dgm:prSet/>
      <dgm:spPr/>
      <dgm:t>
        <a:bodyPr/>
        <a:lstStyle/>
        <a:p>
          <a:pPr>
            <a:defRPr b="1"/>
          </a:pPr>
          <a:r>
            <a:rPr lang="en-US" b="1" i="0" dirty="0"/>
            <a:t>Comparison with Existing Approaches</a:t>
          </a:r>
          <a:endParaRPr lang="en-US" dirty="0"/>
        </a:p>
      </dgm:t>
    </dgm:pt>
    <dgm:pt modelId="{D4B0C3EF-9F21-4990-9FB9-763ADF5B5FA6}" type="parTrans" cxnId="{9724238C-DD93-472F-B4C9-247ECB66DD8F}">
      <dgm:prSet/>
      <dgm:spPr/>
      <dgm:t>
        <a:bodyPr/>
        <a:lstStyle/>
        <a:p>
          <a:endParaRPr lang="en-US"/>
        </a:p>
      </dgm:t>
    </dgm:pt>
    <dgm:pt modelId="{DEDD6F33-5AE9-4C79-AF5F-A10D223E6A6A}" type="sibTrans" cxnId="{9724238C-DD93-472F-B4C9-247ECB66DD8F}">
      <dgm:prSet/>
      <dgm:spPr/>
      <dgm:t>
        <a:bodyPr/>
        <a:lstStyle/>
        <a:p>
          <a:endParaRPr lang="en-US"/>
        </a:p>
      </dgm:t>
    </dgm:pt>
    <dgm:pt modelId="{A21CDA26-4465-43CC-A4FF-F8F3D4C9436D}">
      <dgm:prSet/>
      <dgm:spPr/>
      <dgm:t>
        <a:bodyPr/>
        <a:lstStyle/>
        <a:p>
          <a:r>
            <a:rPr lang="en-US" b="1" i="0"/>
            <a:t>Advantages</a:t>
          </a:r>
          <a:r>
            <a:rPr lang="en-US" b="0" i="0"/>
            <a:t>: Highlight improvements over other FPGA-based classifiers.</a:t>
          </a:r>
          <a:endParaRPr lang="en-US"/>
        </a:p>
      </dgm:t>
    </dgm:pt>
    <dgm:pt modelId="{054A3DA6-AE3D-4A04-980A-96F934257494}" type="parTrans" cxnId="{18C2477A-AC2A-4959-8AFD-3BADF28D9EBE}">
      <dgm:prSet/>
      <dgm:spPr/>
      <dgm:t>
        <a:bodyPr/>
        <a:lstStyle/>
        <a:p>
          <a:endParaRPr lang="en-US"/>
        </a:p>
      </dgm:t>
    </dgm:pt>
    <dgm:pt modelId="{395E0546-4CEE-450C-87BD-2FD86AFFC478}" type="sibTrans" cxnId="{18C2477A-AC2A-4959-8AFD-3BADF28D9EBE}">
      <dgm:prSet/>
      <dgm:spPr/>
      <dgm:t>
        <a:bodyPr/>
        <a:lstStyle/>
        <a:p>
          <a:endParaRPr lang="en-US"/>
        </a:p>
      </dgm:t>
    </dgm:pt>
    <dgm:pt modelId="{A64F9652-292C-49A0-9E8D-610418CEB9D6}">
      <dgm:prSet/>
      <dgm:spPr/>
      <dgm:t>
        <a:bodyPr/>
        <a:lstStyle/>
        <a:p>
          <a:r>
            <a:rPr lang="en-US" b="1" i="0" dirty="0"/>
            <a:t>Innovative Aspects</a:t>
          </a:r>
          <a:r>
            <a:rPr lang="en-US" b="0" i="0" dirty="0"/>
            <a:t>: Emphasize benefits of your co-design approach.</a:t>
          </a:r>
          <a:endParaRPr lang="en-US" dirty="0"/>
        </a:p>
      </dgm:t>
    </dgm:pt>
    <dgm:pt modelId="{DC5AB776-E953-46BE-92C5-C2B71D90097C}" type="parTrans" cxnId="{D0258410-DDC2-41B1-9D5B-20344CAA9BFB}">
      <dgm:prSet/>
      <dgm:spPr/>
      <dgm:t>
        <a:bodyPr/>
        <a:lstStyle/>
        <a:p>
          <a:endParaRPr lang="en-US"/>
        </a:p>
      </dgm:t>
    </dgm:pt>
    <dgm:pt modelId="{35638605-B789-4F4A-8AE8-8FBD8C57A6C2}" type="sibTrans" cxnId="{D0258410-DDC2-41B1-9D5B-20344CAA9BFB}">
      <dgm:prSet/>
      <dgm:spPr/>
      <dgm:t>
        <a:bodyPr/>
        <a:lstStyle/>
        <a:p>
          <a:endParaRPr lang="en-US"/>
        </a:p>
      </dgm:t>
    </dgm:pt>
    <dgm:pt modelId="{54A570DA-A19E-4072-8D19-7DA563579F71}">
      <dgm:prSet custT="1"/>
      <dgm:spPr/>
      <dgm:t>
        <a:bodyPr/>
        <a:lstStyle/>
        <a:p>
          <a:pPr>
            <a:buNone/>
          </a:pPr>
          <a:r>
            <a:rPr lang="en-US" sz="1600" b="0" i="0" dirty="0"/>
            <a:t>                        based classifier.</a:t>
          </a:r>
          <a:endParaRPr lang="en-US" sz="1600" dirty="0"/>
        </a:p>
      </dgm:t>
    </dgm:pt>
    <dgm:pt modelId="{616C45B8-453C-4008-8E5D-5AB27F34E34E}" type="parTrans" cxnId="{8DA07691-15F8-4214-AC3E-A10C1EDE3B4C}">
      <dgm:prSet/>
      <dgm:spPr/>
      <dgm:t>
        <a:bodyPr/>
        <a:lstStyle/>
        <a:p>
          <a:endParaRPr lang="en-US"/>
        </a:p>
      </dgm:t>
    </dgm:pt>
    <dgm:pt modelId="{94D1B9AF-FC0B-4E35-841B-4B3399DD4326}" type="sibTrans" cxnId="{8DA07691-15F8-4214-AC3E-A10C1EDE3B4C}">
      <dgm:prSet/>
      <dgm:spPr/>
      <dgm:t>
        <a:bodyPr/>
        <a:lstStyle/>
        <a:p>
          <a:endParaRPr lang="en-US"/>
        </a:p>
      </dgm:t>
    </dgm:pt>
    <dgm:pt modelId="{5D2D027D-58F9-4974-A84E-A8B547658952}" type="pres">
      <dgm:prSet presAssocID="{93AD312C-0B81-46E1-A3C8-E2335500AB60}" presName="Name0" presStyleCnt="0">
        <dgm:presLayoutVars>
          <dgm:dir/>
          <dgm:animLvl val="lvl"/>
          <dgm:resizeHandles val="exact"/>
        </dgm:presLayoutVars>
      </dgm:prSet>
      <dgm:spPr/>
    </dgm:pt>
    <dgm:pt modelId="{D284F9C1-1728-4497-B246-3D8940FC7E0B}" type="pres">
      <dgm:prSet presAssocID="{304C5672-E7F4-48FD-806C-354AC592180F}" presName="linNode" presStyleCnt="0"/>
      <dgm:spPr/>
    </dgm:pt>
    <dgm:pt modelId="{B60FB389-34BA-4C3B-94AA-2CB1ECD0C67D}" type="pres">
      <dgm:prSet presAssocID="{304C5672-E7F4-48FD-806C-354AC592180F}" presName="parentText" presStyleLbl="node1" presStyleIdx="0" presStyleCnt="7" custLinFactNeighborX="-3483" custLinFactNeighborY="-31778">
        <dgm:presLayoutVars>
          <dgm:chMax val="1"/>
          <dgm:bulletEnabled val="1"/>
        </dgm:presLayoutVars>
      </dgm:prSet>
      <dgm:spPr/>
    </dgm:pt>
    <dgm:pt modelId="{80C845AB-D9E0-4A05-B87E-BDD61C81EA9C}" type="pres">
      <dgm:prSet presAssocID="{304C5672-E7F4-48FD-806C-354AC592180F}" presName="descendantText" presStyleLbl="alignAccFollowNode1" presStyleIdx="0" presStyleCnt="7" custScaleY="126166">
        <dgm:presLayoutVars>
          <dgm:bulletEnabled val="1"/>
        </dgm:presLayoutVars>
      </dgm:prSet>
      <dgm:spPr/>
    </dgm:pt>
    <dgm:pt modelId="{2AFD7EDE-1132-4B26-B76C-778850C73A59}" type="pres">
      <dgm:prSet presAssocID="{C4C9EF43-824E-4F1C-98EB-49E60DE29FA3}" presName="sp" presStyleCnt="0"/>
      <dgm:spPr/>
    </dgm:pt>
    <dgm:pt modelId="{325F2EFA-68CC-4A2F-A207-3CE85AAF76BC}" type="pres">
      <dgm:prSet presAssocID="{E8B05451-C00D-4681-8440-6C9F9F456878}" presName="linNode" presStyleCnt="0"/>
      <dgm:spPr/>
    </dgm:pt>
    <dgm:pt modelId="{9A28126A-3075-478D-88B0-020E23EF126A}" type="pres">
      <dgm:prSet presAssocID="{E8B05451-C00D-4681-8440-6C9F9F456878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A559C5CD-B3B7-45AD-BFA4-2317EC69DD21}" type="pres">
      <dgm:prSet presAssocID="{E8B05451-C00D-4681-8440-6C9F9F456878}" presName="descendantText" presStyleLbl="alignAccFollowNode1" presStyleIdx="1" presStyleCnt="7" custScaleY="153776">
        <dgm:presLayoutVars>
          <dgm:bulletEnabled val="1"/>
        </dgm:presLayoutVars>
      </dgm:prSet>
      <dgm:spPr/>
    </dgm:pt>
    <dgm:pt modelId="{A2C749CB-D405-4262-AE1A-3EA7265600B3}" type="pres">
      <dgm:prSet presAssocID="{EF5B8D55-8987-4797-A163-108C602A58DD}" presName="sp" presStyleCnt="0"/>
      <dgm:spPr/>
    </dgm:pt>
    <dgm:pt modelId="{D8B5EA4F-0531-4B9A-9452-F724EBBCCAEF}" type="pres">
      <dgm:prSet presAssocID="{E2E8F8E3-01A0-4816-BF05-060EF6328CB7}" presName="linNode" presStyleCnt="0"/>
      <dgm:spPr/>
    </dgm:pt>
    <dgm:pt modelId="{DC95F24F-707D-47F8-9C7B-9B93B286927F}" type="pres">
      <dgm:prSet presAssocID="{E2E8F8E3-01A0-4816-BF05-060EF6328CB7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69EFBF5E-7594-4405-90A0-9EDDD8A193F0}" type="pres">
      <dgm:prSet presAssocID="{E2E8F8E3-01A0-4816-BF05-060EF6328CB7}" presName="descendantText" presStyleLbl="alignAccFollowNode1" presStyleIdx="2" presStyleCnt="7">
        <dgm:presLayoutVars>
          <dgm:bulletEnabled val="1"/>
        </dgm:presLayoutVars>
      </dgm:prSet>
      <dgm:spPr/>
    </dgm:pt>
    <dgm:pt modelId="{EDA3CB50-ECB1-400A-81C9-BAA7505E838E}" type="pres">
      <dgm:prSet presAssocID="{E5D6691E-CF64-4C01-B784-04B8F86CCE9B}" presName="sp" presStyleCnt="0"/>
      <dgm:spPr/>
    </dgm:pt>
    <dgm:pt modelId="{BC493014-19FB-41B8-9B14-E3DE38DE46A4}" type="pres">
      <dgm:prSet presAssocID="{44648818-144F-45CB-B604-D70250AD537F}" presName="linNode" presStyleCnt="0"/>
      <dgm:spPr/>
    </dgm:pt>
    <dgm:pt modelId="{EDD400D2-E07F-4CA5-86BD-8C7DAF86002A}" type="pres">
      <dgm:prSet presAssocID="{44648818-144F-45CB-B604-D70250AD537F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8D0FE3E4-2BC9-4019-B210-1219CB3A76CB}" type="pres">
      <dgm:prSet presAssocID="{44648818-144F-45CB-B604-D70250AD537F}" presName="descendantText" presStyleLbl="alignAccFollowNode1" presStyleIdx="3" presStyleCnt="7">
        <dgm:presLayoutVars>
          <dgm:bulletEnabled val="1"/>
        </dgm:presLayoutVars>
      </dgm:prSet>
      <dgm:spPr/>
    </dgm:pt>
    <dgm:pt modelId="{5B0E6BA0-1F29-4CE0-AFF1-58BBFC0DB0D5}" type="pres">
      <dgm:prSet presAssocID="{8202A68B-E17C-4C25-B2D7-1400F19E4394}" presName="sp" presStyleCnt="0"/>
      <dgm:spPr/>
    </dgm:pt>
    <dgm:pt modelId="{6B229C98-92B4-4D62-9C69-7C51B6DF6E03}" type="pres">
      <dgm:prSet presAssocID="{B8246D99-C9A9-4F5C-B08B-26B42A90F6A2}" presName="linNode" presStyleCnt="0"/>
      <dgm:spPr/>
    </dgm:pt>
    <dgm:pt modelId="{BB634D9E-38EC-4C3B-9F2B-0EAAE53C7444}" type="pres">
      <dgm:prSet presAssocID="{B8246D99-C9A9-4F5C-B08B-26B42A90F6A2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1E8E9DAC-96FF-4783-A84E-502EF35BFB23}" type="pres">
      <dgm:prSet presAssocID="{B8246D99-C9A9-4F5C-B08B-26B42A90F6A2}" presName="descendantText" presStyleLbl="alignAccFollowNode1" presStyleIdx="4" presStyleCnt="7" custScaleY="130940">
        <dgm:presLayoutVars>
          <dgm:bulletEnabled val="1"/>
        </dgm:presLayoutVars>
      </dgm:prSet>
      <dgm:spPr/>
    </dgm:pt>
    <dgm:pt modelId="{B5D3EB3F-4863-40C2-9286-18AAA5A30B51}" type="pres">
      <dgm:prSet presAssocID="{D827A6CC-D026-4A7E-B2B6-33349AD9F5A5}" presName="sp" presStyleCnt="0"/>
      <dgm:spPr/>
    </dgm:pt>
    <dgm:pt modelId="{BFBC5D28-71D6-4321-AEAF-AB5A67C64E47}" type="pres">
      <dgm:prSet presAssocID="{5E26E8DE-34F6-4A90-BD8E-A41320582AC0}" presName="linNode" presStyleCnt="0"/>
      <dgm:spPr/>
    </dgm:pt>
    <dgm:pt modelId="{BBBBD1A4-8632-4920-B83E-03B5BF40AF0D}" type="pres">
      <dgm:prSet presAssocID="{5E26E8DE-34F6-4A90-BD8E-A41320582AC0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79FFD5F7-56C1-4ED8-86F1-A0CBA52D406A}" type="pres">
      <dgm:prSet presAssocID="{5E26E8DE-34F6-4A90-BD8E-A41320582AC0}" presName="descendantText" presStyleLbl="alignAccFollowNode1" presStyleIdx="5" presStyleCnt="7">
        <dgm:presLayoutVars>
          <dgm:bulletEnabled val="1"/>
        </dgm:presLayoutVars>
      </dgm:prSet>
      <dgm:spPr/>
    </dgm:pt>
    <dgm:pt modelId="{80FFAEB4-BE85-4281-AD17-5472FC451426}" type="pres">
      <dgm:prSet presAssocID="{7772F0D8-28C8-4323-9470-DB66D4EF54B0}" presName="sp" presStyleCnt="0"/>
      <dgm:spPr/>
    </dgm:pt>
    <dgm:pt modelId="{DBBEB08E-D255-400C-8CA5-7ABD822A2EFE}" type="pres">
      <dgm:prSet presAssocID="{72AF7FF3-4462-4614-A28F-833DF351B0D7}" presName="linNode" presStyleCnt="0"/>
      <dgm:spPr/>
    </dgm:pt>
    <dgm:pt modelId="{F2D18F70-DD2B-4935-A9DF-3798ABE9ED78}" type="pres">
      <dgm:prSet presAssocID="{72AF7FF3-4462-4614-A28F-833DF351B0D7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EAE32B10-E50B-4F40-96B4-9B2126511A90}" type="pres">
      <dgm:prSet presAssocID="{72AF7FF3-4462-4614-A28F-833DF351B0D7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0E6E0C06-6278-4748-94B2-D9DAAA82ED72}" srcId="{B8246D99-C9A9-4F5C-B08B-26B42A90F6A2}" destId="{7B171D37-AA36-4AC9-B2DC-EEC2E7245101}" srcOrd="3" destOrd="0" parTransId="{4BA9C18D-EABB-43B4-AB71-1FAFF55AC5D8}" sibTransId="{B3B13BE1-55E9-43E6-B329-3227BDFABBBD}"/>
    <dgm:cxn modelId="{017B6B0E-54A2-420C-8213-6265FCB081B5}" type="presOf" srcId="{2934D2EB-ED61-48D2-9B49-570C0AECFD0D}" destId="{1E8E9DAC-96FF-4783-A84E-502EF35BFB23}" srcOrd="0" destOrd="0" presId="urn:microsoft.com/office/officeart/2005/8/layout/vList5"/>
    <dgm:cxn modelId="{D0258410-DDC2-41B1-9D5B-20344CAA9BFB}" srcId="{72AF7FF3-4462-4614-A28F-833DF351B0D7}" destId="{A64F9652-292C-49A0-9E8D-610418CEB9D6}" srcOrd="1" destOrd="0" parTransId="{DC5AB776-E953-46BE-92C5-C2B71D90097C}" sibTransId="{35638605-B789-4F4A-8AE8-8FBD8C57A6C2}"/>
    <dgm:cxn modelId="{A1966C13-6A72-46C9-BDA1-9E2A6369B3AD}" srcId="{44648818-144F-45CB-B604-D70250AD537F}" destId="{DD77B0E0-9A03-4F43-9ABB-18BED2D0FD74}" srcOrd="2" destOrd="0" parTransId="{DC923215-6BE8-4DB7-84BA-09A22E5F40DB}" sibTransId="{7E8AA0F1-4798-4119-B536-A1B8BC9E7968}"/>
    <dgm:cxn modelId="{181CD317-93AE-42E1-BC48-29BA2D3C4A1E}" srcId="{93AD312C-0B81-46E1-A3C8-E2335500AB60}" destId="{B8246D99-C9A9-4F5C-B08B-26B42A90F6A2}" srcOrd="4" destOrd="0" parTransId="{7D21C186-3C3C-43FC-BFB8-89003828399C}" sibTransId="{D827A6CC-D026-4A7E-B2B6-33349AD9F5A5}"/>
    <dgm:cxn modelId="{F39CE420-7CD3-4E9C-BAC1-1488A4597842}" srcId="{5E26E8DE-34F6-4A90-BD8E-A41320582AC0}" destId="{AE309976-282A-4C3C-8969-383116EB59EE}" srcOrd="0" destOrd="0" parTransId="{2446270B-EBEB-4552-AD13-8645EC4698E2}" sibTransId="{1400725A-92C9-43A5-8088-5E0069B9EB7F}"/>
    <dgm:cxn modelId="{86DEAE5C-6328-40F4-BE38-D89DF97374AC}" type="presOf" srcId="{40AF316F-67BC-48D6-BFEA-7B5A96756BAB}" destId="{79FFD5F7-56C1-4ED8-86F1-A0CBA52D406A}" srcOrd="0" destOrd="1" presId="urn:microsoft.com/office/officeart/2005/8/layout/vList5"/>
    <dgm:cxn modelId="{5AE51D5E-A804-462F-A1DE-F11F5556D2EF}" type="presOf" srcId="{72AF7FF3-4462-4614-A28F-833DF351B0D7}" destId="{F2D18F70-DD2B-4935-A9DF-3798ABE9ED78}" srcOrd="0" destOrd="0" presId="urn:microsoft.com/office/officeart/2005/8/layout/vList5"/>
    <dgm:cxn modelId="{3D942E43-E977-41E8-A743-06BA8E69A174}" type="presOf" srcId="{C3AAC79C-43E8-4AEE-A638-F965A90FF38F}" destId="{80C845AB-D9E0-4A05-B87E-BDD61C81EA9C}" srcOrd="0" destOrd="2" presId="urn:microsoft.com/office/officeart/2005/8/layout/vList5"/>
    <dgm:cxn modelId="{A7DE6E67-8508-464B-856A-46BC98810245}" type="presOf" srcId="{E2E8F8E3-01A0-4816-BF05-060EF6328CB7}" destId="{DC95F24F-707D-47F8-9C7B-9B93B286927F}" srcOrd="0" destOrd="0" presId="urn:microsoft.com/office/officeart/2005/8/layout/vList5"/>
    <dgm:cxn modelId="{C343A548-8303-4FAD-BA83-B980E8D4DA76}" srcId="{93AD312C-0B81-46E1-A3C8-E2335500AB60}" destId="{E8B05451-C00D-4681-8440-6C9F9F456878}" srcOrd="1" destOrd="0" parTransId="{F392A116-55CA-45AA-80F8-195A63F14D7B}" sibTransId="{EF5B8D55-8987-4797-A163-108C602A58DD}"/>
    <dgm:cxn modelId="{F16E646B-3516-4E30-B277-1EA593C70252}" type="presOf" srcId="{2B046816-1E39-447B-A8BE-83293B76BBBA}" destId="{80C845AB-D9E0-4A05-B87E-BDD61C81EA9C}" srcOrd="0" destOrd="0" presId="urn:microsoft.com/office/officeart/2005/8/layout/vList5"/>
    <dgm:cxn modelId="{2440164E-DC93-4046-8C37-3E5F525D4944}" type="presOf" srcId="{93AD312C-0B81-46E1-A3C8-E2335500AB60}" destId="{5D2D027D-58F9-4974-A84E-A8B547658952}" srcOrd="0" destOrd="0" presId="urn:microsoft.com/office/officeart/2005/8/layout/vList5"/>
    <dgm:cxn modelId="{E205416E-291A-4832-80DD-0004C1A69852}" srcId="{E8B05451-C00D-4681-8440-6C9F9F456878}" destId="{AFDD0762-81C9-4F14-ADC1-BA6F7EB47964}" srcOrd="2" destOrd="0" parTransId="{F4C51210-074C-43F2-96C0-061DD0CF89FD}" sibTransId="{D5DCFB3E-3272-4748-8716-90B4965E6091}"/>
    <dgm:cxn modelId="{6FB51871-D9BC-414F-9478-BCDA1B941C27}" srcId="{B8246D99-C9A9-4F5C-B08B-26B42A90F6A2}" destId="{2934D2EB-ED61-48D2-9B49-570C0AECFD0D}" srcOrd="0" destOrd="0" parTransId="{FA65F80C-9067-4603-ABFB-4A23F5AEA61C}" sibTransId="{A1825C0F-7B19-48F9-8953-BEB777A3ED5F}"/>
    <dgm:cxn modelId="{3D794771-8E36-4668-A616-63662D6B97CC}" type="presOf" srcId="{79738F29-B79E-49C9-80E8-0EFECC0716D6}" destId="{69EFBF5E-7594-4405-90A0-9EDDD8A193F0}" srcOrd="0" destOrd="1" presId="urn:microsoft.com/office/officeart/2005/8/layout/vList5"/>
    <dgm:cxn modelId="{CF6C2B72-7907-48E7-B8CF-FF34750FBFD4}" type="presOf" srcId="{A64F9652-292C-49A0-9E8D-610418CEB9D6}" destId="{EAE32B10-E50B-4F40-96B4-9B2126511A90}" srcOrd="0" destOrd="1" presId="urn:microsoft.com/office/officeart/2005/8/layout/vList5"/>
    <dgm:cxn modelId="{82DB2254-9B7F-41E9-A2C2-0ADA31DFFC3D}" srcId="{304C5672-E7F4-48FD-806C-354AC592180F}" destId="{C3AAC79C-43E8-4AEE-A638-F965A90FF38F}" srcOrd="2" destOrd="0" parTransId="{33A109E6-54C0-4E70-A617-6DBC5FF67C87}" sibTransId="{D673E973-CD3D-4981-B941-D5A73ED28415}"/>
    <dgm:cxn modelId="{9C8D5255-3EC9-4181-AD32-0DE7B3F17E6D}" type="presOf" srcId="{AFDD0762-81C9-4F14-ADC1-BA6F7EB47964}" destId="{A559C5CD-B3B7-45AD-BFA4-2317EC69DD21}" srcOrd="0" destOrd="2" presId="urn:microsoft.com/office/officeart/2005/8/layout/vList5"/>
    <dgm:cxn modelId="{43F5C675-E379-40CC-A97A-A2C05C80D59C}" srcId="{93AD312C-0B81-46E1-A3C8-E2335500AB60}" destId="{304C5672-E7F4-48FD-806C-354AC592180F}" srcOrd="0" destOrd="0" parTransId="{647010FF-8892-4FB4-B42B-1A642B4DE0D8}" sibTransId="{C4C9EF43-824E-4F1C-98EB-49E60DE29FA3}"/>
    <dgm:cxn modelId="{12EF5F77-103B-4CA6-B9FE-CD2A0DFB2BF2}" type="presOf" srcId="{B8246D99-C9A9-4F5C-B08B-26B42A90F6A2}" destId="{BB634D9E-38EC-4C3B-9F2B-0EAAE53C7444}" srcOrd="0" destOrd="0" presId="urn:microsoft.com/office/officeart/2005/8/layout/vList5"/>
    <dgm:cxn modelId="{CE5A3A78-23FE-4B2C-AD8D-1107BA4EC0E3}" srcId="{44648818-144F-45CB-B604-D70250AD537F}" destId="{4CC1FCAC-19FF-4F60-A7BA-6C92304CDFA0}" srcOrd="0" destOrd="0" parTransId="{C5557B84-B600-4CBD-B68F-68236435897A}" sibTransId="{A9C95D37-527C-408C-B922-3D57A93498FF}"/>
    <dgm:cxn modelId="{FB0D4C78-E158-40A1-9B77-029C143311A3}" srcId="{44648818-144F-45CB-B604-D70250AD537F}" destId="{FCF4BC29-82C1-4160-8194-793251075BAB}" srcOrd="1" destOrd="0" parTransId="{2B4471CF-F986-4D1E-BCEA-BDB93953A85C}" sibTransId="{5E4D126B-BF43-4B25-BED0-32CFAFF81E7C}"/>
    <dgm:cxn modelId="{70655879-F174-4166-8824-ED3A5E8E1846}" type="presOf" srcId="{AE309976-282A-4C3C-8969-383116EB59EE}" destId="{79FFD5F7-56C1-4ED8-86F1-A0CBA52D406A}" srcOrd="0" destOrd="0" presId="urn:microsoft.com/office/officeart/2005/8/layout/vList5"/>
    <dgm:cxn modelId="{18C2477A-AC2A-4959-8AFD-3BADF28D9EBE}" srcId="{72AF7FF3-4462-4614-A28F-833DF351B0D7}" destId="{A21CDA26-4465-43CC-A4FF-F8F3D4C9436D}" srcOrd="0" destOrd="0" parTransId="{054A3DA6-AE3D-4A04-980A-96F934257494}" sibTransId="{395E0546-4CEE-450C-87BD-2FD86AFFC478}"/>
    <dgm:cxn modelId="{B9178B81-82B5-4D87-A754-D27FA4C0D3A0}" type="presOf" srcId="{390D24EE-A550-4928-AB02-B05CE085AAAE}" destId="{A559C5CD-B3B7-45AD-BFA4-2317EC69DD21}" srcOrd="0" destOrd="0" presId="urn:microsoft.com/office/officeart/2005/8/layout/vList5"/>
    <dgm:cxn modelId="{46262F86-C5C0-475C-85B3-D2A67AD67D96}" srcId="{B8246D99-C9A9-4F5C-B08B-26B42A90F6A2}" destId="{85D9B039-58AA-4C99-BBDA-9BC3A4A90BDD}" srcOrd="2" destOrd="0" parTransId="{AD8034DD-620C-48A3-937E-A7F674A8916E}" sibTransId="{FEE09934-61F5-4006-A649-983F240B4477}"/>
    <dgm:cxn modelId="{DDF54B8B-2361-41E8-B997-CFA3B9647A80}" type="presOf" srcId="{59BA6CC4-C871-4614-928C-435E09E1DE70}" destId="{69EFBF5E-7594-4405-90A0-9EDDD8A193F0}" srcOrd="0" destOrd="0" presId="urn:microsoft.com/office/officeart/2005/8/layout/vList5"/>
    <dgm:cxn modelId="{9724238C-DD93-472F-B4C9-247ECB66DD8F}" srcId="{93AD312C-0B81-46E1-A3C8-E2335500AB60}" destId="{72AF7FF3-4462-4614-A28F-833DF351B0D7}" srcOrd="6" destOrd="0" parTransId="{D4B0C3EF-9F21-4990-9FB9-763ADF5B5FA6}" sibTransId="{DEDD6F33-5AE9-4C79-AF5F-A10D223E6A6A}"/>
    <dgm:cxn modelId="{8DA07691-15F8-4214-AC3E-A10C1EDE3B4C}" srcId="{304C5672-E7F4-48FD-806C-354AC592180F}" destId="{54A570DA-A19E-4072-8D19-7DA563579F71}" srcOrd="1" destOrd="0" parTransId="{616C45B8-453C-4008-8E5D-5AB27F34E34E}" sibTransId="{94D1B9AF-FC0B-4E35-841B-4B3399DD4326}"/>
    <dgm:cxn modelId="{DB81CA96-3228-490D-A672-85524A633D4A}" srcId="{E8B05451-C00D-4681-8440-6C9F9F456878}" destId="{390D24EE-A550-4928-AB02-B05CE085AAAE}" srcOrd="0" destOrd="0" parTransId="{68694946-A2E5-4513-8C89-AEC37D2AB101}" sibTransId="{D89703F8-3B1D-4F5C-AE77-347CDED26BA1}"/>
    <dgm:cxn modelId="{48FE839A-E0A7-4426-BFCB-39D69509B5C0}" srcId="{B8246D99-C9A9-4F5C-B08B-26B42A90F6A2}" destId="{B8D3921A-F13E-47BC-9F43-BAF837C16976}" srcOrd="1" destOrd="0" parTransId="{23997E42-A669-42F7-8A42-2EC5997D3070}" sibTransId="{6E1E1798-E870-4390-8E58-1BE34751A77F}"/>
    <dgm:cxn modelId="{1250599B-606F-427B-945E-669E371BC735}" type="presOf" srcId="{FCF4BC29-82C1-4160-8194-793251075BAB}" destId="{8D0FE3E4-2BC9-4019-B210-1219CB3A76CB}" srcOrd="0" destOrd="1" presId="urn:microsoft.com/office/officeart/2005/8/layout/vList5"/>
    <dgm:cxn modelId="{137E279C-9033-48E7-B02D-B7CF720DCBE5}" type="presOf" srcId="{7B171D37-AA36-4AC9-B2DC-EEC2E7245101}" destId="{1E8E9DAC-96FF-4783-A84E-502EF35BFB23}" srcOrd="0" destOrd="3" presId="urn:microsoft.com/office/officeart/2005/8/layout/vList5"/>
    <dgm:cxn modelId="{5B3041A0-1DA0-4523-8513-B8D2F26D27D1}" type="presOf" srcId="{304C5672-E7F4-48FD-806C-354AC592180F}" destId="{B60FB389-34BA-4C3B-94AA-2CB1ECD0C67D}" srcOrd="0" destOrd="0" presId="urn:microsoft.com/office/officeart/2005/8/layout/vList5"/>
    <dgm:cxn modelId="{7A02D9AE-6A0E-4703-8DDD-92E60296960D}" type="presOf" srcId="{44648818-144F-45CB-B604-D70250AD537F}" destId="{EDD400D2-E07F-4CA5-86BD-8C7DAF86002A}" srcOrd="0" destOrd="0" presId="urn:microsoft.com/office/officeart/2005/8/layout/vList5"/>
    <dgm:cxn modelId="{8FDFDDB7-1B40-4353-900A-1C491C5C408E}" type="presOf" srcId="{E8B05451-C00D-4681-8440-6C9F9F456878}" destId="{9A28126A-3075-478D-88B0-020E23EF126A}" srcOrd="0" destOrd="0" presId="urn:microsoft.com/office/officeart/2005/8/layout/vList5"/>
    <dgm:cxn modelId="{04AE8ABA-7BA3-4B34-85D1-260BE135B047}" srcId="{E2E8F8E3-01A0-4816-BF05-060EF6328CB7}" destId="{59BA6CC4-C871-4614-928C-435E09E1DE70}" srcOrd="0" destOrd="0" parTransId="{D987B5B5-DA14-444C-830A-315D92926F5F}" sibTransId="{8B38CB0B-AFD8-42F4-81E8-99B4816FE46E}"/>
    <dgm:cxn modelId="{6CF8EAC0-27E3-4E7A-9F29-607BDA9755AE}" type="presOf" srcId="{85D9B039-58AA-4C99-BBDA-9BC3A4A90BDD}" destId="{1E8E9DAC-96FF-4783-A84E-502EF35BFB23}" srcOrd="0" destOrd="2" presId="urn:microsoft.com/office/officeart/2005/8/layout/vList5"/>
    <dgm:cxn modelId="{ACB94EC1-7A41-4CFB-97D0-987158D0F1EF}" srcId="{5E26E8DE-34F6-4A90-BD8E-A41320582AC0}" destId="{40AF316F-67BC-48D6-BFEA-7B5A96756BAB}" srcOrd="1" destOrd="0" parTransId="{EF30DF84-58A4-4EAD-A1AA-26BE0A9C0F21}" sibTransId="{224CDDF3-2452-4B5E-9051-9AE530CF4723}"/>
    <dgm:cxn modelId="{7634ADC7-A73F-41F5-A8FB-C7BD6B7DA42C}" srcId="{E8B05451-C00D-4681-8440-6C9F9F456878}" destId="{BE828CF4-BAF2-49A7-BF60-5B4CD42B265B}" srcOrd="1" destOrd="0" parTransId="{8BA313DB-255D-459D-A9E8-81180AE2FC90}" sibTransId="{BFAA32C0-0832-4161-B72C-07A4DC718A04}"/>
    <dgm:cxn modelId="{AE4D76CF-8D66-4B42-8602-C71B1EA8D5FB}" srcId="{E2E8F8E3-01A0-4816-BF05-060EF6328CB7}" destId="{79738F29-B79E-49C9-80E8-0EFECC0716D6}" srcOrd="1" destOrd="0" parTransId="{BFFE2406-8993-4C0D-B6F0-5B30D798FD59}" sibTransId="{8D98749C-7871-417C-AC12-1CA8F83101C6}"/>
    <dgm:cxn modelId="{77C69DDB-FC28-44EF-8075-03ACC2E67F0E}" type="presOf" srcId="{BE828CF4-BAF2-49A7-BF60-5B4CD42B265B}" destId="{A559C5CD-B3B7-45AD-BFA4-2317EC69DD21}" srcOrd="0" destOrd="1" presId="urn:microsoft.com/office/officeart/2005/8/layout/vList5"/>
    <dgm:cxn modelId="{AA4EEADB-0B90-4A07-9764-EBEFF0288E75}" type="presOf" srcId="{4CC1FCAC-19FF-4F60-A7BA-6C92304CDFA0}" destId="{8D0FE3E4-2BC9-4019-B210-1219CB3A76CB}" srcOrd="0" destOrd="0" presId="urn:microsoft.com/office/officeart/2005/8/layout/vList5"/>
    <dgm:cxn modelId="{E521BEE4-0DE2-4558-A42C-9754552ACE4B}" srcId="{93AD312C-0B81-46E1-A3C8-E2335500AB60}" destId="{44648818-144F-45CB-B604-D70250AD537F}" srcOrd="3" destOrd="0" parTransId="{3D3DCF48-19C8-4CF1-8347-66399E12E7B1}" sibTransId="{8202A68B-E17C-4C25-B2D7-1400F19E4394}"/>
    <dgm:cxn modelId="{25C115ED-08AA-417E-A096-B98AC034C928}" type="presOf" srcId="{5E26E8DE-34F6-4A90-BD8E-A41320582AC0}" destId="{BBBBD1A4-8632-4920-B83E-03B5BF40AF0D}" srcOrd="0" destOrd="0" presId="urn:microsoft.com/office/officeart/2005/8/layout/vList5"/>
    <dgm:cxn modelId="{05DE97ED-532B-4AF5-8B7B-C7E2ABC0FB7B}" type="presOf" srcId="{54A570DA-A19E-4072-8D19-7DA563579F71}" destId="{80C845AB-D9E0-4A05-B87E-BDD61C81EA9C}" srcOrd="0" destOrd="1" presId="urn:microsoft.com/office/officeart/2005/8/layout/vList5"/>
    <dgm:cxn modelId="{6B6956EF-F143-4504-981B-22B0DED69021}" type="presOf" srcId="{B8D3921A-F13E-47BC-9F43-BAF837C16976}" destId="{1E8E9DAC-96FF-4783-A84E-502EF35BFB23}" srcOrd="0" destOrd="1" presId="urn:microsoft.com/office/officeart/2005/8/layout/vList5"/>
    <dgm:cxn modelId="{D2E4BEF6-DD7D-494D-9639-033E3FF5DAF5}" srcId="{304C5672-E7F4-48FD-806C-354AC592180F}" destId="{2B046816-1E39-447B-A8BE-83293B76BBBA}" srcOrd="0" destOrd="0" parTransId="{E2A061AB-B160-47D7-ABCF-051B10E07A9A}" sibTransId="{77C0F671-A51A-4158-9E57-52F56D0110F3}"/>
    <dgm:cxn modelId="{310D9FF7-4035-4C98-847E-70E245C24C29}" srcId="{93AD312C-0B81-46E1-A3C8-E2335500AB60}" destId="{5E26E8DE-34F6-4A90-BD8E-A41320582AC0}" srcOrd="5" destOrd="0" parTransId="{5B813197-053D-4ABD-9CB9-8D6E41D128F6}" sibTransId="{7772F0D8-28C8-4323-9470-DB66D4EF54B0}"/>
    <dgm:cxn modelId="{39BF34FA-A409-48DA-8988-6302A890CC5B}" type="presOf" srcId="{DD77B0E0-9A03-4F43-9ABB-18BED2D0FD74}" destId="{8D0FE3E4-2BC9-4019-B210-1219CB3A76CB}" srcOrd="0" destOrd="2" presId="urn:microsoft.com/office/officeart/2005/8/layout/vList5"/>
    <dgm:cxn modelId="{BFF473FB-8039-44E1-A12A-794934AA983B}" type="presOf" srcId="{A21CDA26-4465-43CC-A4FF-F8F3D4C9436D}" destId="{EAE32B10-E50B-4F40-96B4-9B2126511A90}" srcOrd="0" destOrd="0" presId="urn:microsoft.com/office/officeart/2005/8/layout/vList5"/>
    <dgm:cxn modelId="{6C8DC4FD-ED44-4410-A04E-F9456794F8B2}" srcId="{93AD312C-0B81-46E1-A3C8-E2335500AB60}" destId="{E2E8F8E3-01A0-4816-BF05-060EF6328CB7}" srcOrd="2" destOrd="0" parTransId="{9DAC1E04-4CC0-4627-808D-B78EE5EA7B9F}" sibTransId="{E5D6691E-CF64-4C01-B784-04B8F86CCE9B}"/>
    <dgm:cxn modelId="{7A76372B-F7EB-4ED6-9373-2EFDA213A3E2}" type="presParOf" srcId="{5D2D027D-58F9-4974-A84E-A8B547658952}" destId="{D284F9C1-1728-4497-B246-3D8940FC7E0B}" srcOrd="0" destOrd="0" presId="urn:microsoft.com/office/officeart/2005/8/layout/vList5"/>
    <dgm:cxn modelId="{BD6BF3ED-87CC-4CF2-B773-C2CFEB54ABEE}" type="presParOf" srcId="{D284F9C1-1728-4497-B246-3D8940FC7E0B}" destId="{B60FB389-34BA-4C3B-94AA-2CB1ECD0C67D}" srcOrd="0" destOrd="0" presId="urn:microsoft.com/office/officeart/2005/8/layout/vList5"/>
    <dgm:cxn modelId="{A8F5BB1D-9F1D-40F2-AE9B-283F4B8899B4}" type="presParOf" srcId="{D284F9C1-1728-4497-B246-3D8940FC7E0B}" destId="{80C845AB-D9E0-4A05-B87E-BDD61C81EA9C}" srcOrd="1" destOrd="0" presId="urn:microsoft.com/office/officeart/2005/8/layout/vList5"/>
    <dgm:cxn modelId="{B7D7F770-48BB-40CE-A471-0B90727E16F8}" type="presParOf" srcId="{5D2D027D-58F9-4974-A84E-A8B547658952}" destId="{2AFD7EDE-1132-4B26-B76C-778850C73A59}" srcOrd="1" destOrd="0" presId="urn:microsoft.com/office/officeart/2005/8/layout/vList5"/>
    <dgm:cxn modelId="{FA65E051-4A3E-4537-8638-BDA31FA28D08}" type="presParOf" srcId="{5D2D027D-58F9-4974-A84E-A8B547658952}" destId="{325F2EFA-68CC-4A2F-A207-3CE85AAF76BC}" srcOrd="2" destOrd="0" presId="urn:microsoft.com/office/officeart/2005/8/layout/vList5"/>
    <dgm:cxn modelId="{E1AC737F-DF99-4863-AED8-34161E52214C}" type="presParOf" srcId="{325F2EFA-68CC-4A2F-A207-3CE85AAF76BC}" destId="{9A28126A-3075-478D-88B0-020E23EF126A}" srcOrd="0" destOrd="0" presId="urn:microsoft.com/office/officeart/2005/8/layout/vList5"/>
    <dgm:cxn modelId="{BD929CA1-267A-4300-B0D2-BF0DD0F80D09}" type="presParOf" srcId="{325F2EFA-68CC-4A2F-A207-3CE85AAF76BC}" destId="{A559C5CD-B3B7-45AD-BFA4-2317EC69DD21}" srcOrd="1" destOrd="0" presId="urn:microsoft.com/office/officeart/2005/8/layout/vList5"/>
    <dgm:cxn modelId="{E7CFFF2A-4836-4437-B484-A13CDD81557A}" type="presParOf" srcId="{5D2D027D-58F9-4974-A84E-A8B547658952}" destId="{A2C749CB-D405-4262-AE1A-3EA7265600B3}" srcOrd="3" destOrd="0" presId="urn:microsoft.com/office/officeart/2005/8/layout/vList5"/>
    <dgm:cxn modelId="{A48F5E42-E7F2-4317-91D6-A0DCD5F49C26}" type="presParOf" srcId="{5D2D027D-58F9-4974-A84E-A8B547658952}" destId="{D8B5EA4F-0531-4B9A-9452-F724EBBCCAEF}" srcOrd="4" destOrd="0" presId="urn:microsoft.com/office/officeart/2005/8/layout/vList5"/>
    <dgm:cxn modelId="{1E64BA85-7CB8-456B-BD3D-17E2883B5075}" type="presParOf" srcId="{D8B5EA4F-0531-4B9A-9452-F724EBBCCAEF}" destId="{DC95F24F-707D-47F8-9C7B-9B93B286927F}" srcOrd="0" destOrd="0" presId="urn:microsoft.com/office/officeart/2005/8/layout/vList5"/>
    <dgm:cxn modelId="{B1A48257-F02B-4CCE-AB4C-52922A3F45AC}" type="presParOf" srcId="{D8B5EA4F-0531-4B9A-9452-F724EBBCCAEF}" destId="{69EFBF5E-7594-4405-90A0-9EDDD8A193F0}" srcOrd="1" destOrd="0" presId="urn:microsoft.com/office/officeart/2005/8/layout/vList5"/>
    <dgm:cxn modelId="{62765069-8300-4D85-8A12-2D5A516AAC8F}" type="presParOf" srcId="{5D2D027D-58F9-4974-A84E-A8B547658952}" destId="{EDA3CB50-ECB1-400A-81C9-BAA7505E838E}" srcOrd="5" destOrd="0" presId="urn:microsoft.com/office/officeart/2005/8/layout/vList5"/>
    <dgm:cxn modelId="{D6B6D404-4CFE-4172-B875-5333AE5BC50C}" type="presParOf" srcId="{5D2D027D-58F9-4974-A84E-A8B547658952}" destId="{BC493014-19FB-41B8-9B14-E3DE38DE46A4}" srcOrd="6" destOrd="0" presId="urn:microsoft.com/office/officeart/2005/8/layout/vList5"/>
    <dgm:cxn modelId="{62EFC16F-C9C0-4D80-BE10-647585C38DBC}" type="presParOf" srcId="{BC493014-19FB-41B8-9B14-E3DE38DE46A4}" destId="{EDD400D2-E07F-4CA5-86BD-8C7DAF86002A}" srcOrd="0" destOrd="0" presId="urn:microsoft.com/office/officeart/2005/8/layout/vList5"/>
    <dgm:cxn modelId="{7B689E86-4851-4A9F-81FA-92B4450F09D7}" type="presParOf" srcId="{BC493014-19FB-41B8-9B14-E3DE38DE46A4}" destId="{8D0FE3E4-2BC9-4019-B210-1219CB3A76CB}" srcOrd="1" destOrd="0" presId="urn:microsoft.com/office/officeart/2005/8/layout/vList5"/>
    <dgm:cxn modelId="{3CBD37CA-C768-4A93-8C33-188BFECA115B}" type="presParOf" srcId="{5D2D027D-58F9-4974-A84E-A8B547658952}" destId="{5B0E6BA0-1F29-4CE0-AFF1-58BBFC0DB0D5}" srcOrd="7" destOrd="0" presId="urn:microsoft.com/office/officeart/2005/8/layout/vList5"/>
    <dgm:cxn modelId="{C9A6A6F9-458F-44D0-85F9-F89BBF9EC794}" type="presParOf" srcId="{5D2D027D-58F9-4974-A84E-A8B547658952}" destId="{6B229C98-92B4-4D62-9C69-7C51B6DF6E03}" srcOrd="8" destOrd="0" presId="urn:microsoft.com/office/officeart/2005/8/layout/vList5"/>
    <dgm:cxn modelId="{A09118C7-EE58-4AC8-B58D-8BC08A562380}" type="presParOf" srcId="{6B229C98-92B4-4D62-9C69-7C51B6DF6E03}" destId="{BB634D9E-38EC-4C3B-9F2B-0EAAE53C7444}" srcOrd="0" destOrd="0" presId="urn:microsoft.com/office/officeart/2005/8/layout/vList5"/>
    <dgm:cxn modelId="{93F2A752-567F-4B99-86BD-0678CE522ECC}" type="presParOf" srcId="{6B229C98-92B4-4D62-9C69-7C51B6DF6E03}" destId="{1E8E9DAC-96FF-4783-A84E-502EF35BFB23}" srcOrd="1" destOrd="0" presId="urn:microsoft.com/office/officeart/2005/8/layout/vList5"/>
    <dgm:cxn modelId="{F56833A2-B4D5-4678-85B8-27D8794BD1BF}" type="presParOf" srcId="{5D2D027D-58F9-4974-A84E-A8B547658952}" destId="{B5D3EB3F-4863-40C2-9286-18AAA5A30B51}" srcOrd="9" destOrd="0" presId="urn:microsoft.com/office/officeart/2005/8/layout/vList5"/>
    <dgm:cxn modelId="{F263913A-7FA9-44A3-AAE3-001084EEBF7A}" type="presParOf" srcId="{5D2D027D-58F9-4974-A84E-A8B547658952}" destId="{BFBC5D28-71D6-4321-AEAF-AB5A67C64E47}" srcOrd="10" destOrd="0" presId="urn:microsoft.com/office/officeart/2005/8/layout/vList5"/>
    <dgm:cxn modelId="{61F94ED8-E434-4154-8532-B5D6A556AA6D}" type="presParOf" srcId="{BFBC5D28-71D6-4321-AEAF-AB5A67C64E47}" destId="{BBBBD1A4-8632-4920-B83E-03B5BF40AF0D}" srcOrd="0" destOrd="0" presId="urn:microsoft.com/office/officeart/2005/8/layout/vList5"/>
    <dgm:cxn modelId="{309ED9B0-83AB-4907-A880-2D1EF371CE50}" type="presParOf" srcId="{BFBC5D28-71D6-4321-AEAF-AB5A67C64E47}" destId="{79FFD5F7-56C1-4ED8-86F1-A0CBA52D406A}" srcOrd="1" destOrd="0" presId="urn:microsoft.com/office/officeart/2005/8/layout/vList5"/>
    <dgm:cxn modelId="{A3FD648C-5B70-46DD-AA0A-356FC41A0E81}" type="presParOf" srcId="{5D2D027D-58F9-4974-A84E-A8B547658952}" destId="{80FFAEB4-BE85-4281-AD17-5472FC451426}" srcOrd="11" destOrd="0" presId="urn:microsoft.com/office/officeart/2005/8/layout/vList5"/>
    <dgm:cxn modelId="{63B230CB-4171-4E85-8B70-D80B4BD8BB35}" type="presParOf" srcId="{5D2D027D-58F9-4974-A84E-A8B547658952}" destId="{DBBEB08E-D255-400C-8CA5-7ABD822A2EFE}" srcOrd="12" destOrd="0" presId="urn:microsoft.com/office/officeart/2005/8/layout/vList5"/>
    <dgm:cxn modelId="{CA25826A-6323-4BF5-ADB7-B1C7F69CE928}" type="presParOf" srcId="{DBBEB08E-D255-400C-8CA5-7ABD822A2EFE}" destId="{F2D18F70-DD2B-4935-A9DF-3798ABE9ED78}" srcOrd="0" destOrd="0" presId="urn:microsoft.com/office/officeart/2005/8/layout/vList5"/>
    <dgm:cxn modelId="{17AD3FA0-88CD-455B-9739-5F8FF6460AF5}" type="presParOf" srcId="{DBBEB08E-D255-400C-8CA5-7ABD822A2EFE}" destId="{EAE32B10-E50B-4F40-96B4-9B2126511A9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315A2F-DE0B-4A15-84E9-D4E9896AC151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4A49C54-2B15-4510-8EC0-70B3DFDBE390}">
      <dgm:prSet/>
      <dgm:spPr/>
      <dgm:t>
        <a:bodyPr/>
        <a:lstStyle/>
        <a:p>
          <a:r>
            <a:rPr lang="en-US" b="1" i="0"/>
            <a:t>Definition and Structure</a:t>
          </a:r>
          <a:r>
            <a:rPr lang="en-US" b="0" i="0"/>
            <a:t>:</a:t>
          </a:r>
          <a:endParaRPr lang="en-US"/>
        </a:p>
      </dgm:t>
    </dgm:pt>
    <dgm:pt modelId="{DBBC8187-7DAE-4735-AD17-007C15B29389}" type="parTrans" cxnId="{53518F2B-97E9-4C46-9AEE-32A85E9346F2}">
      <dgm:prSet/>
      <dgm:spPr/>
      <dgm:t>
        <a:bodyPr/>
        <a:lstStyle/>
        <a:p>
          <a:endParaRPr lang="en-US"/>
        </a:p>
      </dgm:t>
    </dgm:pt>
    <dgm:pt modelId="{BA31BFD8-DA41-487B-8E17-BFFDA17EB2AF}" type="sibTrans" cxnId="{53518F2B-97E9-4C46-9AEE-32A85E9346F2}">
      <dgm:prSet/>
      <dgm:spPr/>
      <dgm:t>
        <a:bodyPr/>
        <a:lstStyle/>
        <a:p>
          <a:endParaRPr lang="en-US"/>
        </a:p>
      </dgm:t>
    </dgm:pt>
    <dgm:pt modelId="{665BADE3-FF9C-432F-A560-083FA98A331C}">
      <dgm:prSet custT="1"/>
      <dgm:spPr/>
      <dgm:t>
        <a:bodyPr/>
        <a:lstStyle/>
        <a:p>
          <a:r>
            <a:rPr lang="en-US" sz="1200" b="1" i="0" dirty="0"/>
            <a:t>Decision tree classification: Constructing a tree from labeled training data (supervised learning).</a:t>
          </a:r>
          <a:endParaRPr lang="en-US" sz="1200" b="1" dirty="0"/>
        </a:p>
      </dgm:t>
    </dgm:pt>
    <dgm:pt modelId="{3D0A8A33-B7B3-4A8E-9B4F-ADF34C3DF861}" type="parTrans" cxnId="{B20F319E-4219-455D-97B5-B1AC68220FEA}">
      <dgm:prSet/>
      <dgm:spPr/>
      <dgm:t>
        <a:bodyPr/>
        <a:lstStyle/>
        <a:p>
          <a:endParaRPr lang="en-US"/>
        </a:p>
      </dgm:t>
    </dgm:pt>
    <dgm:pt modelId="{3DC22DB9-1C87-40AB-A9A5-EC6F019B945E}" type="sibTrans" cxnId="{B20F319E-4219-455D-97B5-B1AC68220FEA}">
      <dgm:prSet/>
      <dgm:spPr/>
      <dgm:t>
        <a:bodyPr/>
        <a:lstStyle/>
        <a:p>
          <a:endParaRPr lang="en-US"/>
        </a:p>
      </dgm:t>
    </dgm:pt>
    <dgm:pt modelId="{CC34E314-FFDB-4CCD-B4D3-DF0A48FA6722}">
      <dgm:prSet custT="1"/>
      <dgm:spPr/>
      <dgm:t>
        <a:bodyPr/>
        <a:lstStyle/>
        <a:p>
          <a:r>
            <a:rPr lang="en-US" sz="1200" b="1" i="0" dirty="0"/>
            <a:t>Tree components: Root node, children nodes, branches (test outcomes), leaf nodes (class labels).</a:t>
          </a:r>
          <a:endParaRPr lang="en-US" sz="1200" b="1" dirty="0"/>
        </a:p>
      </dgm:t>
    </dgm:pt>
    <dgm:pt modelId="{F5AA7476-9049-4FAC-9EFE-0119D7F74CB5}" type="parTrans" cxnId="{9568AEFC-F4C9-4ED3-8511-DA800E50D599}">
      <dgm:prSet/>
      <dgm:spPr/>
      <dgm:t>
        <a:bodyPr/>
        <a:lstStyle/>
        <a:p>
          <a:endParaRPr lang="en-US"/>
        </a:p>
      </dgm:t>
    </dgm:pt>
    <dgm:pt modelId="{A8474583-057B-47B8-8BE6-CB933F6AD3DC}" type="sibTrans" cxnId="{9568AEFC-F4C9-4ED3-8511-DA800E50D599}">
      <dgm:prSet/>
      <dgm:spPr/>
      <dgm:t>
        <a:bodyPr/>
        <a:lstStyle/>
        <a:p>
          <a:endParaRPr lang="en-US"/>
        </a:p>
      </dgm:t>
    </dgm:pt>
    <dgm:pt modelId="{DAA1E901-1AF4-47D9-AD13-E13DFE24980B}">
      <dgm:prSet/>
      <dgm:spPr/>
      <dgm:t>
        <a:bodyPr/>
        <a:lstStyle/>
        <a:p>
          <a:r>
            <a:rPr lang="en-US" b="1" i="0"/>
            <a:t>Algorithms and Metrics</a:t>
          </a:r>
          <a:r>
            <a:rPr lang="en-US" b="0" i="0"/>
            <a:t>:</a:t>
          </a:r>
          <a:endParaRPr lang="en-US"/>
        </a:p>
      </dgm:t>
    </dgm:pt>
    <dgm:pt modelId="{78112731-42D8-4E7A-B820-6E57833AA943}" type="parTrans" cxnId="{6C09C9C5-D3CF-4C77-9088-C5BDABDE9CEB}">
      <dgm:prSet/>
      <dgm:spPr/>
      <dgm:t>
        <a:bodyPr/>
        <a:lstStyle/>
        <a:p>
          <a:endParaRPr lang="en-US"/>
        </a:p>
      </dgm:t>
    </dgm:pt>
    <dgm:pt modelId="{698FA5C5-716F-403D-BB7B-E24D04D4C82E}" type="sibTrans" cxnId="{6C09C9C5-D3CF-4C77-9088-C5BDABDE9CEB}">
      <dgm:prSet/>
      <dgm:spPr/>
      <dgm:t>
        <a:bodyPr/>
        <a:lstStyle/>
        <a:p>
          <a:endParaRPr lang="en-US"/>
        </a:p>
      </dgm:t>
    </dgm:pt>
    <dgm:pt modelId="{2C1A331E-427A-4273-A93D-80CAB3915774}">
      <dgm:prSet custT="1"/>
      <dgm:spPr/>
      <dgm:t>
        <a:bodyPr/>
        <a:lstStyle/>
        <a:p>
          <a:r>
            <a:rPr lang="en-US" sz="1400" b="1" i="0" dirty="0"/>
            <a:t>Algorithm selection: Attributes at each node split the dataset.</a:t>
          </a:r>
          <a:endParaRPr lang="en-US" sz="1400" b="1" dirty="0"/>
        </a:p>
      </dgm:t>
    </dgm:pt>
    <dgm:pt modelId="{7A85BD40-691F-4AAC-961B-0F7784E6BDC8}" type="parTrans" cxnId="{78A17AEB-AAB7-4BF8-8CBB-B2AB133657A2}">
      <dgm:prSet/>
      <dgm:spPr/>
      <dgm:t>
        <a:bodyPr/>
        <a:lstStyle/>
        <a:p>
          <a:endParaRPr lang="en-US"/>
        </a:p>
      </dgm:t>
    </dgm:pt>
    <dgm:pt modelId="{F0F58C5E-2C0D-4803-B85E-16295EA658D4}" type="sibTrans" cxnId="{78A17AEB-AAB7-4BF8-8CBB-B2AB133657A2}">
      <dgm:prSet/>
      <dgm:spPr/>
      <dgm:t>
        <a:bodyPr/>
        <a:lstStyle/>
        <a:p>
          <a:endParaRPr lang="en-US"/>
        </a:p>
      </dgm:t>
    </dgm:pt>
    <dgm:pt modelId="{117B9C4F-9987-41B0-9B0C-94563C6C8C77}">
      <dgm:prSet custT="1"/>
      <dgm:spPr/>
      <dgm:t>
        <a:bodyPr/>
        <a:lstStyle/>
        <a:p>
          <a:r>
            <a:rPr lang="en-US" sz="1400" b="1" i="0" dirty="0"/>
            <a:t>Evaluation metrics: Gini index, information gain (entropy-based).</a:t>
          </a:r>
          <a:endParaRPr lang="en-US" sz="1400" b="1" dirty="0"/>
        </a:p>
      </dgm:t>
    </dgm:pt>
    <dgm:pt modelId="{904F9A92-FDB2-49E9-B6D1-BE0BB906FF76}" type="parTrans" cxnId="{28A9EA72-576C-4DDD-81A8-16A534FE7D07}">
      <dgm:prSet/>
      <dgm:spPr/>
      <dgm:t>
        <a:bodyPr/>
        <a:lstStyle/>
        <a:p>
          <a:endParaRPr lang="en-US"/>
        </a:p>
      </dgm:t>
    </dgm:pt>
    <dgm:pt modelId="{F97526DE-E019-4BE6-B427-37CBE420CA94}" type="sibTrans" cxnId="{28A9EA72-576C-4DDD-81A8-16A534FE7D07}">
      <dgm:prSet/>
      <dgm:spPr/>
      <dgm:t>
        <a:bodyPr/>
        <a:lstStyle/>
        <a:p>
          <a:endParaRPr lang="en-US"/>
        </a:p>
      </dgm:t>
    </dgm:pt>
    <dgm:pt modelId="{780C288A-CAF6-4FA4-B425-B7AE247AF923}">
      <dgm:prSet/>
      <dgm:spPr/>
      <dgm:t>
        <a:bodyPr/>
        <a:lstStyle/>
        <a:p>
          <a:r>
            <a:rPr lang="en-US" b="1" i="0"/>
            <a:t>Examples of Decision Tree Algorithms</a:t>
          </a:r>
          <a:r>
            <a:rPr lang="en-US" b="0" i="0"/>
            <a:t>:</a:t>
          </a:r>
          <a:endParaRPr lang="en-US"/>
        </a:p>
      </dgm:t>
    </dgm:pt>
    <dgm:pt modelId="{8F0A70C4-C10D-479B-B617-8E991B48DFC9}" type="parTrans" cxnId="{D61D71C2-AA2A-477A-BC0F-349BE5B7E340}">
      <dgm:prSet/>
      <dgm:spPr/>
      <dgm:t>
        <a:bodyPr/>
        <a:lstStyle/>
        <a:p>
          <a:endParaRPr lang="en-US"/>
        </a:p>
      </dgm:t>
    </dgm:pt>
    <dgm:pt modelId="{50809070-1DE4-48C1-A8A8-F5A30C3F1A62}" type="sibTrans" cxnId="{D61D71C2-AA2A-477A-BC0F-349BE5B7E340}">
      <dgm:prSet/>
      <dgm:spPr/>
      <dgm:t>
        <a:bodyPr/>
        <a:lstStyle/>
        <a:p>
          <a:endParaRPr lang="en-US"/>
        </a:p>
      </dgm:t>
    </dgm:pt>
    <dgm:pt modelId="{74B33E97-783F-4DEF-8F4D-D3AA43F541B6}">
      <dgm:prSet custT="1"/>
      <dgm:spPr/>
      <dgm:t>
        <a:bodyPr/>
        <a:lstStyle/>
        <a:p>
          <a:r>
            <a:rPr lang="en-US" sz="2000" b="0" i="0" dirty="0"/>
            <a:t>ID3, C4.5, CART, CHAID, MARS.</a:t>
          </a:r>
          <a:endParaRPr lang="en-US" sz="2000" dirty="0"/>
        </a:p>
      </dgm:t>
    </dgm:pt>
    <dgm:pt modelId="{C34BD74C-D0E1-4222-89C9-F9C1E067A3BF}" type="parTrans" cxnId="{318DE1E5-045F-4587-957B-DE0AA96C55CD}">
      <dgm:prSet/>
      <dgm:spPr/>
      <dgm:t>
        <a:bodyPr/>
        <a:lstStyle/>
        <a:p>
          <a:endParaRPr lang="en-US"/>
        </a:p>
      </dgm:t>
    </dgm:pt>
    <dgm:pt modelId="{6605DE0E-B7DD-4007-8621-D492CEC0DEFA}" type="sibTrans" cxnId="{318DE1E5-045F-4587-957B-DE0AA96C55CD}">
      <dgm:prSet/>
      <dgm:spPr/>
      <dgm:t>
        <a:bodyPr/>
        <a:lstStyle/>
        <a:p>
          <a:endParaRPr lang="en-US"/>
        </a:p>
      </dgm:t>
    </dgm:pt>
    <dgm:pt modelId="{60B091A0-12CA-4E88-94DC-0166DFE94DEE}">
      <dgm:prSet/>
      <dgm:spPr/>
      <dgm:t>
        <a:bodyPr/>
        <a:lstStyle/>
        <a:p>
          <a:r>
            <a:rPr lang="en-US" b="1" i="0"/>
            <a:t>Implementation Approaches</a:t>
          </a:r>
          <a:r>
            <a:rPr lang="en-US" b="0" i="0"/>
            <a:t>:</a:t>
          </a:r>
          <a:endParaRPr lang="en-US"/>
        </a:p>
      </dgm:t>
    </dgm:pt>
    <dgm:pt modelId="{94A685BE-CE6C-4428-B32D-4064778CCAE8}" type="parTrans" cxnId="{9CC6E4FA-7454-4605-8C3D-8001C611132A}">
      <dgm:prSet/>
      <dgm:spPr/>
      <dgm:t>
        <a:bodyPr/>
        <a:lstStyle/>
        <a:p>
          <a:endParaRPr lang="en-US"/>
        </a:p>
      </dgm:t>
    </dgm:pt>
    <dgm:pt modelId="{66DCEA52-19FE-43B8-B51C-06639080D7C2}" type="sibTrans" cxnId="{9CC6E4FA-7454-4605-8C3D-8001C611132A}">
      <dgm:prSet/>
      <dgm:spPr/>
      <dgm:t>
        <a:bodyPr/>
        <a:lstStyle/>
        <a:p>
          <a:endParaRPr lang="en-US"/>
        </a:p>
      </dgm:t>
    </dgm:pt>
    <dgm:pt modelId="{1E4D1922-B060-4B23-9CE3-518BA494FE87}">
      <dgm:prSet custT="1"/>
      <dgm:spPr/>
      <dgm:t>
        <a:bodyPr/>
        <a:lstStyle/>
        <a:p>
          <a:r>
            <a:rPr lang="en-US" sz="1400" b="1" i="0"/>
            <a:t>Software-Based Tools</a:t>
          </a:r>
          <a:r>
            <a:rPr lang="en-US" sz="1400" b="0" i="0"/>
            <a:t>: Utilize existing software libraries.</a:t>
          </a:r>
          <a:endParaRPr lang="en-US" sz="1400"/>
        </a:p>
      </dgm:t>
    </dgm:pt>
    <dgm:pt modelId="{96AD4518-C16B-4F1B-B5C4-EB7EFE94EDF8}" type="parTrans" cxnId="{EED5673E-8C9F-4F5F-9393-8AA00E1D822F}">
      <dgm:prSet/>
      <dgm:spPr/>
      <dgm:t>
        <a:bodyPr/>
        <a:lstStyle/>
        <a:p>
          <a:endParaRPr lang="en-US"/>
        </a:p>
      </dgm:t>
    </dgm:pt>
    <dgm:pt modelId="{13DA2765-E2E2-49D6-9FF8-E3095DF3C8EA}" type="sibTrans" cxnId="{EED5673E-8C9F-4F5F-9393-8AA00E1D822F}">
      <dgm:prSet/>
      <dgm:spPr/>
      <dgm:t>
        <a:bodyPr/>
        <a:lstStyle/>
        <a:p>
          <a:endParaRPr lang="en-US"/>
        </a:p>
      </dgm:t>
    </dgm:pt>
    <dgm:pt modelId="{F0771075-80EF-4528-8888-6CF6083CB183}">
      <dgm:prSet custT="1"/>
      <dgm:spPr/>
      <dgm:t>
        <a:bodyPr/>
        <a:lstStyle/>
        <a:p>
          <a:r>
            <a:rPr lang="en-US" sz="1400" b="1" i="0" dirty="0"/>
            <a:t>Hardware Design</a:t>
          </a:r>
          <a:r>
            <a:rPr lang="en-US" sz="1400" b="0" i="0" dirty="0"/>
            <a:t>: Structural implementation with modules.</a:t>
          </a:r>
          <a:endParaRPr lang="en-US" sz="1400" dirty="0"/>
        </a:p>
      </dgm:t>
    </dgm:pt>
    <dgm:pt modelId="{A780B6C1-5DBB-4821-9029-F21ED6981758}" type="parTrans" cxnId="{777B4B33-B76C-448E-AECA-C0A4725D8FBD}">
      <dgm:prSet/>
      <dgm:spPr/>
      <dgm:t>
        <a:bodyPr/>
        <a:lstStyle/>
        <a:p>
          <a:endParaRPr lang="en-US"/>
        </a:p>
      </dgm:t>
    </dgm:pt>
    <dgm:pt modelId="{89BA50CB-C96E-42A9-8157-008E2FC1AC3B}" type="sibTrans" cxnId="{777B4B33-B76C-448E-AECA-C0A4725D8FBD}">
      <dgm:prSet/>
      <dgm:spPr/>
      <dgm:t>
        <a:bodyPr/>
        <a:lstStyle/>
        <a:p>
          <a:endParaRPr lang="en-US"/>
        </a:p>
      </dgm:t>
    </dgm:pt>
    <dgm:pt modelId="{B6096401-D202-485C-AE70-E5E6690E75A6}">
      <dgm:prSet custT="1"/>
      <dgm:spPr/>
      <dgm:t>
        <a:bodyPr/>
        <a:lstStyle/>
        <a:p>
          <a:r>
            <a:rPr lang="en-US" sz="1400" b="1" i="0" dirty="0"/>
            <a:t>Hardware-Software Co-Design</a:t>
          </a:r>
          <a:r>
            <a:rPr lang="en-US" sz="1400" b="0" i="0" dirty="0"/>
            <a:t>: Concurrency, recursive functions.</a:t>
          </a:r>
          <a:endParaRPr lang="en-US" sz="1400" dirty="0"/>
        </a:p>
      </dgm:t>
    </dgm:pt>
    <dgm:pt modelId="{5EA90728-F1E0-4510-80E9-B12B4C5B61BA}" type="parTrans" cxnId="{31EDE325-D678-439E-85DE-2596DD90D474}">
      <dgm:prSet/>
      <dgm:spPr/>
      <dgm:t>
        <a:bodyPr/>
        <a:lstStyle/>
        <a:p>
          <a:endParaRPr lang="en-US"/>
        </a:p>
      </dgm:t>
    </dgm:pt>
    <dgm:pt modelId="{C028F3E6-CC0B-4DFC-AB8C-326E1A5E9FF4}" type="sibTrans" cxnId="{31EDE325-D678-439E-85DE-2596DD90D474}">
      <dgm:prSet/>
      <dgm:spPr/>
      <dgm:t>
        <a:bodyPr/>
        <a:lstStyle/>
        <a:p>
          <a:endParaRPr lang="en-US"/>
        </a:p>
      </dgm:t>
    </dgm:pt>
    <dgm:pt modelId="{C10D5C6B-CCB9-4BB8-B6EB-0F961EBD3A83}">
      <dgm:prSet/>
      <dgm:spPr/>
      <dgm:t>
        <a:bodyPr/>
        <a:lstStyle/>
        <a:p>
          <a:r>
            <a:rPr lang="en-US" b="1" i="0" dirty="0"/>
            <a:t>Hybrid Classification Engineering</a:t>
          </a:r>
          <a:r>
            <a:rPr lang="en-US" b="0" i="0" dirty="0"/>
            <a:t>:</a:t>
          </a:r>
          <a:endParaRPr lang="en-US" dirty="0"/>
        </a:p>
      </dgm:t>
    </dgm:pt>
    <dgm:pt modelId="{66F4DE7F-9734-4AC3-856E-E58929377379}" type="parTrans" cxnId="{E5A70F41-3588-4CC6-8EB5-7AD6113ED46F}">
      <dgm:prSet/>
      <dgm:spPr/>
      <dgm:t>
        <a:bodyPr/>
        <a:lstStyle/>
        <a:p>
          <a:endParaRPr lang="en-US"/>
        </a:p>
      </dgm:t>
    </dgm:pt>
    <dgm:pt modelId="{08072210-02B9-4AA0-8266-3EECB5D18861}" type="sibTrans" cxnId="{E5A70F41-3588-4CC6-8EB5-7AD6113ED46F}">
      <dgm:prSet/>
      <dgm:spPr/>
      <dgm:t>
        <a:bodyPr/>
        <a:lstStyle/>
        <a:p>
          <a:endParaRPr lang="en-US"/>
        </a:p>
      </dgm:t>
    </dgm:pt>
    <dgm:pt modelId="{F3CE8AEA-2CA4-468F-B378-7A71FA7AA41A}">
      <dgm:prSet custT="1"/>
      <dgm:spPr/>
      <dgm:t>
        <a:bodyPr/>
        <a:lstStyle/>
        <a:p>
          <a:r>
            <a:rPr lang="en-US" sz="1400" b="0" i="0" dirty="0"/>
            <a:t>Combine CPU and FPGA shared memory.</a:t>
          </a:r>
          <a:endParaRPr lang="en-US" sz="1400" dirty="0"/>
        </a:p>
      </dgm:t>
    </dgm:pt>
    <dgm:pt modelId="{F71E2670-6C7F-4C5D-8D16-840F2A20C8FE}" type="parTrans" cxnId="{6334EFA9-DEDA-4DB2-B6A6-D41835B8BFE9}">
      <dgm:prSet/>
      <dgm:spPr/>
      <dgm:t>
        <a:bodyPr/>
        <a:lstStyle/>
        <a:p>
          <a:endParaRPr lang="en-US"/>
        </a:p>
      </dgm:t>
    </dgm:pt>
    <dgm:pt modelId="{B0E48717-C24A-45B8-B759-762E7F02665C}" type="sibTrans" cxnId="{6334EFA9-DEDA-4DB2-B6A6-D41835B8BFE9}">
      <dgm:prSet/>
      <dgm:spPr/>
      <dgm:t>
        <a:bodyPr/>
        <a:lstStyle/>
        <a:p>
          <a:endParaRPr lang="en-US"/>
        </a:p>
      </dgm:t>
    </dgm:pt>
    <dgm:pt modelId="{20C42FA4-72EF-4CE3-81BF-3BC235A334E7}">
      <dgm:prSet custT="1"/>
      <dgm:spPr/>
      <dgm:t>
        <a:bodyPr/>
        <a:lstStyle/>
        <a:p>
          <a:r>
            <a:rPr lang="en-US" sz="1400" b="0" i="0" dirty="0"/>
            <a:t>Address limitations of on-chip FPGA memory for large ensembles and deep trees.</a:t>
          </a:r>
          <a:endParaRPr lang="en-US" sz="1400" dirty="0"/>
        </a:p>
      </dgm:t>
    </dgm:pt>
    <dgm:pt modelId="{6A2607FE-A78B-4EF5-9503-6DA7BCC9DB25}" type="parTrans" cxnId="{F4A0686A-8D93-40BB-BAF2-B3CD4FEB9AA0}">
      <dgm:prSet/>
      <dgm:spPr/>
      <dgm:t>
        <a:bodyPr/>
        <a:lstStyle/>
        <a:p>
          <a:endParaRPr lang="en-US"/>
        </a:p>
      </dgm:t>
    </dgm:pt>
    <dgm:pt modelId="{12DF80E7-170D-4166-BF04-65F889F47AAB}" type="sibTrans" cxnId="{F4A0686A-8D93-40BB-BAF2-B3CD4FEB9AA0}">
      <dgm:prSet/>
      <dgm:spPr/>
      <dgm:t>
        <a:bodyPr/>
        <a:lstStyle/>
        <a:p>
          <a:endParaRPr lang="en-US"/>
        </a:p>
      </dgm:t>
    </dgm:pt>
    <dgm:pt modelId="{A08FAB3D-204E-4CBB-83AF-A7D3E16AA54C}">
      <dgm:prSet/>
      <dgm:spPr/>
      <dgm:t>
        <a:bodyPr/>
        <a:lstStyle/>
        <a:p>
          <a:r>
            <a:rPr lang="en-US" b="1" i="0"/>
            <a:t>Challenges and Research Gaps</a:t>
          </a:r>
          <a:r>
            <a:rPr lang="en-US" b="0" i="0"/>
            <a:t>:</a:t>
          </a:r>
          <a:endParaRPr lang="en-US"/>
        </a:p>
      </dgm:t>
    </dgm:pt>
    <dgm:pt modelId="{C718A023-7CE9-43ED-9A69-2F011BBF5426}" type="parTrans" cxnId="{99226E2E-42BF-4F5E-8D80-AC2495C47ACF}">
      <dgm:prSet/>
      <dgm:spPr/>
      <dgm:t>
        <a:bodyPr/>
        <a:lstStyle/>
        <a:p>
          <a:endParaRPr lang="en-US"/>
        </a:p>
      </dgm:t>
    </dgm:pt>
    <dgm:pt modelId="{1E0D1F6B-544E-49A4-9F1E-28DC4BD4485D}" type="sibTrans" cxnId="{99226E2E-42BF-4F5E-8D80-AC2495C47ACF}">
      <dgm:prSet/>
      <dgm:spPr/>
      <dgm:t>
        <a:bodyPr/>
        <a:lstStyle/>
        <a:p>
          <a:endParaRPr lang="en-US"/>
        </a:p>
      </dgm:t>
    </dgm:pt>
    <dgm:pt modelId="{506EDB1D-462F-48B0-A9BF-5FA0D22049AC}">
      <dgm:prSet custT="1"/>
      <dgm:spPr/>
      <dgm:t>
        <a:bodyPr/>
        <a:lstStyle/>
        <a:p>
          <a:r>
            <a:rPr lang="en-US" sz="1400" b="0" i="0"/>
            <a:t>Lack of FPGA design details hinders replication and understanding.</a:t>
          </a:r>
          <a:endParaRPr lang="en-US" sz="1400"/>
        </a:p>
      </dgm:t>
    </dgm:pt>
    <dgm:pt modelId="{3BD00B5F-EB34-4324-A53E-B1A33BFF3162}" type="parTrans" cxnId="{BD9E42AA-C486-4706-9A75-F2CE63403D0E}">
      <dgm:prSet/>
      <dgm:spPr/>
      <dgm:t>
        <a:bodyPr/>
        <a:lstStyle/>
        <a:p>
          <a:endParaRPr lang="en-US"/>
        </a:p>
      </dgm:t>
    </dgm:pt>
    <dgm:pt modelId="{43276548-9BCF-4373-AE71-35AE61AAA49B}" type="sibTrans" cxnId="{BD9E42AA-C486-4706-9A75-F2CE63403D0E}">
      <dgm:prSet/>
      <dgm:spPr/>
      <dgm:t>
        <a:bodyPr/>
        <a:lstStyle/>
        <a:p>
          <a:endParaRPr lang="en-US"/>
        </a:p>
      </dgm:t>
    </dgm:pt>
    <dgm:pt modelId="{49D6A6D7-2340-4B83-A19E-94EAA0890697}">
      <dgm:prSet custT="1"/>
      <dgm:spPr/>
      <dgm:t>
        <a:bodyPr/>
        <a:lstStyle/>
        <a:p>
          <a:r>
            <a:rPr lang="en-US" sz="1400" b="0" i="0" dirty="0"/>
            <a:t>Missing performance evaluation (latency, area overhead, power consumption).</a:t>
          </a:r>
          <a:endParaRPr lang="en-US" sz="1400" dirty="0"/>
        </a:p>
      </dgm:t>
    </dgm:pt>
    <dgm:pt modelId="{60B40B77-D04D-418C-816E-D3B0B2C387FA}" type="parTrans" cxnId="{0E66C22D-5DC1-4868-AB8E-49A5DCEB44FD}">
      <dgm:prSet/>
      <dgm:spPr/>
      <dgm:t>
        <a:bodyPr/>
        <a:lstStyle/>
        <a:p>
          <a:endParaRPr lang="en-US"/>
        </a:p>
      </dgm:t>
    </dgm:pt>
    <dgm:pt modelId="{7D080302-1890-463A-98C3-DE84463ED9A9}" type="sibTrans" cxnId="{0E66C22D-5DC1-4868-AB8E-49A5DCEB44FD}">
      <dgm:prSet/>
      <dgm:spPr/>
      <dgm:t>
        <a:bodyPr/>
        <a:lstStyle/>
        <a:p>
          <a:endParaRPr lang="en-US"/>
        </a:p>
      </dgm:t>
    </dgm:pt>
    <dgm:pt modelId="{8D1C5755-DAE7-4259-9233-F64F118FF29B}" type="pres">
      <dgm:prSet presAssocID="{19315A2F-DE0B-4A15-84E9-D4E9896AC151}" presName="Name0" presStyleCnt="0">
        <dgm:presLayoutVars>
          <dgm:dir/>
          <dgm:animLvl val="lvl"/>
          <dgm:resizeHandles val="exact"/>
        </dgm:presLayoutVars>
      </dgm:prSet>
      <dgm:spPr/>
    </dgm:pt>
    <dgm:pt modelId="{AD43807E-EE6C-41D5-B59A-955B6618CAD2}" type="pres">
      <dgm:prSet presAssocID="{34A49C54-2B15-4510-8EC0-70B3DFDBE390}" presName="linNode" presStyleCnt="0"/>
      <dgm:spPr/>
    </dgm:pt>
    <dgm:pt modelId="{E6708632-E201-43D9-B7FC-52CEA0BE755E}" type="pres">
      <dgm:prSet presAssocID="{34A49C54-2B15-4510-8EC0-70B3DFDBE390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69D82987-4BB6-4562-80E5-1C0E0A0A863A}" type="pres">
      <dgm:prSet presAssocID="{34A49C54-2B15-4510-8EC0-70B3DFDBE390}" presName="descendantText" presStyleLbl="alignAccFollowNode1" presStyleIdx="0" presStyleCnt="6">
        <dgm:presLayoutVars>
          <dgm:bulletEnabled val="1"/>
        </dgm:presLayoutVars>
      </dgm:prSet>
      <dgm:spPr/>
    </dgm:pt>
    <dgm:pt modelId="{7220F2D7-CEE8-44E5-8E0B-2EEEE29DF7A6}" type="pres">
      <dgm:prSet presAssocID="{BA31BFD8-DA41-487B-8E17-BFFDA17EB2AF}" presName="sp" presStyleCnt="0"/>
      <dgm:spPr/>
    </dgm:pt>
    <dgm:pt modelId="{C7EA3F87-8790-475D-9D0A-040F6081BAA8}" type="pres">
      <dgm:prSet presAssocID="{DAA1E901-1AF4-47D9-AD13-E13DFE24980B}" presName="linNode" presStyleCnt="0"/>
      <dgm:spPr/>
    </dgm:pt>
    <dgm:pt modelId="{2B139685-5C00-4AF5-B91F-ACEEC635AEC3}" type="pres">
      <dgm:prSet presAssocID="{DAA1E901-1AF4-47D9-AD13-E13DFE24980B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CFAB2088-6A06-424A-9A36-4102720A71DF}" type="pres">
      <dgm:prSet presAssocID="{DAA1E901-1AF4-47D9-AD13-E13DFE24980B}" presName="descendantText" presStyleLbl="alignAccFollowNode1" presStyleIdx="1" presStyleCnt="6">
        <dgm:presLayoutVars>
          <dgm:bulletEnabled val="1"/>
        </dgm:presLayoutVars>
      </dgm:prSet>
      <dgm:spPr/>
    </dgm:pt>
    <dgm:pt modelId="{F17760F6-E916-4ED3-AD09-A5A998D8F234}" type="pres">
      <dgm:prSet presAssocID="{698FA5C5-716F-403D-BB7B-E24D04D4C82E}" presName="sp" presStyleCnt="0"/>
      <dgm:spPr/>
    </dgm:pt>
    <dgm:pt modelId="{4C62CA2B-F9EE-43E6-9ED0-6D723D4DCDED}" type="pres">
      <dgm:prSet presAssocID="{780C288A-CAF6-4FA4-B425-B7AE247AF923}" presName="linNode" presStyleCnt="0"/>
      <dgm:spPr/>
    </dgm:pt>
    <dgm:pt modelId="{38A35383-BA12-4C90-9E09-CC3C33ABE5C7}" type="pres">
      <dgm:prSet presAssocID="{780C288A-CAF6-4FA4-B425-B7AE247AF923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14E746EA-7294-41B3-A955-15CA55ECDB63}" type="pres">
      <dgm:prSet presAssocID="{780C288A-CAF6-4FA4-B425-B7AE247AF923}" presName="descendantText" presStyleLbl="alignAccFollowNode1" presStyleIdx="2" presStyleCnt="6" custLinFactNeighborX="948" custLinFactNeighborY="15421">
        <dgm:presLayoutVars>
          <dgm:bulletEnabled val="1"/>
        </dgm:presLayoutVars>
      </dgm:prSet>
      <dgm:spPr/>
    </dgm:pt>
    <dgm:pt modelId="{F0DD088F-6D5D-4F7F-A702-7045AF1B3E1D}" type="pres">
      <dgm:prSet presAssocID="{50809070-1DE4-48C1-A8A8-F5A30C3F1A62}" presName="sp" presStyleCnt="0"/>
      <dgm:spPr/>
    </dgm:pt>
    <dgm:pt modelId="{C6E6EAF5-F8A0-406C-BFC8-172E3E1F838C}" type="pres">
      <dgm:prSet presAssocID="{60B091A0-12CA-4E88-94DC-0166DFE94DEE}" presName="linNode" presStyleCnt="0"/>
      <dgm:spPr/>
    </dgm:pt>
    <dgm:pt modelId="{B1D8D937-F4BD-42CF-A087-2866C181ABDD}" type="pres">
      <dgm:prSet presAssocID="{60B091A0-12CA-4E88-94DC-0166DFE94DEE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021A75E9-823E-4487-A234-64381F76106D}" type="pres">
      <dgm:prSet presAssocID="{60B091A0-12CA-4E88-94DC-0166DFE94DEE}" presName="descendantText" presStyleLbl="alignAccFollowNode1" presStyleIdx="3" presStyleCnt="6">
        <dgm:presLayoutVars>
          <dgm:bulletEnabled val="1"/>
        </dgm:presLayoutVars>
      </dgm:prSet>
      <dgm:spPr/>
    </dgm:pt>
    <dgm:pt modelId="{313B8C4C-72C4-4B74-9907-014FEC93A5C6}" type="pres">
      <dgm:prSet presAssocID="{66DCEA52-19FE-43B8-B51C-06639080D7C2}" presName="sp" presStyleCnt="0"/>
      <dgm:spPr/>
    </dgm:pt>
    <dgm:pt modelId="{3A4091E9-CCB9-4172-A319-A59124C8C79E}" type="pres">
      <dgm:prSet presAssocID="{C10D5C6B-CCB9-4BB8-B6EB-0F961EBD3A83}" presName="linNode" presStyleCnt="0"/>
      <dgm:spPr/>
    </dgm:pt>
    <dgm:pt modelId="{01663CD2-11F4-487D-90B8-334D0FC89814}" type="pres">
      <dgm:prSet presAssocID="{C10D5C6B-CCB9-4BB8-B6EB-0F961EBD3A83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04C6E285-4ACC-4649-A058-ECF6A2FEED96}" type="pres">
      <dgm:prSet presAssocID="{C10D5C6B-CCB9-4BB8-B6EB-0F961EBD3A83}" presName="descendantText" presStyleLbl="alignAccFollowNode1" presStyleIdx="4" presStyleCnt="6">
        <dgm:presLayoutVars>
          <dgm:bulletEnabled val="1"/>
        </dgm:presLayoutVars>
      </dgm:prSet>
      <dgm:spPr/>
    </dgm:pt>
    <dgm:pt modelId="{114A31AD-07E3-4F96-8CFD-08C7E5486781}" type="pres">
      <dgm:prSet presAssocID="{08072210-02B9-4AA0-8266-3EECB5D18861}" presName="sp" presStyleCnt="0"/>
      <dgm:spPr/>
    </dgm:pt>
    <dgm:pt modelId="{E3942CE7-63C8-4B74-95CE-9CC85AEBB194}" type="pres">
      <dgm:prSet presAssocID="{A08FAB3D-204E-4CBB-83AF-A7D3E16AA54C}" presName="linNode" presStyleCnt="0"/>
      <dgm:spPr/>
    </dgm:pt>
    <dgm:pt modelId="{6A0824A1-24FE-467F-A176-9A89A25DD0E7}" type="pres">
      <dgm:prSet presAssocID="{A08FAB3D-204E-4CBB-83AF-A7D3E16AA54C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C89B1540-9DF7-44FE-8CC9-7D6EB623B72A}" type="pres">
      <dgm:prSet presAssocID="{A08FAB3D-204E-4CBB-83AF-A7D3E16AA54C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9B199F12-F248-4FED-9818-C025990B62A5}" type="presOf" srcId="{117B9C4F-9987-41B0-9B0C-94563C6C8C77}" destId="{CFAB2088-6A06-424A-9A36-4102720A71DF}" srcOrd="0" destOrd="1" presId="urn:microsoft.com/office/officeart/2005/8/layout/vList5"/>
    <dgm:cxn modelId="{E7FED01A-0ED0-432B-B334-2F0A5A0576DD}" type="presOf" srcId="{2C1A331E-427A-4273-A93D-80CAB3915774}" destId="{CFAB2088-6A06-424A-9A36-4102720A71DF}" srcOrd="0" destOrd="0" presId="urn:microsoft.com/office/officeart/2005/8/layout/vList5"/>
    <dgm:cxn modelId="{041D3922-8638-41F4-8FBE-32744517677D}" type="presOf" srcId="{F0771075-80EF-4528-8888-6CF6083CB183}" destId="{021A75E9-823E-4487-A234-64381F76106D}" srcOrd="0" destOrd="1" presId="urn:microsoft.com/office/officeart/2005/8/layout/vList5"/>
    <dgm:cxn modelId="{81895F25-2906-4E27-9CAB-5F3AAE36E087}" type="presOf" srcId="{780C288A-CAF6-4FA4-B425-B7AE247AF923}" destId="{38A35383-BA12-4C90-9E09-CC3C33ABE5C7}" srcOrd="0" destOrd="0" presId="urn:microsoft.com/office/officeart/2005/8/layout/vList5"/>
    <dgm:cxn modelId="{31EDE325-D678-439E-85DE-2596DD90D474}" srcId="{60B091A0-12CA-4E88-94DC-0166DFE94DEE}" destId="{B6096401-D202-485C-AE70-E5E6690E75A6}" srcOrd="2" destOrd="0" parTransId="{5EA90728-F1E0-4510-80E9-B12B4C5B61BA}" sibTransId="{C028F3E6-CC0B-4DFC-AB8C-326E1A5E9FF4}"/>
    <dgm:cxn modelId="{53518F2B-97E9-4C46-9AEE-32A85E9346F2}" srcId="{19315A2F-DE0B-4A15-84E9-D4E9896AC151}" destId="{34A49C54-2B15-4510-8EC0-70B3DFDBE390}" srcOrd="0" destOrd="0" parTransId="{DBBC8187-7DAE-4735-AD17-007C15B29389}" sibTransId="{BA31BFD8-DA41-487B-8E17-BFFDA17EB2AF}"/>
    <dgm:cxn modelId="{0E66C22D-5DC1-4868-AB8E-49A5DCEB44FD}" srcId="{A08FAB3D-204E-4CBB-83AF-A7D3E16AA54C}" destId="{49D6A6D7-2340-4B83-A19E-94EAA0890697}" srcOrd="1" destOrd="0" parTransId="{60B40B77-D04D-418C-816E-D3B0B2C387FA}" sibTransId="{7D080302-1890-463A-98C3-DE84463ED9A9}"/>
    <dgm:cxn modelId="{99226E2E-42BF-4F5E-8D80-AC2495C47ACF}" srcId="{19315A2F-DE0B-4A15-84E9-D4E9896AC151}" destId="{A08FAB3D-204E-4CBB-83AF-A7D3E16AA54C}" srcOrd="5" destOrd="0" parTransId="{C718A023-7CE9-43ED-9A69-2F011BBF5426}" sibTransId="{1E0D1F6B-544E-49A4-9F1E-28DC4BD4485D}"/>
    <dgm:cxn modelId="{22E24131-0B33-4DAE-8E4C-37818D3F664F}" type="presOf" srcId="{34A49C54-2B15-4510-8EC0-70B3DFDBE390}" destId="{E6708632-E201-43D9-B7FC-52CEA0BE755E}" srcOrd="0" destOrd="0" presId="urn:microsoft.com/office/officeart/2005/8/layout/vList5"/>
    <dgm:cxn modelId="{777B4B33-B76C-448E-AECA-C0A4725D8FBD}" srcId="{60B091A0-12CA-4E88-94DC-0166DFE94DEE}" destId="{F0771075-80EF-4528-8888-6CF6083CB183}" srcOrd="1" destOrd="0" parTransId="{A780B6C1-5DBB-4821-9029-F21ED6981758}" sibTransId="{89BA50CB-C96E-42A9-8157-008E2FC1AC3B}"/>
    <dgm:cxn modelId="{4D038937-4779-437D-B2B9-44910E333E21}" type="presOf" srcId="{A08FAB3D-204E-4CBB-83AF-A7D3E16AA54C}" destId="{6A0824A1-24FE-467F-A176-9A89A25DD0E7}" srcOrd="0" destOrd="0" presId="urn:microsoft.com/office/officeart/2005/8/layout/vList5"/>
    <dgm:cxn modelId="{4C474338-B169-467B-8F51-BE9A0B08110B}" type="presOf" srcId="{F3CE8AEA-2CA4-468F-B378-7A71FA7AA41A}" destId="{04C6E285-4ACC-4649-A058-ECF6A2FEED96}" srcOrd="0" destOrd="0" presId="urn:microsoft.com/office/officeart/2005/8/layout/vList5"/>
    <dgm:cxn modelId="{EED5673E-8C9F-4F5F-9393-8AA00E1D822F}" srcId="{60B091A0-12CA-4E88-94DC-0166DFE94DEE}" destId="{1E4D1922-B060-4B23-9CE3-518BA494FE87}" srcOrd="0" destOrd="0" parTransId="{96AD4518-C16B-4F1B-B5C4-EB7EFE94EDF8}" sibTransId="{13DA2765-E2E2-49D6-9FF8-E3095DF3C8EA}"/>
    <dgm:cxn modelId="{E5A70F41-3588-4CC6-8EB5-7AD6113ED46F}" srcId="{19315A2F-DE0B-4A15-84E9-D4E9896AC151}" destId="{C10D5C6B-CCB9-4BB8-B6EB-0F961EBD3A83}" srcOrd="4" destOrd="0" parTransId="{66F4DE7F-9734-4AC3-856E-E58929377379}" sibTransId="{08072210-02B9-4AA0-8266-3EECB5D18861}"/>
    <dgm:cxn modelId="{71630645-388F-4167-AB1B-EC8B5F239E5F}" type="presOf" srcId="{1E4D1922-B060-4B23-9CE3-518BA494FE87}" destId="{021A75E9-823E-4487-A234-64381F76106D}" srcOrd="0" destOrd="0" presId="urn:microsoft.com/office/officeart/2005/8/layout/vList5"/>
    <dgm:cxn modelId="{97008367-A9CF-4E10-AB44-A105128D6D3E}" type="presOf" srcId="{60B091A0-12CA-4E88-94DC-0166DFE94DEE}" destId="{B1D8D937-F4BD-42CF-A087-2866C181ABDD}" srcOrd="0" destOrd="0" presId="urn:microsoft.com/office/officeart/2005/8/layout/vList5"/>
    <dgm:cxn modelId="{5D07054A-0D0B-4DF7-BF6D-3CCED54C8EE7}" type="presOf" srcId="{49D6A6D7-2340-4B83-A19E-94EAA0890697}" destId="{C89B1540-9DF7-44FE-8CC9-7D6EB623B72A}" srcOrd="0" destOrd="1" presId="urn:microsoft.com/office/officeart/2005/8/layout/vList5"/>
    <dgm:cxn modelId="{49345E4A-F7AB-454E-8E8F-999A9E911605}" type="presOf" srcId="{665BADE3-FF9C-432F-A560-083FA98A331C}" destId="{69D82987-4BB6-4562-80E5-1C0E0A0A863A}" srcOrd="0" destOrd="0" presId="urn:microsoft.com/office/officeart/2005/8/layout/vList5"/>
    <dgm:cxn modelId="{F4A0686A-8D93-40BB-BAF2-B3CD4FEB9AA0}" srcId="{C10D5C6B-CCB9-4BB8-B6EB-0F961EBD3A83}" destId="{20C42FA4-72EF-4CE3-81BF-3BC235A334E7}" srcOrd="1" destOrd="0" parTransId="{6A2607FE-A78B-4EF5-9503-6DA7BCC9DB25}" sibTransId="{12DF80E7-170D-4166-BF04-65F889F47AAB}"/>
    <dgm:cxn modelId="{28A9EA72-576C-4DDD-81A8-16A534FE7D07}" srcId="{DAA1E901-1AF4-47D9-AD13-E13DFE24980B}" destId="{117B9C4F-9987-41B0-9B0C-94563C6C8C77}" srcOrd="1" destOrd="0" parTransId="{904F9A92-FDB2-49E9-B6D1-BE0BB906FF76}" sibTransId="{F97526DE-E019-4BE6-B427-37CBE420CA94}"/>
    <dgm:cxn modelId="{06ED5758-D180-4973-B637-AB472BE4C78E}" type="presOf" srcId="{19315A2F-DE0B-4A15-84E9-D4E9896AC151}" destId="{8D1C5755-DAE7-4259-9233-F64F118FF29B}" srcOrd="0" destOrd="0" presId="urn:microsoft.com/office/officeart/2005/8/layout/vList5"/>
    <dgm:cxn modelId="{96AE937B-32B4-4923-AB50-A2375CD5384C}" type="presOf" srcId="{20C42FA4-72EF-4CE3-81BF-3BC235A334E7}" destId="{04C6E285-4ACC-4649-A058-ECF6A2FEED96}" srcOrd="0" destOrd="1" presId="urn:microsoft.com/office/officeart/2005/8/layout/vList5"/>
    <dgm:cxn modelId="{646F9992-0865-478E-A75E-8D96B737E615}" type="presOf" srcId="{C10D5C6B-CCB9-4BB8-B6EB-0F961EBD3A83}" destId="{01663CD2-11F4-487D-90B8-334D0FC89814}" srcOrd="0" destOrd="0" presId="urn:microsoft.com/office/officeart/2005/8/layout/vList5"/>
    <dgm:cxn modelId="{E64E5C9A-E646-488A-8478-B842234185C6}" type="presOf" srcId="{CC34E314-FFDB-4CCD-B4D3-DF0A48FA6722}" destId="{69D82987-4BB6-4562-80E5-1C0E0A0A863A}" srcOrd="0" destOrd="1" presId="urn:microsoft.com/office/officeart/2005/8/layout/vList5"/>
    <dgm:cxn modelId="{B20F319E-4219-455D-97B5-B1AC68220FEA}" srcId="{34A49C54-2B15-4510-8EC0-70B3DFDBE390}" destId="{665BADE3-FF9C-432F-A560-083FA98A331C}" srcOrd="0" destOrd="0" parTransId="{3D0A8A33-B7B3-4A8E-9B4F-ADF34C3DF861}" sibTransId="{3DC22DB9-1C87-40AB-A9A5-EC6F019B945E}"/>
    <dgm:cxn modelId="{6334EFA9-DEDA-4DB2-B6A6-D41835B8BFE9}" srcId="{C10D5C6B-CCB9-4BB8-B6EB-0F961EBD3A83}" destId="{F3CE8AEA-2CA4-468F-B378-7A71FA7AA41A}" srcOrd="0" destOrd="0" parTransId="{F71E2670-6C7F-4C5D-8D16-840F2A20C8FE}" sibTransId="{B0E48717-C24A-45B8-B759-762E7F02665C}"/>
    <dgm:cxn modelId="{BD9E42AA-C486-4706-9A75-F2CE63403D0E}" srcId="{A08FAB3D-204E-4CBB-83AF-A7D3E16AA54C}" destId="{506EDB1D-462F-48B0-A9BF-5FA0D22049AC}" srcOrd="0" destOrd="0" parTransId="{3BD00B5F-EB34-4324-A53E-B1A33BFF3162}" sibTransId="{43276548-9BCF-4373-AE71-35AE61AAA49B}"/>
    <dgm:cxn modelId="{5853F4AA-CAFF-4868-B673-CBC115C0499B}" type="presOf" srcId="{DAA1E901-1AF4-47D9-AD13-E13DFE24980B}" destId="{2B139685-5C00-4AF5-B91F-ACEEC635AEC3}" srcOrd="0" destOrd="0" presId="urn:microsoft.com/office/officeart/2005/8/layout/vList5"/>
    <dgm:cxn modelId="{328BE7BA-7708-4D1E-9582-23A897C93B8F}" type="presOf" srcId="{506EDB1D-462F-48B0-A9BF-5FA0D22049AC}" destId="{C89B1540-9DF7-44FE-8CC9-7D6EB623B72A}" srcOrd="0" destOrd="0" presId="urn:microsoft.com/office/officeart/2005/8/layout/vList5"/>
    <dgm:cxn modelId="{D61D71C2-AA2A-477A-BC0F-349BE5B7E340}" srcId="{19315A2F-DE0B-4A15-84E9-D4E9896AC151}" destId="{780C288A-CAF6-4FA4-B425-B7AE247AF923}" srcOrd="2" destOrd="0" parTransId="{8F0A70C4-C10D-479B-B617-8E991B48DFC9}" sibTransId="{50809070-1DE4-48C1-A8A8-F5A30C3F1A62}"/>
    <dgm:cxn modelId="{6C09C9C5-D3CF-4C77-9088-C5BDABDE9CEB}" srcId="{19315A2F-DE0B-4A15-84E9-D4E9896AC151}" destId="{DAA1E901-1AF4-47D9-AD13-E13DFE24980B}" srcOrd="1" destOrd="0" parTransId="{78112731-42D8-4E7A-B820-6E57833AA943}" sibTransId="{698FA5C5-716F-403D-BB7B-E24D04D4C82E}"/>
    <dgm:cxn modelId="{5A23D2E4-8F8D-439C-95C8-AFC32A8E66E4}" type="presOf" srcId="{74B33E97-783F-4DEF-8F4D-D3AA43F541B6}" destId="{14E746EA-7294-41B3-A955-15CA55ECDB63}" srcOrd="0" destOrd="0" presId="urn:microsoft.com/office/officeart/2005/8/layout/vList5"/>
    <dgm:cxn modelId="{318DE1E5-045F-4587-957B-DE0AA96C55CD}" srcId="{780C288A-CAF6-4FA4-B425-B7AE247AF923}" destId="{74B33E97-783F-4DEF-8F4D-D3AA43F541B6}" srcOrd="0" destOrd="0" parTransId="{C34BD74C-D0E1-4222-89C9-F9C1E067A3BF}" sibTransId="{6605DE0E-B7DD-4007-8621-D492CEC0DEFA}"/>
    <dgm:cxn modelId="{0E5308E7-2AAA-419A-855A-77CCEF43044A}" type="presOf" srcId="{B6096401-D202-485C-AE70-E5E6690E75A6}" destId="{021A75E9-823E-4487-A234-64381F76106D}" srcOrd="0" destOrd="2" presId="urn:microsoft.com/office/officeart/2005/8/layout/vList5"/>
    <dgm:cxn modelId="{78A17AEB-AAB7-4BF8-8CBB-B2AB133657A2}" srcId="{DAA1E901-1AF4-47D9-AD13-E13DFE24980B}" destId="{2C1A331E-427A-4273-A93D-80CAB3915774}" srcOrd="0" destOrd="0" parTransId="{7A85BD40-691F-4AAC-961B-0F7784E6BDC8}" sibTransId="{F0F58C5E-2C0D-4803-B85E-16295EA658D4}"/>
    <dgm:cxn modelId="{9CC6E4FA-7454-4605-8C3D-8001C611132A}" srcId="{19315A2F-DE0B-4A15-84E9-D4E9896AC151}" destId="{60B091A0-12CA-4E88-94DC-0166DFE94DEE}" srcOrd="3" destOrd="0" parTransId="{94A685BE-CE6C-4428-B32D-4064778CCAE8}" sibTransId="{66DCEA52-19FE-43B8-B51C-06639080D7C2}"/>
    <dgm:cxn modelId="{9568AEFC-F4C9-4ED3-8511-DA800E50D599}" srcId="{34A49C54-2B15-4510-8EC0-70B3DFDBE390}" destId="{CC34E314-FFDB-4CCD-B4D3-DF0A48FA6722}" srcOrd="1" destOrd="0" parTransId="{F5AA7476-9049-4FAC-9EFE-0119D7F74CB5}" sibTransId="{A8474583-057B-47B8-8BE6-CB933F6AD3DC}"/>
    <dgm:cxn modelId="{02455880-9BD7-43C9-85FF-02A8F17114AD}" type="presParOf" srcId="{8D1C5755-DAE7-4259-9233-F64F118FF29B}" destId="{AD43807E-EE6C-41D5-B59A-955B6618CAD2}" srcOrd="0" destOrd="0" presId="urn:microsoft.com/office/officeart/2005/8/layout/vList5"/>
    <dgm:cxn modelId="{CA21A30E-2D40-4A86-84D7-180FE7437828}" type="presParOf" srcId="{AD43807E-EE6C-41D5-B59A-955B6618CAD2}" destId="{E6708632-E201-43D9-B7FC-52CEA0BE755E}" srcOrd="0" destOrd="0" presId="urn:microsoft.com/office/officeart/2005/8/layout/vList5"/>
    <dgm:cxn modelId="{CA17BEF8-BA3B-469C-8921-9C6D3DF58DFE}" type="presParOf" srcId="{AD43807E-EE6C-41D5-B59A-955B6618CAD2}" destId="{69D82987-4BB6-4562-80E5-1C0E0A0A863A}" srcOrd="1" destOrd="0" presId="urn:microsoft.com/office/officeart/2005/8/layout/vList5"/>
    <dgm:cxn modelId="{133D40E6-A78E-4CBF-90E4-BF1BAE17AB0F}" type="presParOf" srcId="{8D1C5755-DAE7-4259-9233-F64F118FF29B}" destId="{7220F2D7-CEE8-44E5-8E0B-2EEEE29DF7A6}" srcOrd="1" destOrd="0" presId="urn:microsoft.com/office/officeart/2005/8/layout/vList5"/>
    <dgm:cxn modelId="{60A51B97-97C5-411B-A0C3-AC9B84726CA3}" type="presParOf" srcId="{8D1C5755-DAE7-4259-9233-F64F118FF29B}" destId="{C7EA3F87-8790-475D-9D0A-040F6081BAA8}" srcOrd="2" destOrd="0" presId="urn:microsoft.com/office/officeart/2005/8/layout/vList5"/>
    <dgm:cxn modelId="{7D70BEB1-6C56-4C14-9C5B-BCD4C72BDC30}" type="presParOf" srcId="{C7EA3F87-8790-475D-9D0A-040F6081BAA8}" destId="{2B139685-5C00-4AF5-B91F-ACEEC635AEC3}" srcOrd="0" destOrd="0" presId="urn:microsoft.com/office/officeart/2005/8/layout/vList5"/>
    <dgm:cxn modelId="{A2F1B5CA-8891-4FB5-9122-DED02B6C5488}" type="presParOf" srcId="{C7EA3F87-8790-475D-9D0A-040F6081BAA8}" destId="{CFAB2088-6A06-424A-9A36-4102720A71DF}" srcOrd="1" destOrd="0" presId="urn:microsoft.com/office/officeart/2005/8/layout/vList5"/>
    <dgm:cxn modelId="{745307DC-0845-4B43-B9E3-417923C5B6ED}" type="presParOf" srcId="{8D1C5755-DAE7-4259-9233-F64F118FF29B}" destId="{F17760F6-E916-4ED3-AD09-A5A998D8F234}" srcOrd="3" destOrd="0" presId="urn:microsoft.com/office/officeart/2005/8/layout/vList5"/>
    <dgm:cxn modelId="{6B3FDB4F-F54A-4FCE-B1EE-0C22AC8B3DFF}" type="presParOf" srcId="{8D1C5755-DAE7-4259-9233-F64F118FF29B}" destId="{4C62CA2B-F9EE-43E6-9ED0-6D723D4DCDED}" srcOrd="4" destOrd="0" presId="urn:microsoft.com/office/officeart/2005/8/layout/vList5"/>
    <dgm:cxn modelId="{A253616D-BDAA-4618-AE4D-2BA549EA901A}" type="presParOf" srcId="{4C62CA2B-F9EE-43E6-9ED0-6D723D4DCDED}" destId="{38A35383-BA12-4C90-9E09-CC3C33ABE5C7}" srcOrd="0" destOrd="0" presId="urn:microsoft.com/office/officeart/2005/8/layout/vList5"/>
    <dgm:cxn modelId="{984C2504-3D42-49D5-8CBF-DABD8190D16A}" type="presParOf" srcId="{4C62CA2B-F9EE-43E6-9ED0-6D723D4DCDED}" destId="{14E746EA-7294-41B3-A955-15CA55ECDB63}" srcOrd="1" destOrd="0" presId="urn:microsoft.com/office/officeart/2005/8/layout/vList5"/>
    <dgm:cxn modelId="{26E00431-8410-415E-93FA-38B0F851238E}" type="presParOf" srcId="{8D1C5755-DAE7-4259-9233-F64F118FF29B}" destId="{F0DD088F-6D5D-4F7F-A702-7045AF1B3E1D}" srcOrd="5" destOrd="0" presId="urn:microsoft.com/office/officeart/2005/8/layout/vList5"/>
    <dgm:cxn modelId="{16F775FF-29B7-4B97-8449-9ADE0C475AD8}" type="presParOf" srcId="{8D1C5755-DAE7-4259-9233-F64F118FF29B}" destId="{C6E6EAF5-F8A0-406C-BFC8-172E3E1F838C}" srcOrd="6" destOrd="0" presId="urn:microsoft.com/office/officeart/2005/8/layout/vList5"/>
    <dgm:cxn modelId="{4C19F661-CD63-41DD-B558-892DEBDBC776}" type="presParOf" srcId="{C6E6EAF5-F8A0-406C-BFC8-172E3E1F838C}" destId="{B1D8D937-F4BD-42CF-A087-2866C181ABDD}" srcOrd="0" destOrd="0" presId="urn:microsoft.com/office/officeart/2005/8/layout/vList5"/>
    <dgm:cxn modelId="{2789AAB5-8549-4001-8670-C7B1D51F6DC8}" type="presParOf" srcId="{C6E6EAF5-F8A0-406C-BFC8-172E3E1F838C}" destId="{021A75E9-823E-4487-A234-64381F76106D}" srcOrd="1" destOrd="0" presId="urn:microsoft.com/office/officeart/2005/8/layout/vList5"/>
    <dgm:cxn modelId="{F3FE5E4F-4CDB-4012-B97E-E4C72E310FB9}" type="presParOf" srcId="{8D1C5755-DAE7-4259-9233-F64F118FF29B}" destId="{313B8C4C-72C4-4B74-9907-014FEC93A5C6}" srcOrd="7" destOrd="0" presId="urn:microsoft.com/office/officeart/2005/8/layout/vList5"/>
    <dgm:cxn modelId="{935BDCD5-1C42-4E26-9FDE-D4E68CBCB442}" type="presParOf" srcId="{8D1C5755-DAE7-4259-9233-F64F118FF29B}" destId="{3A4091E9-CCB9-4172-A319-A59124C8C79E}" srcOrd="8" destOrd="0" presId="urn:microsoft.com/office/officeart/2005/8/layout/vList5"/>
    <dgm:cxn modelId="{B2BA0F91-867E-4E05-B43B-575820502701}" type="presParOf" srcId="{3A4091E9-CCB9-4172-A319-A59124C8C79E}" destId="{01663CD2-11F4-487D-90B8-334D0FC89814}" srcOrd="0" destOrd="0" presId="urn:microsoft.com/office/officeart/2005/8/layout/vList5"/>
    <dgm:cxn modelId="{E528831F-886E-4176-8E81-B64E9624206D}" type="presParOf" srcId="{3A4091E9-CCB9-4172-A319-A59124C8C79E}" destId="{04C6E285-4ACC-4649-A058-ECF6A2FEED96}" srcOrd="1" destOrd="0" presId="urn:microsoft.com/office/officeart/2005/8/layout/vList5"/>
    <dgm:cxn modelId="{9A15B6E3-343A-4CB9-94C1-03CC89C28DF8}" type="presParOf" srcId="{8D1C5755-DAE7-4259-9233-F64F118FF29B}" destId="{114A31AD-07E3-4F96-8CFD-08C7E5486781}" srcOrd="9" destOrd="0" presId="urn:microsoft.com/office/officeart/2005/8/layout/vList5"/>
    <dgm:cxn modelId="{CD94D9C6-B5A7-4F06-A5F6-6F236457B4FE}" type="presParOf" srcId="{8D1C5755-DAE7-4259-9233-F64F118FF29B}" destId="{E3942CE7-63C8-4B74-95CE-9CC85AEBB194}" srcOrd="10" destOrd="0" presId="urn:microsoft.com/office/officeart/2005/8/layout/vList5"/>
    <dgm:cxn modelId="{442F2AC2-36BF-43EB-BE84-B03095BE49DE}" type="presParOf" srcId="{E3942CE7-63C8-4B74-95CE-9CC85AEBB194}" destId="{6A0824A1-24FE-467F-A176-9A89A25DD0E7}" srcOrd="0" destOrd="0" presId="urn:microsoft.com/office/officeart/2005/8/layout/vList5"/>
    <dgm:cxn modelId="{8B7C73BA-71AA-41D9-82F7-1F207344A71F}" type="presParOf" srcId="{E3942CE7-63C8-4B74-95CE-9CC85AEBB194}" destId="{C89B1540-9DF7-44FE-8CC9-7D6EB623B72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D5CB77-21B8-422A-8AC0-F808DD9264C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BFC7402-708A-4268-89E3-B2AE14E90B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Software-Based Tools</a:t>
          </a:r>
          <a:endParaRPr lang="en-US"/>
        </a:p>
      </dgm:t>
    </dgm:pt>
    <dgm:pt modelId="{364F21E5-FA0B-42FC-962F-7052B9753E6C}" type="parTrans" cxnId="{AF4B8F54-0AA8-448A-9331-92C055B2B20C}">
      <dgm:prSet/>
      <dgm:spPr/>
      <dgm:t>
        <a:bodyPr/>
        <a:lstStyle/>
        <a:p>
          <a:endParaRPr lang="en-US"/>
        </a:p>
      </dgm:t>
    </dgm:pt>
    <dgm:pt modelId="{B78BC6EB-7C21-4595-B5FB-C34CB7ECB121}" type="sibTrans" cxnId="{AF4B8F54-0AA8-448A-9331-92C055B2B20C}">
      <dgm:prSet/>
      <dgm:spPr/>
      <dgm:t>
        <a:bodyPr/>
        <a:lstStyle/>
        <a:p>
          <a:endParaRPr lang="en-US"/>
        </a:p>
      </dgm:t>
    </dgm:pt>
    <dgm:pt modelId="{F93AF497-EC94-4D07-965A-C959D940EE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Hardware Design</a:t>
          </a:r>
          <a:endParaRPr lang="en-US" dirty="0"/>
        </a:p>
      </dgm:t>
    </dgm:pt>
    <dgm:pt modelId="{36C13C46-C539-40E6-9CBE-E1CD58FEE6AA}" type="parTrans" cxnId="{1CAF4DC4-284A-425C-A9B9-260E4B2EAE68}">
      <dgm:prSet/>
      <dgm:spPr/>
      <dgm:t>
        <a:bodyPr/>
        <a:lstStyle/>
        <a:p>
          <a:endParaRPr lang="en-US"/>
        </a:p>
      </dgm:t>
    </dgm:pt>
    <dgm:pt modelId="{CD9FBF25-320D-4283-8DF0-A15C29AF6B54}" type="sibTrans" cxnId="{1CAF4DC4-284A-425C-A9B9-260E4B2EAE68}">
      <dgm:prSet/>
      <dgm:spPr/>
      <dgm:t>
        <a:bodyPr/>
        <a:lstStyle/>
        <a:p>
          <a:endParaRPr lang="en-US"/>
        </a:p>
      </dgm:t>
    </dgm:pt>
    <dgm:pt modelId="{A484A6D5-1C9A-4CF7-8E8C-232D05BB09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Hardware-Software Co-Design</a:t>
          </a:r>
          <a:endParaRPr lang="en-US"/>
        </a:p>
      </dgm:t>
    </dgm:pt>
    <dgm:pt modelId="{7B03E833-0590-4854-B80B-4EB14E6AA08B}" type="parTrans" cxnId="{26F1D5F2-5E21-45CA-8544-3593D2630B8C}">
      <dgm:prSet/>
      <dgm:spPr/>
      <dgm:t>
        <a:bodyPr/>
        <a:lstStyle/>
        <a:p>
          <a:endParaRPr lang="en-US"/>
        </a:p>
      </dgm:t>
    </dgm:pt>
    <dgm:pt modelId="{BB604667-FED8-43F3-9B21-830607AF7863}" type="sibTrans" cxnId="{26F1D5F2-5E21-45CA-8544-3593D2630B8C}">
      <dgm:prSet/>
      <dgm:spPr/>
      <dgm:t>
        <a:bodyPr/>
        <a:lstStyle/>
        <a:p>
          <a:endParaRPr lang="en-US"/>
        </a:p>
      </dgm:t>
    </dgm:pt>
    <dgm:pt modelId="{7B8FB262-8FB9-451A-A6A7-7AA530CDCF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Hybrid Classification Engine</a:t>
          </a:r>
          <a:endParaRPr lang="en-US"/>
        </a:p>
      </dgm:t>
    </dgm:pt>
    <dgm:pt modelId="{FC66E88B-F2BF-45F5-ABBD-EB7F4965CB9D}" type="parTrans" cxnId="{34086BF1-CBB4-478E-9998-347BF6007572}">
      <dgm:prSet/>
      <dgm:spPr/>
      <dgm:t>
        <a:bodyPr/>
        <a:lstStyle/>
        <a:p>
          <a:endParaRPr lang="en-US"/>
        </a:p>
      </dgm:t>
    </dgm:pt>
    <dgm:pt modelId="{233A8B8E-514C-466E-9AF5-73DBA97C5078}" type="sibTrans" cxnId="{34086BF1-CBB4-478E-9998-347BF6007572}">
      <dgm:prSet/>
      <dgm:spPr/>
      <dgm:t>
        <a:bodyPr/>
        <a:lstStyle/>
        <a:p>
          <a:endParaRPr lang="en-US"/>
        </a:p>
      </dgm:t>
    </dgm:pt>
    <dgm:pt modelId="{85149321-3E67-4FDD-B285-22C85CB2CC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Performance Evaluation</a:t>
          </a:r>
          <a:endParaRPr lang="en-US"/>
        </a:p>
      </dgm:t>
    </dgm:pt>
    <dgm:pt modelId="{2C81B524-5A07-4DA0-9CBD-2BE7E130A1EB}" type="parTrans" cxnId="{1A32B63E-8D79-43C1-A9D8-90EC7016831C}">
      <dgm:prSet/>
      <dgm:spPr/>
      <dgm:t>
        <a:bodyPr/>
        <a:lstStyle/>
        <a:p>
          <a:endParaRPr lang="en-US"/>
        </a:p>
      </dgm:t>
    </dgm:pt>
    <dgm:pt modelId="{2EDA802E-9619-4CAA-BBC2-6F559BCE5E9F}" type="sibTrans" cxnId="{1A32B63E-8D79-43C1-A9D8-90EC7016831C}">
      <dgm:prSet/>
      <dgm:spPr/>
      <dgm:t>
        <a:bodyPr/>
        <a:lstStyle/>
        <a:p>
          <a:endParaRPr lang="en-US"/>
        </a:p>
      </dgm:t>
    </dgm:pt>
    <dgm:pt modelId="{4C8F7679-4657-433D-90C8-77C56CCCE3E6}" type="pres">
      <dgm:prSet presAssocID="{B5D5CB77-21B8-422A-8AC0-F808DD9264CE}" presName="root" presStyleCnt="0">
        <dgm:presLayoutVars>
          <dgm:dir/>
          <dgm:resizeHandles val="exact"/>
        </dgm:presLayoutVars>
      </dgm:prSet>
      <dgm:spPr/>
    </dgm:pt>
    <dgm:pt modelId="{D20C1148-9F0F-4AD8-B2B1-3397CC2826B3}" type="pres">
      <dgm:prSet presAssocID="{1BFC7402-708A-4268-89E3-B2AE14E90BF6}" presName="compNode" presStyleCnt="0"/>
      <dgm:spPr/>
    </dgm:pt>
    <dgm:pt modelId="{FE9806FC-16B1-4A3E-847E-097D79390020}" type="pres">
      <dgm:prSet presAssocID="{1BFC7402-708A-4268-89E3-B2AE14E90BF6}" presName="bgRect" presStyleLbl="bgShp" presStyleIdx="0" presStyleCnt="5"/>
      <dgm:spPr/>
    </dgm:pt>
    <dgm:pt modelId="{C00B979A-6969-4AF1-BA58-29D3554347D3}" type="pres">
      <dgm:prSet presAssocID="{1BFC7402-708A-4268-89E3-B2AE14E90BF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A7A9884-64AE-402B-9B16-09D397FF9222}" type="pres">
      <dgm:prSet presAssocID="{1BFC7402-708A-4268-89E3-B2AE14E90BF6}" presName="spaceRect" presStyleCnt="0"/>
      <dgm:spPr/>
    </dgm:pt>
    <dgm:pt modelId="{9582ABDB-6617-43DE-9757-88700A05466E}" type="pres">
      <dgm:prSet presAssocID="{1BFC7402-708A-4268-89E3-B2AE14E90BF6}" presName="parTx" presStyleLbl="revTx" presStyleIdx="0" presStyleCnt="5">
        <dgm:presLayoutVars>
          <dgm:chMax val="0"/>
          <dgm:chPref val="0"/>
        </dgm:presLayoutVars>
      </dgm:prSet>
      <dgm:spPr/>
    </dgm:pt>
    <dgm:pt modelId="{DE5605DE-FB67-4B82-B2AA-AF06A50DCB6A}" type="pres">
      <dgm:prSet presAssocID="{B78BC6EB-7C21-4595-B5FB-C34CB7ECB121}" presName="sibTrans" presStyleCnt="0"/>
      <dgm:spPr/>
    </dgm:pt>
    <dgm:pt modelId="{D6C00DE1-4879-4AFE-AA5A-D8D782EA649E}" type="pres">
      <dgm:prSet presAssocID="{F93AF497-EC94-4D07-965A-C959D940EED2}" presName="compNode" presStyleCnt="0"/>
      <dgm:spPr/>
    </dgm:pt>
    <dgm:pt modelId="{FD5BD191-06AA-4A10-A726-0DEACF2BBDDB}" type="pres">
      <dgm:prSet presAssocID="{F93AF497-EC94-4D07-965A-C959D940EED2}" presName="bgRect" presStyleLbl="bgShp" presStyleIdx="1" presStyleCnt="5"/>
      <dgm:spPr/>
    </dgm:pt>
    <dgm:pt modelId="{8B866CD7-5DFD-4CC8-B285-6E68549AAC9D}" type="pres">
      <dgm:prSet presAssocID="{F93AF497-EC94-4D07-965A-C959D940EED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926A6AE-FAC3-4CF6-869C-D21064A170BA}" type="pres">
      <dgm:prSet presAssocID="{F93AF497-EC94-4D07-965A-C959D940EED2}" presName="spaceRect" presStyleCnt="0"/>
      <dgm:spPr/>
    </dgm:pt>
    <dgm:pt modelId="{70186EDD-B10E-4560-8A56-0DB5CD473826}" type="pres">
      <dgm:prSet presAssocID="{F93AF497-EC94-4D07-965A-C959D940EED2}" presName="parTx" presStyleLbl="revTx" presStyleIdx="1" presStyleCnt="5">
        <dgm:presLayoutVars>
          <dgm:chMax val="0"/>
          <dgm:chPref val="0"/>
        </dgm:presLayoutVars>
      </dgm:prSet>
      <dgm:spPr/>
    </dgm:pt>
    <dgm:pt modelId="{777AD733-8489-4FD9-866A-F9F6C2BD6D8A}" type="pres">
      <dgm:prSet presAssocID="{CD9FBF25-320D-4283-8DF0-A15C29AF6B54}" presName="sibTrans" presStyleCnt="0"/>
      <dgm:spPr/>
    </dgm:pt>
    <dgm:pt modelId="{5A525956-4DBE-41B9-8BAE-21AB2FD97091}" type="pres">
      <dgm:prSet presAssocID="{A484A6D5-1C9A-4CF7-8E8C-232D05BB099B}" presName="compNode" presStyleCnt="0"/>
      <dgm:spPr/>
    </dgm:pt>
    <dgm:pt modelId="{9AA829D3-E74F-4B68-8270-0599B6FF01DF}" type="pres">
      <dgm:prSet presAssocID="{A484A6D5-1C9A-4CF7-8E8C-232D05BB099B}" presName="bgRect" presStyleLbl="bgShp" presStyleIdx="2" presStyleCnt="5"/>
      <dgm:spPr/>
    </dgm:pt>
    <dgm:pt modelId="{4C3D39B4-0845-439B-B417-64BDD4856235}" type="pres">
      <dgm:prSet presAssocID="{A484A6D5-1C9A-4CF7-8E8C-232D05BB099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5520953-C7E9-4DFF-8055-2235F1AFD22D}" type="pres">
      <dgm:prSet presAssocID="{A484A6D5-1C9A-4CF7-8E8C-232D05BB099B}" presName="spaceRect" presStyleCnt="0"/>
      <dgm:spPr/>
    </dgm:pt>
    <dgm:pt modelId="{26A80A57-D71E-4C72-B944-6F587AF0F81C}" type="pres">
      <dgm:prSet presAssocID="{A484A6D5-1C9A-4CF7-8E8C-232D05BB099B}" presName="parTx" presStyleLbl="revTx" presStyleIdx="2" presStyleCnt="5">
        <dgm:presLayoutVars>
          <dgm:chMax val="0"/>
          <dgm:chPref val="0"/>
        </dgm:presLayoutVars>
      </dgm:prSet>
      <dgm:spPr/>
    </dgm:pt>
    <dgm:pt modelId="{60AB6F7B-BA67-4B1E-AAC9-923D1B8C2688}" type="pres">
      <dgm:prSet presAssocID="{BB604667-FED8-43F3-9B21-830607AF7863}" presName="sibTrans" presStyleCnt="0"/>
      <dgm:spPr/>
    </dgm:pt>
    <dgm:pt modelId="{C6071C44-32B0-4B8A-883B-28EBCAB60A94}" type="pres">
      <dgm:prSet presAssocID="{7B8FB262-8FB9-451A-A6A7-7AA530CDCFA4}" presName="compNode" presStyleCnt="0"/>
      <dgm:spPr/>
    </dgm:pt>
    <dgm:pt modelId="{55071A1E-3796-467A-9334-4E522376D8E3}" type="pres">
      <dgm:prSet presAssocID="{7B8FB262-8FB9-451A-A6A7-7AA530CDCFA4}" presName="bgRect" presStyleLbl="bgShp" presStyleIdx="3" presStyleCnt="5"/>
      <dgm:spPr/>
    </dgm:pt>
    <dgm:pt modelId="{97924931-6E2F-40F1-9C0B-F8F39D002ABB}" type="pres">
      <dgm:prSet presAssocID="{7B8FB262-8FB9-451A-A6A7-7AA530CDCFA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B69C3EC-5EFE-4D82-A82B-4DD77DF40F60}" type="pres">
      <dgm:prSet presAssocID="{7B8FB262-8FB9-451A-A6A7-7AA530CDCFA4}" presName="spaceRect" presStyleCnt="0"/>
      <dgm:spPr/>
    </dgm:pt>
    <dgm:pt modelId="{83B488B6-DD03-41C7-956B-901D900FFCDA}" type="pres">
      <dgm:prSet presAssocID="{7B8FB262-8FB9-451A-A6A7-7AA530CDCFA4}" presName="parTx" presStyleLbl="revTx" presStyleIdx="3" presStyleCnt="5">
        <dgm:presLayoutVars>
          <dgm:chMax val="0"/>
          <dgm:chPref val="0"/>
        </dgm:presLayoutVars>
      </dgm:prSet>
      <dgm:spPr/>
    </dgm:pt>
    <dgm:pt modelId="{1ED63017-734C-4EE9-8112-5D2F080C0A48}" type="pres">
      <dgm:prSet presAssocID="{233A8B8E-514C-466E-9AF5-73DBA97C5078}" presName="sibTrans" presStyleCnt="0"/>
      <dgm:spPr/>
    </dgm:pt>
    <dgm:pt modelId="{FFA85E25-C9DC-40B3-9D50-4732B6492CD8}" type="pres">
      <dgm:prSet presAssocID="{85149321-3E67-4FDD-B285-22C85CB2CCCA}" presName="compNode" presStyleCnt="0"/>
      <dgm:spPr/>
    </dgm:pt>
    <dgm:pt modelId="{4CD37EDF-91E2-4C73-98EF-2F65ADAF610C}" type="pres">
      <dgm:prSet presAssocID="{85149321-3E67-4FDD-B285-22C85CB2CCCA}" presName="bgRect" presStyleLbl="bgShp" presStyleIdx="4" presStyleCnt="5"/>
      <dgm:spPr/>
    </dgm:pt>
    <dgm:pt modelId="{030C553D-3E6C-4CC2-BCF8-326C36B21AD0}" type="pres">
      <dgm:prSet presAssocID="{85149321-3E67-4FDD-B285-22C85CB2CCC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316AF22-505E-438C-B1E1-497A1E1C8FF2}" type="pres">
      <dgm:prSet presAssocID="{85149321-3E67-4FDD-B285-22C85CB2CCCA}" presName="spaceRect" presStyleCnt="0"/>
      <dgm:spPr/>
    </dgm:pt>
    <dgm:pt modelId="{FEC5B4A4-77F4-4AA9-8769-A4DECEC96B78}" type="pres">
      <dgm:prSet presAssocID="{85149321-3E67-4FDD-B285-22C85CB2CCC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3D41B15-3DE4-4986-93DB-2ECAAB314CA5}" type="presOf" srcId="{B5D5CB77-21B8-422A-8AC0-F808DD9264CE}" destId="{4C8F7679-4657-433D-90C8-77C56CCCE3E6}" srcOrd="0" destOrd="0" presId="urn:microsoft.com/office/officeart/2018/2/layout/IconVerticalSolidList"/>
    <dgm:cxn modelId="{1A32B63E-8D79-43C1-A9D8-90EC7016831C}" srcId="{B5D5CB77-21B8-422A-8AC0-F808DD9264CE}" destId="{85149321-3E67-4FDD-B285-22C85CB2CCCA}" srcOrd="4" destOrd="0" parTransId="{2C81B524-5A07-4DA0-9CBD-2BE7E130A1EB}" sibTransId="{2EDA802E-9619-4CAA-BBC2-6F559BCE5E9F}"/>
    <dgm:cxn modelId="{E4981874-2F0E-42CC-AB8C-C699292FCC83}" type="presOf" srcId="{F93AF497-EC94-4D07-965A-C959D940EED2}" destId="{70186EDD-B10E-4560-8A56-0DB5CD473826}" srcOrd="0" destOrd="0" presId="urn:microsoft.com/office/officeart/2018/2/layout/IconVerticalSolidList"/>
    <dgm:cxn modelId="{AF4B8F54-0AA8-448A-9331-92C055B2B20C}" srcId="{B5D5CB77-21B8-422A-8AC0-F808DD9264CE}" destId="{1BFC7402-708A-4268-89E3-B2AE14E90BF6}" srcOrd="0" destOrd="0" parTransId="{364F21E5-FA0B-42FC-962F-7052B9753E6C}" sibTransId="{B78BC6EB-7C21-4595-B5FB-C34CB7ECB121}"/>
    <dgm:cxn modelId="{56A34B76-368F-4B9E-9D1B-5B132EE4631F}" type="presOf" srcId="{A484A6D5-1C9A-4CF7-8E8C-232D05BB099B}" destId="{26A80A57-D71E-4C72-B944-6F587AF0F81C}" srcOrd="0" destOrd="0" presId="urn:microsoft.com/office/officeart/2018/2/layout/IconVerticalSolidList"/>
    <dgm:cxn modelId="{0A0284A4-C439-4A47-A165-94C6647333D1}" type="presOf" srcId="{7B8FB262-8FB9-451A-A6A7-7AA530CDCFA4}" destId="{83B488B6-DD03-41C7-956B-901D900FFCDA}" srcOrd="0" destOrd="0" presId="urn:microsoft.com/office/officeart/2018/2/layout/IconVerticalSolidList"/>
    <dgm:cxn modelId="{1CAF4DC4-284A-425C-A9B9-260E4B2EAE68}" srcId="{B5D5CB77-21B8-422A-8AC0-F808DD9264CE}" destId="{F93AF497-EC94-4D07-965A-C959D940EED2}" srcOrd="1" destOrd="0" parTransId="{36C13C46-C539-40E6-9CBE-E1CD58FEE6AA}" sibTransId="{CD9FBF25-320D-4283-8DF0-A15C29AF6B54}"/>
    <dgm:cxn modelId="{EE9B74CF-FEE5-4713-86DC-3BF0E6C680B0}" type="presOf" srcId="{85149321-3E67-4FDD-B285-22C85CB2CCCA}" destId="{FEC5B4A4-77F4-4AA9-8769-A4DECEC96B78}" srcOrd="0" destOrd="0" presId="urn:microsoft.com/office/officeart/2018/2/layout/IconVerticalSolidList"/>
    <dgm:cxn modelId="{34086BF1-CBB4-478E-9998-347BF6007572}" srcId="{B5D5CB77-21B8-422A-8AC0-F808DD9264CE}" destId="{7B8FB262-8FB9-451A-A6A7-7AA530CDCFA4}" srcOrd="3" destOrd="0" parTransId="{FC66E88B-F2BF-45F5-ABBD-EB7F4965CB9D}" sibTransId="{233A8B8E-514C-466E-9AF5-73DBA97C5078}"/>
    <dgm:cxn modelId="{26F1D5F2-5E21-45CA-8544-3593D2630B8C}" srcId="{B5D5CB77-21B8-422A-8AC0-F808DD9264CE}" destId="{A484A6D5-1C9A-4CF7-8E8C-232D05BB099B}" srcOrd="2" destOrd="0" parTransId="{7B03E833-0590-4854-B80B-4EB14E6AA08B}" sibTransId="{BB604667-FED8-43F3-9B21-830607AF7863}"/>
    <dgm:cxn modelId="{1D0080F5-9AD8-4BE7-9CAA-FA258155916A}" type="presOf" srcId="{1BFC7402-708A-4268-89E3-B2AE14E90BF6}" destId="{9582ABDB-6617-43DE-9757-88700A05466E}" srcOrd="0" destOrd="0" presId="urn:microsoft.com/office/officeart/2018/2/layout/IconVerticalSolidList"/>
    <dgm:cxn modelId="{3527DFED-6270-42EB-B99E-25F654E54A13}" type="presParOf" srcId="{4C8F7679-4657-433D-90C8-77C56CCCE3E6}" destId="{D20C1148-9F0F-4AD8-B2B1-3397CC2826B3}" srcOrd="0" destOrd="0" presId="urn:microsoft.com/office/officeart/2018/2/layout/IconVerticalSolidList"/>
    <dgm:cxn modelId="{4723E013-D000-4E0C-8F63-CF7F93D8B0FA}" type="presParOf" srcId="{D20C1148-9F0F-4AD8-B2B1-3397CC2826B3}" destId="{FE9806FC-16B1-4A3E-847E-097D79390020}" srcOrd="0" destOrd="0" presId="urn:microsoft.com/office/officeart/2018/2/layout/IconVerticalSolidList"/>
    <dgm:cxn modelId="{C684325A-019D-4EA5-B910-D0DCB66EA052}" type="presParOf" srcId="{D20C1148-9F0F-4AD8-B2B1-3397CC2826B3}" destId="{C00B979A-6969-4AF1-BA58-29D3554347D3}" srcOrd="1" destOrd="0" presId="urn:microsoft.com/office/officeart/2018/2/layout/IconVerticalSolidList"/>
    <dgm:cxn modelId="{85E5972C-010D-41F3-A283-139E0208AC92}" type="presParOf" srcId="{D20C1148-9F0F-4AD8-B2B1-3397CC2826B3}" destId="{BA7A9884-64AE-402B-9B16-09D397FF9222}" srcOrd="2" destOrd="0" presId="urn:microsoft.com/office/officeart/2018/2/layout/IconVerticalSolidList"/>
    <dgm:cxn modelId="{A2826C8F-C54E-408C-A3C7-5DBDF3DA12AE}" type="presParOf" srcId="{D20C1148-9F0F-4AD8-B2B1-3397CC2826B3}" destId="{9582ABDB-6617-43DE-9757-88700A05466E}" srcOrd="3" destOrd="0" presId="urn:microsoft.com/office/officeart/2018/2/layout/IconVerticalSolidList"/>
    <dgm:cxn modelId="{12C61C01-63A0-4C33-93D3-43F7C10CFEBB}" type="presParOf" srcId="{4C8F7679-4657-433D-90C8-77C56CCCE3E6}" destId="{DE5605DE-FB67-4B82-B2AA-AF06A50DCB6A}" srcOrd="1" destOrd="0" presId="urn:microsoft.com/office/officeart/2018/2/layout/IconVerticalSolidList"/>
    <dgm:cxn modelId="{FB411FC8-CA63-4C69-AE62-815C48ECD3EC}" type="presParOf" srcId="{4C8F7679-4657-433D-90C8-77C56CCCE3E6}" destId="{D6C00DE1-4879-4AFE-AA5A-D8D782EA649E}" srcOrd="2" destOrd="0" presId="urn:microsoft.com/office/officeart/2018/2/layout/IconVerticalSolidList"/>
    <dgm:cxn modelId="{5867F839-8030-4F3B-95B8-3AB030409624}" type="presParOf" srcId="{D6C00DE1-4879-4AFE-AA5A-D8D782EA649E}" destId="{FD5BD191-06AA-4A10-A726-0DEACF2BBDDB}" srcOrd="0" destOrd="0" presId="urn:microsoft.com/office/officeart/2018/2/layout/IconVerticalSolidList"/>
    <dgm:cxn modelId="{CA5A8C3A-035D-46FA-B8B3-885F53E20DEC}" type="presParOf" srcId="{D6C00DE1-4879-4AFE-AA5A-D8D782EA649E}" destId="{8B866CD7-5DFD-4CC8-B285-6E68549AAC9D}" srcOrd="1" destOrd="0" presId="urn:microsoft.com/office/officeart/2018/2/layout/IconVerticalSolidList"/>
    <dgm:cxn modelId="{1AF1E3E8-CA21-4E13-BED3-5947D72250D3}" type="presParOf" srcId="{D6C00DE1-4879-4AFE-AA5A-D8D782EA649E}" destId="{6926A6AE-FAC3-4CF6-869C-D21064A170BA}" srcOrd="2" destOrd="0" presId="urn:microsoft.com/office/officeart/2018/2/layout/IconVerticalSolidList"/>
    <dgm:cxn modelId="{0EDDB76D-9F94-4E61-8D83-B7E5503C23BF}" type="presParOf" srcId="{D6C00DE1-4879-4AFE-AA5A-D8D782EA649E}" destId="{70186EDD-B10E-4560-8A56-0DB5CD473826}" srcOrd="3" destOrd="0" presId="urn:microsoft.com/office/officeart/2018/2/layout/IconVerticalSolidList"/>
    <dgm:cxn modelId="{0079DDDE-43BF-473B-ADE6-32D0AA701C28}" type="presParOf" srcId="{4C8F7679-4657-433D-90C8-77C56CCCE3E6}" destId="{777AD733-8489-4FD9-866A-F9F6C2BD6D8A}" srcOrd="3" destOrd="0" presId="urn:microsoft.com/office/officeart/2018/2/layout/IconVerticalSolidList"/>
    <dgm:cxn modelId="{AADE7FED-2E7B-4EA1-89DC-59510FA1DC94}" type="presParOf" srcId="{4C8F7679-4657-433D-90C8-77C56CCCE3E6}" destId="{5A525956-4DBE-41B9-8BAE-21AB2FD97091}" srcOrd="4" destOrd="0" presId="urn:microsoft.com/office/officeart/2018/2/layout/IconVerticalSolidList"/>
    <dgm:cxn modelId="{C52CF413-21AF-48A5-9FDE-D05CD5E85E4A}" type="presParOf" srcId="{5A525956-4DBE-41B9-8BAE-21AB2FD97091}" destId="{9AA829D3-E74F-4B68-8270-0599B6FF01DF}" srcOrd="0" destOrd="0" presId="urn:microsoft.com/office/officeart/2018/2/layout/IconVerticalSolidList"/>
    <dgm:cxn modelId="{1B94F7C9-B552-4280-8DCA-09CB0A700107}" type="presParOf" srcId="{5A525956-4DBE-41B9-8BAE-21AB2FD97091}" destId="{4C3D39B4-0845-439B-B417-64BDD4856235}" srcOrd="1" destOrd="0" presId="urn:microsoft.com/office/officeart/2018/2/layout/IconVerticalSolidList"/>
    <dgm:cxn modelId="{C51996D5-525B-433B-BDDA-9BAD30181B24}" type="presParOf" srcId="{5A525956-4DBE-41B9-8BAE-21AB2FD97091}" destId="{25520953-C7E9-4DFF-8055-2235F1AFD22D}" srcOrd="2" destOrd="0" presId="urn:microsoft.com/office/officeart/2018/2/layout/IconVerticalSolidList"/>
    <dgm:cxn modelId="{B59611BA-6D5A-4BD8-A784-E3E343ABB46D}" type="presParOf" srcId="{5A525956-4DBE-41B9-8BAE-21AB2FD97091}" destId="{26A80A57-D71E-4C72-B944-6F587AF0F81C}" srcOrd="3" destOrd="0" presId="urn:microsoft.com/office/officeart/2018/2/layout/IconVerticalSolidList"/>
    <dgm:cxn modelId="{7545F982-FF81-4D2D-8550-6A1A2C2BB977}" type="presParOf" srcId="{4C8F7679-4657-433D-90C8-77C56CCCE3E6}" destId="{60AB6F7B-BA67-4B1E-AAC9-923D1B8C2688}" srcOrd="5" destOrd="0" presId="urn:microsoft.com/office/officeart/2018/2/layout/IconVerticalSolidList"/>
    <dgm:cxn modelId="{194FA607-A0C5-4636-A010-4E8DEEDB4246}" type="presParOf" srcId="{4C8F7679-4657-433D-90C8-77C56CCCE3E6}" destId="{C6071C44-32B0-4B8A-883B-28EBCAB60A94}" srcOrd="6" destOrd="0" presId="urn:microsoft.com/office/officeart/2018/2/layout/IconVerticalSolidList"/>
    <dgm:cxn modelId="{98B9CBF8-8108-455F-BFDF-FFF01B7D8C8A}" type="presParOf" srcId="{C6071C44-32B0-4B8A-883B-28EBCAB60A94}" destId="{55071A1E-3796-467A-9334-4E522376D8E3}" srcOrd="0" destOrd="0" presId="urn:microsoft.com/office/officeart/2018/2/layout/IconVerticalSolidList"/>
    <dgm:cxn modelId="{6CB285AD-0179-4E74-AF17-5F9D5ACD343A}" type="presParOf" srcId="{C6071C44-32B0-4B8A-883B-28EBCAB60A94}" destId="{97924931-6E2F-40F1-9C0B-F8F39D002ABB}" srcOrd="1" destOrd="0" presId="urn:microsoft.com/office/officeart/2018/2/layout/IconVerticalSolidList"/>
    <dgm:cxn modelId="{64DFBF02-A998-4602-9CA8-A96BC02F90A9}" type="presParOf" srcId="{C6071C44-32B0-4B8A-883B-28EBCAB60A94}" destId="{9B69C3EC-5EFE-4D82-A82B-4DD77DF40F60}" srcOrd="2" destOrd="0" presId="urn:microsoft.com/office/officeart/2018/2/layout/IconVerticalSolidList"/>
    <dgm:cxn modelId="{87477672-28E7-4C0D-832D-BE5E8248B785}" type="presParOf" srcId="{C6071C44-32B0-4B8A-883B-28EBCAB60A94}" destId="{83B488B6-DD03-41C7-956B-901D900FFCDA}" srcOrd="3" destOrd="0" presId="urn:microsoft.com/office/officeart/2018/2/layout/IconVerticalSolidList"/>
    <dgm:cxn modelId="{C3F6ECDA-C93F-4368-A33C-30843DA79B23}" type="presParOf" srcId="{4C8F7679-4657-433D-90C8-77C56CCCE3E6}" destId="{1ED63017-734C-4EE9-8112-5D2F080C0A48}" srcOrd="7" destOrd="0" presId="urn:microsoft.com/office/officeart/2018/2/layout/IconVerticalSolidList"/>
    <dgm:cxn modelId="{182D631A-F343-4AD1-8907-AF997C82E224}" type="presParOf" srcId="{4C8F7679-4657-433D-90C8-77C56CCCE3E6}" destId="{FFA85E25-C9DC-40B3-9D50-4732B6492CD8}" srcOrd="8" destOrd="0" presId="urn:microsoft.com/office/officeart/2018/2/layout/IconVerticalSolidList"/>
    <dgm:cxn modelId="{27DA21D1-34DF-409B-857D-6AF158693777}" type="presParOf" srcId="{FFA85E25-C9DC-40B3-9D50-4732B6492CD8}" destId="{4CD37EDF-91E2-4C73-98EF-2F65ADAF610C}" srcOrd="0" destOrd="0" presId="urn:microsoft.com/office/officeart/2018/2/layout/IconVerticalSolidList"/>
    <dgm:cxn modelId="{C767C969-A626-4794-86EC-A4677B4F0A11}" type="presParOf" srcId="{FFA85E25-C9DC-40B3-9D50-4732B6492CD8}" destId="{030C553D-3E6C-4CC2-BCF8-326C36B21AD0}" srcOrd="1" destOrd="0" presId="urn:microsoft.com/office/officeart/2018/2/layout/IconVerticalSolidList"/>
    <dgm:cxn modelId="{F5CE9D6C-68B8-42AC-BE96-5F5EA4A72C97}" type="presParOf" srcId="{FFA85E25-C9DC-40B3-9D50-4732B6492CD8}" destId="{0316AF22-505E-438C-B1E1-497A1E1C8FF2}" srcOrd="2" destOrd="0" presId="urn:microsoft.com/office/officeart/2018/2/layout/IconVerticalSolidList"/>
    <dgm:cxn modelId="{DA5EA073-9223-4A83-B7DD-A7733255BDFE}" type="presParOf" srcId="{FFA85E25-C9DC-40B3-9D50-4732B6492CD8}" destId="{FEC5B4A4-77F4-4AA9-8769-A4DECEC96B7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E5A7C1-6DA6-4865-869D-2938566C2325}" type="doc">
      <dgm:prSet loTypeId="urn:microsoft.com/office/officeart/2016/7/layout/VerticalSolidActionLis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28061E6-071C-4F8B-8EAF-20DC1A091D41}">
      <dgm:prSet/>
      <dgm:spPr/>
      <dgm:t>
        <a:bodyPr/>
        <a:lstStyle/>
        <a:p>
          <a:r>
            <a:rPr lang="en-US" b="1" i="0" dirty="0"/>
            <a:t>Hardware-Software Co-Design</a:t>
          </a:r>
          <a:r>
            <a:rPr lang="en-US" b="0" i="0" dirty="0"/>
            <a:t>:</a:t>
          </a:r>
          <a:endParaRPr lang="en-US" dirty="0"/>
        </a:p>
      </dgm:t>
    </dgm:pt>
    <dgm:pt modelId="{2D651574-BE04-4D45-B0E4-F218D19E6DED}" type="parTrans" cxnId="{944846CA-E745-4B4F-B5D5-6C881D078B1D}">
      <dgm:prSet/>
      <dgm:spPr/>
      <dgm:t>
        <a:bodyPr/>
        <a:lstStyle/>
        <a:p>
          <a:endParaRPr lang="en-US"/>
        </a:p>
      </dgm:t>
    </dgm:pt>
    <dgm:pt modelId="{4AF3BC79-E926-4CC9-BFB9-6EBA7E34E711}" type="sibTrans" cxnId="{944846CA-E745-4B4F-B5D5-6C881D078B1D}">
      <dgm:prSet/>
      <dgm:spPr/>
      <dgm:t>
        <a:bodyPr/>
        <a:lstStyle/>
        <a:p>
          <a:endParaRPr lang="en-US"/>
        </a:p>
      </dgm:t>
    </dgm:pt>
    <dgm:pt modelId="{A36C27B0-005B-427C-9C48-BFB143E351C0}">
      <dgm:prSet custT="1"/>
      <dgm:spPr/>
      <dgm:t>
        <a:bodyPr/>
        <a:lstStyle/>
        <a:p>
          <a:r>
            <a:rPr lang="en-US" sz="1800" b="0" i="0"/>
            <a:t>Address latency vs. area &amp; power trade-off.</a:t>
          </a:r>
          <a:endParaRPr lang="en-US" sz="1800"/>
        </a:p>
      </dgm:t>
    </dgm:pt>
    <dgm:pt modelId="{58ED82DD-3203-4BF2-B90C-C9EF8B51A9BB}" type="parTrans" cxnId="{C14FCEB2-49AC-48EB-ABAF-F743EB6790D7}">
      <dgm:prSet/>
      <dgm:spPr/>
      <dgm:t>
        <a:bodyPr/>
        <a:lstStyle/>
        <a:p>
          <a:endParaRPr lang="en-US"/>
        </a:p>
      </dgm:t>
    </dgm:pt>
    <dgm:pt modelId="{71E2B2B8-B8C2-4C26-9BD8-BF7F554FEF82}" type="sibTrans" cxnId="{C14FCEB2-49AC-48EB-ABAF-F743EB6790D7}">
      <dgm:prSet/>
      <dgm:spPr/>
      <dgm:t>
        <a:bodyPr/>
        <a:lstStyle/>
        <a:p>
          <a:endParaRPr lang="en-US"/>
        </a:p>
      </dgm:t>
    </dgm:pt>
    <dgm:pt modelId="{329D4F81-1165-4A65-9DDF-926107C43682}">
      <dgm:prSet custT="1"/>
      <dgm:spPr/>
      <dgm:t>
        <a:bodyPr/>
        <a:lstStyle/>
        <a:p>
          <a:r>
            <a:rPr lang="en-US" sz="1800" b="0" i="0" dirty="0"/>
            <a:t>Combine hardware concurrency with software flexibility.</a:t>
          </a:r>
          <a:endParaRPr lang="en-US" sz="1800" dirty="0"/>
        </a:p>
      </dgm:t>
    </dgm:pt>
    <dgm:pt modelId="{B2DE62B3-50DF-412B-A6C8-7524C44F0662}" type="parTrans" cxnId="{626C7AC0-874E-4F1C-B841-F26E8E6DED8A}">
      <dgm:prSet/>
      <dgm:spPr/>
      <dgm:t>
        <a:bodyPr/>
        <a:lstStyle/>
        <a:p>
          <a:endParaRPr lang="en-US"/>
        </a:p>
      </dgm:t>
    </dgm:pt>
    <dgm:pt modelId="{B7563E43-2023-44E8-84F7-D1C460B9166D}" type="sibTrans" cxnId="{626C7AC0-874E-4F1C-B841-F26E8E6DED8A}">
      <dgm:prSet/>
      <dgm:spPr/>
      <dgm:t>
        <a:bodyPr/>
        <a:lstStyle/>
        <a:p>
          <a:endParaRPr lang="en-US"/>
        </a:p>
      </dgm:t>
    </dgm:pt>
    <dgm:pt modelId="{BD2A814D-082E-4017-86F8-4D3A8175AA3D}">
      <dgm:prSet/>
      <dgm:spPr/>
      <dgm:t>
        <a:bodyPr/>
        <a:lstStyle/>
        <a:p>
          <a:r>
            <a:rPr lang="en-US" b="1" i="0"/>
            <a:t>Micro-blaze Processor</a:t>
          </a:r>
          <a:r>
            <a:rPr lang="en-US" b="0" i="0"/>
            <a:t>:</a:t>
          </a:r>
          <a:endParaRPr lang="en-US"/>
        </a:p>
      </dgm:t>
    </dgm:pt>
    <dgm:pt modelId="{0E6AB29A-8A16-49D8-9595-0EE3486BA79F}" type="parTrans" cxnId="{59EE3EFE-7406-49B1-8EF5-E64A6E2072B5}">
      <dgm:prSet/>
      <dgm:spPr/>
      <dgm:t>
        <a:bodyPr/>
        <a:lstStyle/>
        <a:p>
          <a:endParaRPr lang="en-US"/>
        </a:p>
      </dgm:t>
    </dgm:pt>
    <dgm:pt modelId="{81097421-9DDA-4510-B4FB-E87D4B17F641}" type="sibTrans" cxnId="{59EE3EFE-7406-49B1-8EF5-E64A6E2072B5}">
      <dgm:prSet/>
      <dgm:spPr/>
      <dgm:t>
        <a:bodyPr/>
        <a:lstStyle/>
        <a:p>
          <a:endParaRPr lang="en-US"/>
        </a:p>
      </dgm:t>
    </dgm:pt>
    <dgm:pt modelId="{F6C60313-232C-436C-B2A6-89DEA4E6ABD5}">
      <dgm:prSet custT="1"/>
      <dgm:spPr/>
      <dgm:t>
        <a:bodyPr/>
        <a:lstStyle/>
        <a:p>
          <a:r>
            <a:rPr lang="en-US" sz="1600" b="0" i="0" dirty="0"/>
            <a:t>Xilinx Micro-blaze IP core as the main processor.</a:t>
          </a:r>
          <a:endParaRPr lang="en-US" sz="1600" dirty="0"/>
        </a:p>
      </dgm:t>
    </dgm:pt>
    <dgm:pt modelId="{7BA2B1CC-AA19-4B4F-A0EB-BB900B15036C}" type="parTrans" cxnId="{74836B61-C1B3-4695-B47E-640AA2798900}">
      <dgm:prSet/>
      <dgm:spPr/>
      <dgm:t>
        <a:bodyPr/>
        <a:lstStyle/>
        <a:p>
          <a:endParaRPr lang="en-US"/>
        </a:p>
      </dgm:t>
    </dgm:pt>
    <dgm:pt modelId="{71447BE1-D2E9-47AA-A524-C285D51B81E7}" type="sibTrans" cxnId="{74836B61-C1B3-4695-B47E-640AA2798900}">
      <dgm:prSet/>
      <dgm:spPr/>
      <dgm:t>
        <a:bodyPr/>
        <a:lstStyle/>
        <a:p>
          <a:endParaRPr lang="en-US"/>
        </a:p>
      </dgm:t>
    </dgm:pt>
    <dgm:pt modelId="{6369874D-228E-4E0B-88A1-6B29B6F247DF}">
      <dgm:prSet custT="1"/>
      <dgm:spPr/>
      <dgm:t>
        <a:bodyPr/>
        <a:lstStyle/>
        <a:p>
          <a:r>
            <a:rPr lang="en-US" sz="1600" b="0" i="0" dirty="0"/>
            <a:t>Configured using Xilinx tools and wrapped in VHDL code.</a:t>
          </a:r>
          <a:endParaRPr lang="en-US" sz="1600" dirty="0"/>
        </a:p>
      </dgm:t>
    </dgm:pt>
    <dgm:pt modelId="{8E895F5F-E7AF-41E8-89C4-41DF0F1B1022}" type="parTrans" cxnId="{2BF19708-75C1-4FE7-9085-69F5CD89905A}">
      <dgm:prSet/>
      <dgm:spPr/>
      <dgm:t>
        <a:bodyPr/>
        <a:lstStyle/>
        <a:p>
          <a:endParaRPr lang="en-US"/>
        </a:p>
      </dgm:t>
    </dgm:pt>
    <dgm:pt modelId="{18C0E402-8A92-4DDC-BE5E-3B1D9F25E9FF}" type="sibTrans" cxnId="{2BF19708-75C1-4FE7-9085-69F5CD89905A}">
      <dgm:prSet/>
      <dgm:spPr/>
      <dgm:t>
        <a:bodyPr/>
        <a:lstStyle/>
        <a:p>
          <a:endParaRPr lang="en-US"/>
        </a:p>
      </dgm:t>
    </dgm:pt>
    <dgm:pt modelId="{A4BD6E5C-C940-4973-88E1-84BBB53F08CD}">
      <dgm:prSet/>
      <dgm:spPr/>
      <dgm:t>
        <a:bodyPr/>
        <a:lstStyle/>
        <a:p>
          <a:r>
            <a:rPr lang="en-US" b="1" i="0"/>
            <a:t>Block Diagram</a:t>
          </a:r>
          <a:r>
            <a:rPr lang="en-US" b="0" i="0"/>
            <a:t>:</a:t>
          </a:r>
          <a:endParaRPr lang="en-US"/>
        </a:p>
      </dgm:t>
    </dgm:pt>
    <dgm:pt modelId="{843651AB-DC61-40A0-8D09-77C9FB0BF158}" type="parTrans" cxnId="{97D21CE9-5538-4859-BE46-504503586008}">
      <dgm:prSet/>
      <dgm:spPr/>
      <dgm:t>
        <a:bodyPr/>
        <a:lstStyle/>
        <a:p>
          <a:endParaRPr lang="en-US"/>
        </a:p>
      </dgm:t>
    </dgm:pt>
    <dgm:pt modelId="{E7BA76A6-2620-4113-9647-95F3375A735D}" type="sibTrans" cxnId="{97D21CE9-5538-4859-BE46-504503586008}">
      <dgm:prSet/>
      <dgm:spPr/>
      <dgm:t>
        <a:bodyPr/>
        <a:lstStyle/>
        <a:p>
          <a:endParaRPr lang="en-US"/>
        </a:p>
      </dgm:t>
    </dgm:pt>
    <dgm:pt modelId="{8E70E8C2-444C-4465-9DCB-F80F1A548622}">
      <dgm:prSet custT="1"/>
      <dgm:spPr/>
      <dgm:t>
        <a:bodyPr/>
        <a:lstStyle/>
        <a:p>
          <a:r>
            <a:rPr lang="en-US" sz="1600" b="0" i="0" dirty="0"/>
            <a:t>Three main blocks: dataset pre-processing, metric evaluation, tree construction.</a:t>
          </a:r>
          <a:endParaRPr lang="en-US" sz="1600" dirty="0"/>
        </a:p>
      </dgm:t>
    </dgm:pt>
    <dgm:pt modelId="{EFDFC28F-B11F-456B-82A4-2FB65FCE0091}" type="parTrans" cxnId="{D80ADCF0-9153-48FD-9C80-5ACE6E701D94}">
      <dgm:prSet/>
      <dgm:spPr/>
      <dgm:t>
        <a:bodyPr/>
        <a:lstStyle/>
        <a:p>
          <a:endParaRPr lang="en-US"/>
        </a:p>
      </dgm:t>
    </dgm:pt>
    <dgm:pt modelId="{29ED7E84-A9C7-442E-AD91-3A665BE23B3F}" type="sibTrans" cxnId="{D80ADCF0-9153-48FD-9C80-5ACE6E701D94}">
      <dgm:prSet/>
      <dgm:spPr/>
      <dgm:t>
        <a:bodyPr/>
        <a:lstStyle/>
        <a:p>
          <a:endParaRPr lang="en-US"/>
        </a:p>
      </dgm:t>
    </dgm:pt>
    <dgm:pt modelId="{EDD0CED6-3DED-4E33-A48E-BF51EF10B8FA}">
      <dgm:prSet custT="1"/>
      <dgm:spPr/>
      <dgm:t>
        <a:bodyPr/>
        <a:lstStyle/>
        <a:p>
          <a:r>
            <a:rPr lang="en-US" sz="1600" b="0" i="0" dirty="0"/>
            <a:t>Software core for dataset handling.</a:t>
          </a:r>
          <a:endParaRPr lang="en-US" sz="1600" dirty="0"/>
        </a:p>
      </dgm:t>
    </dgm:pt>
    <dgm:pt modelId="{FC6F3DA4-4AC0-4281-AC11-B23CAFFD380E}" type="parTrans" cxnId="{EA31BD24-418A-4AA3-8D6B-ABC9170FE039}">
      <dgm:prSet/>
      <dgm:spPr/>
      <dgm:t>
        <a:bodyPr/>
        <a:lstStyle/>
        <a:p>
          <a:endParaRPr lang="en-US"/>
        </a:p>
      </dgm:t>
    </dgm:pt>
    <dgm:pt modelId="{2F6B19E9-8D26-4D5C-A95D-80ADA1781646}" type="sibTrans" cxnId="{EA31BD24-418A-4AA3-8D6B-ABC9170FE039}">
      <dgm:prSet/>
      <dgm:spPr/>
      <dgm:t>
        <a:bodyPr/>
        <a:lstStyle/>
        <a:p>
          <a:endParaRPr lang="en-US"/>
        </a:p>
      </dgm:t>
    </dgm:pt>
    <dgm:pt modelId="{1B995E65-BC44-461F-B0DE-8E6822FC9B04}">
      <dgm:prSet/>
      <dgm:spPr/>
      <dgm:t>
        <a:bodyPr/>
        <a:lstStyle/>
        <a:p>
          <a:r>
            <a:rPr lang="en-US" b="1" i="0"/>
            <a:t>Metric Evaluation Unit</a:t>
          </a:r>
          <a:r>
            <a:rPr lang="en-US" b="0" i="0"/>
            <a:t>:</a:t>
          </a:r>
          <a:endParaRPr lang="en-US"/>
        </a:p>
      </dgm:t>
    </dgm:pt>
    <dgm:pt modelId="{892D9B45-83D5-406D-9062-9AB919808EEE}" type="parTrans" cxnId="{9A6ABFC1-813B-45BA-AE82-FDEF3670574F}">
      <dgm:prSet/>
      <dgm:spPr/>
      <dgm:t>
        <a:bodyPr/>
        <a:lstStyle/>
        <a:p>
          <a:endParaRPr lang="en-US"/>
        </a:p>
      </dgm:t>
    </dgm:pt>
    <dgm:pt modelId="{59B4F39F-30D7-4961-9973-2264E933E8ED}" type="sibTrans" cxnId="{9A6ABFC1-813B-45BA-AE82-FDEF3670574F}">
      <dgm:prSet/>
      <dgm:spPr/>
      <dgm:t>
        <a:bodyPr/>
        <a:lstStyle/>
        <a:p>
          <a:endParaRPr lang="en-US"/>
        </a:p>
      </dgm:t>
    </dgm:pt>
    <dgm:pt modelId="{5211EDF1-C8B7-410F-A613-2E8A2604C925}">
      <dgm:prSet custT="1"/>
      <dgm:spPr/>
      <dgm:t>
        <a:bodyPr/>
        <a:lstStyle/>
        <a:p>
          <a:r>
            <a:rPr lang="en-US" sz="1600" b="0" i="0"/>
            <a:t>Parallel information gain qualifiers.</a:t>
          </a:r>
          <a:endParaRPr lang="en-US" sz="1600"/>
        </a:p>
      </dgm:t>
    </dgm:pt>
    <dgm:pt modelId="{D11B6894-51F1-4DC5-835F-CD2A09CF58F0}" type="parTrans" cxnId="{E16C54F7-286B-4BEA-99F9-C2212C48C47C}">
      <dgm:prSet/>
      <dgm:spPr/>
      <dgm:t>
        <a:bodyPr/>
        <a:lstStyle/>
        <a:p>
          <a:endParaRPr lang="en-US"/>
        </a:p>
      </dgm:t>
    </dgm:pt>
    <dgm:pt modelId="{42C2BCC3-396F-4370-AB63-5625009CB147}" type="sibTrans" cxnId="{E16C54F7-286B-4BEA-99F9-C2212C48C47C}">
      <dgm:prSet/>
      <dgm:spPr/>
      <dgm:t>
        <a:bodyPr/>
        <a:lstStyle/>
        <a:p>
          <a:endParaRPr lang="en-US"/>
        </a:p>
      </dgm:t>
    </dgm:pt>
    <dgm:pt modelId="{ABD37B01-D260-469F-B74F-47D06E2112B4}">
      <dgm:prSet custT="1"/>
      <dgm:spPr/>
      <dgm:t>
        <a:bodyPr/>
        <a:lstStyle/>
        <a:p>
          <a:r>
            <a:rPr lang="en-US" sz="1600" b="0" i="0" dirty="0"/>
            <a:t>Calculate entropy and information gain.</a:t>
          </a:r>
          <a:endParaRPr lang="en-US" sz="1600" dirty="0"/>
        </a:p>
      </dgm:t>
    </dgm:pt>
    <dgm:pt modelId="{9AC44256-0D02-4D0A-956C-2478A1B1550E}" type="parTrans" cxnId="{C930948A-3239-4803-9993-F0C080DEB2CD}">
      <dgm:prSet/>
      <dgm:spPr/>
      <dgm:t>
        <a:bodyPr/>
        <a:lstStyle/>
        <a:p>
          <a:endParaRPr lang="en-US"/>
        </a:p>
      </dgm:t>
    </dgm:pt>
    <dgm:pt modelId="{1B1ACB0B-3218-4DF4-B62F-AE495759166F}" type="sibTrans" cxnId="{C930948A-3239-4803-9993-F0C080DEB2CD}">
      <dgm:prSet/>
      <dgm:spPr/>
      <dgm:t>
        <a:bodyPr/>
        <a:lstStyle/>
        <a:p>
          <a:endParaRPr lang="en-US"/>
        </a:p>
      </dgm:t>
    </dgm:pt>
    <dgm:pt modelId="{54AA3F49-29CB-4A3C-B840-634B40EB893C}">
      <dgm:prSet custT="1"/>
      <dgm:spPr/>
      <dgm:t>
        <a:bodyPr/>
        <a:lstStyle/>
        <a:p>
          <a:r>
            <a:rPr lang="en-US" sz="1600" b="0" i="0" dirty="0"/>
            <a:t>Input for tree construction.</a:t>
          </a:r>
          <a:endParaRPr lang="en-US" sz="1600" dirty="0"/>
        </a:p>
      </dgm:t>
    </dgm:pt>
    <dgm:pt modelId="{15BB85E9-3F90-4107-B881-01960C658087}" type="parTrans" cxnId="{C374330E-E0CD-4B40-B6DC-3123BC7682C6}">
      <dgm:prSet/>
      <dgm:spPr/>
      <dgm:t>
        <a:bodyPr/>
        <a:lstStyle/>
        <a:p>
          <a:endParaRPr lang="en-US"/>
        </a:p>
      </dgm:t>
    </dgm:pt>
    <dgm:pt modelId="{FAAD5BB7-608A-4B5F-BEE7-42491DF24D0C}" type="sibTrans" cxnId="{C374330E-E0CD-4B40-B6DC-3123BC7682C6}">
      <dgm:prSet/>
      <dgm:spPr/>
      <dgm:t>
        <a:bodyPr/>
        <a:lstStyle/>
        <a:p>
          <a:endParaRPr lang="en-US"/>
        </a:p>
      </dgm:t>
    </dgm:pt>
    <dgm:pt modelId="{9E8DD9CD-BCC0-4352-9A0F-18E7898E0AED}">
      <dgm:prSet/>
      <dgm:spPr/>
      <dgm:t>
        <a:bodyPr/>
        <a:lstStyle/>
        <a:p>
          <a:r>
            <a:rPr lang="en-US" b="1" i="0"/>
            <a:t>Testing and Validation</a:t>
          </a:r>
          <a:r>
            <a:rPr lang="en-US" b="0" i="0"/>
            <a:t>:</a:t>
          </a:r>
          <a:endParaRPr lang="en-US"/>
        </a:p>
      </dgm:t>
    </dgm:pt>
    <dgm:pt modelId="{0041937D-70AD-49CD-8079-DE6970263231}" type="parTrans" cxnId="{B7A33AFF-CCD9-4440-8FE0-F67D4A7E69F9}">
      <dgm:prSet/>
      <dgm:spPr/>
      <dgm:t>
        <a:bodyPr/>
        <a:lstStyle/>
        <a:p>
          <a:endParaRPr lang="en-US"/>
        </a:p>
      </dgm:t>
    </dgm:pt>
    <dgm:pt modelId="{53F9034F-014B-4051-B88C-BF7A3895DA4D}" type="sibTrans" cxnId="{B7A33AFF-CCD9-4440-8FE0-F67D4A7E69F9}">
      <dgm:prSet/>
      <dgm:spPr/>
      <dgm:t>
        <a:bodyPr/>
        <a:lstStyle/>
        <a:p>
          <a:endParaRPr lang="en-US"/>
        </a:p>
      </dgm:t>
    </dgm:pt>
    <dgm:pt modelId="{03230462-0353-41F8-8357-15315CE5B706}">
      <dgm:prSet custT="1"/>
      <dgm:spPr/>
      <dgm:t>
        <a:bodyPr/>
        <a:lstStyle/>
        <a:p>
          <a:r>
            <a:rPr lang="en-US" sz="1600" b="0" i="0" dirty="0"/>
            <a:t>Validate functionality and performance.</a:t>
          </a:r>
          <a:endParaRPr lang="en-US" sz="1600" dirty="0"/>
        </a:p>
      </dgm:t>
    </dgm:pt>
    <dgm:pt modelId="{5F601DAD-4DF3-4F45-9815-1826550162CC}" type="parTrans" cxnId="{8C4BEC98-F7AD-4937-9D12-E5CA25ED131E}">
      <dgm:prSet/>
      <dgm:spPr/>
      <dgm:t>
        <a:bodyPr/>
        <a:lstStyle/>
        <a:p>
          <a:endParaRPr lang="en-US"/>
        </a:p>
      </dgm:t>
    </dgm:pt>
    <dgm:pt modelId="{34B1D2B7-6D68-4024-BFBC-C4597BC440E6}" type="sibTrans" cxnId="{8C4BEC98-F7AD-4937-9D12-E5CA25ED131E}">
      <dgm:prSet/>
      <dgm:spPr/>
      <dgm:t>
        <a:bodyPr/>
        <a:lstStyle/>
        <a:p>
          <a:endParaRPr lang="en-US"/>
        </a:p>
      </dgm:t>
    </dgm:pt>
    <dgm:pt modelId="{6722A344-C517-42DA-9E26-754F58979BAB}">
      <dgm:prSet custT="1"/>
      <dgm:spPr/>
      <dgm:t>
        <a:bodyPr/>
        <a:lstStyle/>
        <a:p>
          <a:r>
            <a:rPr lang="en-US" sz="1600" b="0" i="0" dirty="0"/>
            <a:t>Evaluate latency, area, and power.</a:t>
          </a:r>
          <a:endParaRPr lang="en-US" sz="1600" dirty="0"/>
        </a:p>
      </dgm:t>
    </dgm:pt>
    <dgm:pt modelId="{FA025370-BADF-45A6-AF3A-E29B9C4851EF}" type="parTrans" cxnId="{C40916D3-62C8-4017-92B5-EB848F603805}">
      <dgm:prSet/>
      <dgm:spPr/>
      <dgm:t>
        <a:bodyPr/>
        <a:lstStyle/>
        <a:p>
          <a:endParaRPr lang="en-US"/>
        </a:p>
      </dgm:t>
    </dgm:pt>
    <dgm:pt modelId="{51617817-AE3D-412C-AFB8-EC99D09177F8}" type="sibTrans" cxnId="{C40916D3-62C8-4017-92B5-EB848F603805}">
      <dgm:prSet/>
      <dgm:spPr/>
      <dgm:t>
        <a:bodyPr/>
        <a:lstStyle/>
        <a:p>
          <a:endParaRPr lang="en-US"/>
        </a:p>
      </dgm:t>
    </dgm:pt>
    <dgm:pt modelId="{C75D36B6-F82C-423B-9733-E86F0E8B42F6}">
      <dgm:prSet/>
      <dgm:spPr/>
      <dgm:t>
        <a:bodyPr/>
        <a:lstStyle/>
        <a:p>
          <a:r>
            <a:rPr lang="en-US" b="1" i="0"/>
            <a:t>Advantages of Proposed Implementation</a:t>
          </a:r>
          <a:r>
            <a:rPr lang="en-US" b="0" i="0"/>
            <a:t>:</a:t>
          </a:r>
          <a:endParaRPr lang="en-US"/>
        </a:p>
      </dgm:t>
    </dgm:pt>
    <dgm:pt modelId="{39CBD8BB-FB63-41D4-86EC-3FBADFE40480}" type="parTrans" cxnId="{4BCE8898-0427-4E16-BFDA-0F1576F7F3CC}">
      <dgm:prSet/>
      <dgm:spPr/>
      <dgm:t>
        <a:bodyPr/>
        <a:lstStyle/>
        <a:p>
          <a:endParaRPr lang="en-US"/>
        </a:p>
      </dgm:t>
    </dgm:pt>
    <dgm:pt modelId="{7808D5F0-40FB-449F-A7F9-5F9690488590}" type="sibTrans" cxnId="{4BCE8898-0427-4E16-BFDA-0F1576F7F3CC}">
      <dgm:prSet/>
      <dgm:spPr/>
      <dgm:t>
        <a:bodyPr/>
        <a:lstStyle/>
        <a:p>
          <a:endParaRPr lang="en-US"/>
        </a:p>
      </dgm:t>
    </dgm:pt>
    <dgm:pt modelId="{3548345C-1E7A-4CB0-B56A-7E6C7E6E6B6D}">
      <dgm:prSet custT="1"/>
      <dgm:spPr/>
      <dgm:t>
        <a:bodyPr/>
        <a:lstStyle/>
        <a:p>
          <a:r>
            <a:rPr lang="en-US" sz="1600" b="0" i="0" dirty="0"/>
            <a:t>Optimized performance and modularity.</a:t>
          </a:r>
          <a:endParaRPr lang="en-US" sz="1600" dirty="0"/>
        </a:p>
      </dgm:t>
    </dgm:pt>
    <dgm:pt modelId="{6FA43442-2717-48C0-A124-7C47AE3A1888}" type="parTrans" cxnId="{725AE0E8-25B4-4ED1-BB98-4638318B8CFE}">
      <dgm:prSet/>
      <dgm:spPr/>
      <dgm:t>
        <a:bodyPr/>
        <a:lstStyle/>
        <a:p>
          <a:endParaRPr lang="en-US"/>
        </a:p>
      </dgm:t>
    </dgm:pt>
    <dgm:pt modelId="{689510A4-DE77-47AB-8E07-E89DB29645DA}" type="sibTrans" cxnId="{725AE0E8-25B4-4ED1-BB98-4638318B8CFE}">
      <dgm:prSet/>
      <dgm:spPr/>
      <dgm:t>
        <a:bodyPr/>
        <a:lstStyle/>
        <a:p>
          <a:endParaRPr lang="en-US"/>
        </a:p>
      </dgm:t>
    </dgm:pt>
    <dgm:pt modelId="{0E8D538B-8BEE-4B42-A6C5-01D2C84B6249}">
      <dgm:prSet custT="1"/>
      <dgm:spPr/>
      <dgm:t>
        <a:bodyPr/>
        <a:lstStyle/>
        <a:p>
          <a:r>
            <a:rPr lang="en-US" sz="1600" b="0" i="0" dirty="0"/>
            <a:t>Efficient execution of complex ML algorithms on FPGA.</a:t>
          </a:r>
          <a:endParaRPr lang="en-US" sz="1600" dirty="0"/>
        </a:p>
      </dgm:t>
    </dgm:pt>
    <dgm:pt modelId="{8F08A17F-2A0A-470A-923A-04FC9D94D627}" type="parTrans" cxnId="{E82D4CA6-57B1-49C1-9FC8-DF7FEA8A7B5B}">
      <dgm:prSet/>
      <dgm:spPr/>
      <dgm:t>
        <a:bodyPr/>
        <a:lstStyle/>
        <a:p>
          <a:endParaRPr lang="en-US"/>
        </a:p>
      </dgm:t>
    </dgm:pt>
    <dgm:pt modelId="{A5C60011-F391-4AE6-8571-A5746197F778}" type="sibTrans" cxnId="{E82D4CA6-57B1-49C1-9FC8-DF7FEA8A7B5B}">
      <dgm:prSet/>
      <dgm:spPr/>
      <dgm:t>
        <a:bodyPr/>
        <a:lstStyle/>
        <a:p>
          <a:endParaRPr lang="en-US"/>
        </a:p>
      </dgm:t>
    </dgm:pt>
    <dgm:pt modelId="{4155B318-81AB-4A16-B247-C51532EFB485}" type="pres">
      <dgm:prSet presAssocID="{28E5A7C1-6DA6-4865-869D-2938566C2325}" presName="Name0" presStyleCnt="0">
        <dgm:presLayoutVars>
          <dgm:dir/>
          <dgm:animLvl val="lvl"/>
          <dgm:resizeHandles val="exact"/>
        </dgm:presLayoutVars>
      </dgm:prSet>
      <dgm:spPr/>
    </dgm:pt>
    <dgm:pt modelId="{E5F492DE-9B19-4173-B783-E5FFFEF24969}" type="pres">
      <dgm:prSet presAssocID="{528061E6-071C-4F8B-8EAF-20DC1A091D41}" presName="linNode" presStyleCnt="0"/>
      <dgm:spPr/>
    </dgm:pt>
    <dgm:pt modelId="{46FC1BBF-10E6-4C86-B85B-378406137975}" type="pres">
      <dgm:prSet presAssocID="{528061E6-071C-4F8B-8EAF-20DC1A091D41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E873B9CB-B3E1-4B7B-A86A-C5EDB1217B11}" type="pres">
      <dgm:prSet presAssocID="{528061E6-071C-4F8B-8EAF-20DC1A091D41}" presName="descendantText" presStyleLbl="alignAccFollowNode1" presStyleIdx="0" presStyleCnt="6">
        <dgm:presLayoutVars>
          <dgm:bulletEnabled/>
        </dgm:presLayoutVars>
      </dgm:prSet>
      <dgm:spPr/>
    </dgm:pt>
    <dgm:pt modelId="{14CA784D-CB75-46A0-A3C2-A5885968854D}" type="pres">
      <dgm:prSet presAssocID="{4AF3BC79-E926-4CC9-BFB9-6EBA7E34E711}" presName="sp" presStyleCnt="0"/>
      <dgm:spPr/>
    </dgm:pt>
    <dgm:pt modelId="{6B881792-5558-4B06-B7C6-8638F9F56BDD}" type="pres">
      <dgm:prSet presAssocID="{BD2A814D-082E-4017-86F8-4D3A8175AA3D}" presName="linNode" presStyleCnt="0"/>
      <dgm:spPr/>
    </dgm:pt>
    <dgm:pt modelId="{BA1E72F7-839A-43FC-86AC-941F66F4ECD9}" type="pres">
      <dgm:prSet presAssocID="{BD2A814D-082E-4017-86F8-4D3A8175AA3D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7A2B743C-D6BA-4F94-9A02-B395DB2A6B5D}" type="pres">
      <dgm:prSet presAssocID="{BD2A814D-082E-4017-86F8-4D3A8175AA3D}" presName="descendantText" presStyleLbl="alignAccFollowNode1" presStyleIdx="1" presStyleCnt="6">
        <dgm:presLayoutVars>
          <dgm:bulletEnabled/>
        </dgm:presLayoutVars>
      </dgm:prSet>
      <dgm:spPr/>
    </dgm:pt>
    <dgm:pt modelId="{89076920-D206-48C2-A22E-187E58B78C75}" type="pres">
      <dgm:prSet presAssocID="{81097421-9DDA-4510-B4FB-E87D4B17F641}" presName="sp" presStyleCnt="0"/>
      <dgm:spPr/>
    </dgm:pt>
    <dgm:pt modelId="{5CACC7B0-5CE4-4650-BEFD-7571EA4D091F}" type="pres">
      <dgm:prSet presAssocID="{A4BD6E5C-C940-4973-88E1-84BBB53F08CD}" presName="linNode" presStyleCnt="0"/>
      <dgm:spPr/>
    </dgm:pt>
    <dgm:pt modelId="{658D7215-4F69-4B8B-A83F-DF737F58EA62}" type="pres">
      <dgm:prSet presAssocID="{A4BD6E5C-C940-4973-88E1-84BBB53F08CD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E2C438D2-EF22-4547-9104-4CE6AC4A3343}" type="pres">
      <dgm:prSet presAssocID="{A4BD6E5C-C940-4973-88E1-84BBB53F08CD}" presName="descendantText" presStyleLbl="alignAccFollowNode1" presStyleIdx="2" presStyleCnt="6">
        <dgm:presLayoutVars>
          <dgm:bulletEnabled/>
        </dgm:presLayoutVars>
      </dgm:prSet>
      <dgm:spPr/>
    </dgm:pt>
    <dgm:pt modelId="{426A2DFF-C3DA-4361-8ED4-4A54863C6A08}" type="pres">
      <dgm:prSet presAssocID="{E7BA76A6-2620-4113-9647-95F3375A735D}" presName="sp" presStyleCnt="0"/>
      <dgm:spPr/>
    </dgm:pt>
    <dgm:pt modelId="{C6CBE5D2-9BB9-40BB-BDB9-33B796300368}" type="pres">
      <dgm:prSet presAssocID="{1B995E65-BC44-461F-B0DE-8E6822FC9B04}" presName="linNode" presStyleCnt="0"/>
      <dgm:spPr/>
    </dgm:pt>
    <dgm:pt modelId="{BF1F1867-CD50-4207-93E1-98F54AB23730}" type="pres">
      <dgm:prSet presAssocID="{1B995E65-BC44-461F-B0DE-8E6822FC9B04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C0207C5D-8D98-4512-9FF0-315539B93DAC}" type="pres">
      <dgm:prSet presAssocID="{1B995E65-BC44-461F-B0DE-8E6822FC9B04}" presName="descendantText" presStyleLbl="alignAccFollowNode1" presStyleIdx="3" presStyleCnt="6">
        <dgm:presLayoutVars>
          <dgm:bulletEnabled/>
        </dgm:presLayoutVars>
      </dgm:prSet>
      <dgm:spPr/>
    </dgm:pt>
    <dgm:pt modelId="{96803115-B9F0-4D82-A31A-EA4C5F2C8BA0}" type="pres">
      <dgm:prSet presAssocID="{59B4F39F-30D7-4961-9973-2264E933E8ED}" presName="sp" presStyleCnt="0"/>
      <dgm:spPr/>
    </dgm:pt>
    <dgm:pt modelId="{65CDDAF9-2C56-4395-B5BD-E3206D8CA5A2}" type="pres">
      <dgm:prSet presAssocID="{9E8DD9CD-BCC0-4352-9A0F-18E7898E0AED}" presName="linNode" presStyleCnt="0"/>
      <dgm:spPr/>
    </dgm:pt>
    <dgm:pt modelId="{4497F641-D01A-4E17-9F9E-58D850F2427E}" type="pres">
      <dgm:prSet presAssocID="{9E8DD9CD-BCC0-4352-9A0F-18E7898E0AED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B17003D5-8672-4BD6-B21F-0008948E375D}" type="pres">
      <dgm:prSet presAssocID="{9E8DD9CD-BCC0-4352-9A0F-18E7898E0AED}" presName="descendantText" presStyleLbl="alignAccFollowNode1" presStyleIdx="4" presStyleCnt="6">
        <dgm:presLayoutVars>
          <dgm:bulletEnabled/>
        </dgm:presLayoutVars>
      </dgm:prSet>
      <dgm:spPr/>
    </dgm:pt>
    <dgm:pt modelId="{1C4D0CB5-1EC1-4968-8F45-FBA9AC99CF60}" type="pres">
      <dgm:prSet presAssocID="{53F9034F-014B-4051-B88C-BF7A3895DA4D}" presName="sp" presStyleCnt="0"/>
      <dgm:spPr/>
    </dgm:pt>
    <dgm:pt modelId="{B7C3656B-2C75-4D61-98A2-D1EA28D8681C}" type="pres">
      <dgm:prSet presAssocID="{C75D36B6-F82C-423B-9733-E86F0E8B42F6}" presName="linNode" presStyleCnt="0"/>
      <dgm:spPr/>
    </dgm:pt>
    <dgm:pt modelId="{D920521E-7291-49BB-A253-377436949D7E}" type="pres">
      <dgm:prSet presAssocID="{C75D36B6-F82C-423B-9733-E86F0E8B42F6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3D31093C-888E-440B-ABDF-8A4F387BBEB7}" type="pres">
      <dgm:prSet presAssocID="{C75D36B6-F82C-423B-9733-E86F0E8B42F6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36152800-DFAA-4EDB-9F92-99D650EFC3CF}" type="presOf" srcId="{ABD37B01-D260-469F-B74F-47D06E2112B4}" destId="{C0207C5D-8D98-4512-9FF0-315539B93DAC}" srcOrd="0" destOrd="1" presId="urn:microsoft.com/office/officeart/2016/7/layout/VerticalSolidActionList"/>
    <dgm:cxn modelId="{2BF19708-75C1-4FE7-9085-69F5CD89905A}" srcId="{BD2A814D-082E-4017-86F8-4D3A8175AA3D}" destId="{6369874D-228E-4E0B-88A1-6B29B6F247DF}" srcOrd="1" destOrd="0" parTransId="{8E895F5F-E7AF-41E8-89C4-41DF0F1B1022}" sibTransId="{18C0E402-8A92-4DDC-BE5E-3B1D9F25E9FF}"/>
    <dgm:cxn modelId="{EDDE5D0A-2101-4525-B28A-E31F2024499C}" type="presOf" srcId="{5211EDF1-C8B7-410F-A613-2E8A2604C925}" destId="{C0207C5D-8D98-4512-9FF0-315539B93DAC}" srcOrd="0" destOrd="0" presId="urn:microsoft.com/office/officeart/2016/7/layout/VerticalSolidActionList"/>
    <dgm:cxn modelId="{94D96E0A-242F-4F34-8342-B26CE4115B74}" type="presOf" srcId="{1B995E65-BC44-461F-B0DE-8E6822FC9B04}" destId="{BF1F1867-CD50-4207-93E1-98F54AB23730}" srcOrd="0" destOrd="0" presId="urn:microsoft.com/office/officeart/2016/7/layout/VerticalSolidActionList"/>
    <dgm:cxn modelId="{C374330E-E0CD-4B40-B6DC-3123BC7682C6}" srcId="{1B995E65-BC44-461F-B0DE-8E6822FC9B04}" destId="{54AA3F49-29CB-4A3C-B840-634B40EB893C}" srcOrd="2" destOrd="0" parTransId="{15BB85E9-3F90-4107-B881-01960C658087}" sibTransId="{FAAD5BB7-608A-4B5F-BEE7-42491DF24D0C}"/>
    <dgm:cxn modelId="{9C4DBE0E-0BE3-483D-8A66-3CB7619402C6}" type="presOf" srcId="{BD2A814D-082E-4017-86F8-4D3A8175AA3D}" destId="{BA1E72F7-839A-43FC-86AC-941F66F4ECD9}" srcOrd="0" destOrd="0" presId="urn:microsoft.com/office/officeart/2016/7/layout/VerticalSolidActionList"/>
    <dgm:cxn modelId="{8B17771C-5698-4DA1-B0C2-C30E2BBC53DE}" type="presOf" srcId="{3548345C-1E7A-4CB0-B56A-7E6C7E6E6B6D}" destId="{3D31093C-888E-440B-ABDF-8A4F387BBEB7}" srcOrd="0" destOrd="0" presId="urn:microsoft.com/office/officeart/2016/7/layout/VerticalSolidActionList"/>
    <dgm:cxn modelId="{EA31BD24-418A-4AA3-8D6B-ABC9170FE039}" srcId="{A4BD6E5C-C940-4973-88E1-84BBB53F08CD}" destId="{EDD0CED6-3DED-4E33-A48E-BF51EF10B8FA}" srcOrd="1" destOrd="0" parTransId="{FC6F3DA4-4AC0-4281-AC11-B23CAFFD380E}" sibTransId="{2F6B19E9-8D26-4D5C-A95D-80ADA1781646}"/>
    <dgm:cxn modelId="{E615E62A-305D-4D33-8E5E-23AFED2FF91C}" type="presOf" srcId="{6369874D-228E-4E0B-88A1-6B29B6F247DF}" destId="{7A2B743C-D6BA-4F94-9A02-B395DB2A6B5D}" srcOrd="0" destOrd="1" presId="urn:microsoft.com/office/officeart/2016/7/layout/VerticalSolidActionList"/>
    <dgm:cxn modelId="{8D1A1C34-1FB2-4C1B-AEEC-D2EE60B4B299}" type="presOf" srcId="{528061E6-071C-4F8B-8EAF-20DC1A091D41}" destId="{46FC1BBF-10E6-4C86-B85B-378406137975}" srcOrd="0" destOrd="0" presId="urn:microsoft.com/office/officeart/2016/7/layout/VerticalSolidActionList"/>
    <dgm:cxn modelId="{74836B61-C1B3-4695-B47E-640AA2798900}" srcId="{BD2A814D-082E-4017-86F8-4D3A8175AA3D}" destId="{F6C60313-232C-436C-B2A6-89DEA4E6ABD5}" srcOrd="0" destOrd="0" parTransId="{7BA2B1CC-AA19-4B4F-A0EB-BB900B15036C}" sibTransId="{71447BE1-D2E9-47AA-A524-C285D51B81E7}"/>
    <dgm:cxn modelId="{F4F56F68-8849-40A8-A52F-2B6544F92928}" type="presOf" srcId="{F6C60313-232C-436C-B2A6-89DEA4E6ABD5}" destId="{7A2B743C-D6BA-4F94-9A02-B395DB2A6B5D}" srcOrd="0" destOrd="0" presId="urn:microsoft.com/office/officeart/2016/7/layout/VerticalSolidActionList"/>
    <dgm:cxn modelId="{4C97D84D-8FC1-42CE-9FD5-70974E7E1382}" type="presOf" srcId="{C75D36B6-F82C-423B-9733-E86F0E8B42F6}" destId="{D920521E-7291-49BB-A253-377436949D7E}" srcOrd="0" destOrd="0" presId="urn:microsoft.com/office/officeart/2016/7/layout/VerticalSolidActionList"/>
    <dgm:cxn modelId="{3CC29752-48CE-474E-B20A-0B4A44470F25}" type="presOf" srcId="{329D4F81-1165-4A65-9DDF-926107C43682}" destId="{E873B9CB-B3E1-4B7B-A86A-C5EDB1217B11}" srcOrd="0" destOrd="1" presId="urn:microsoft.com/office/officeart/2016/7/layout/VerticalSolidActionList"/>
    <dgm:cxn modelId="{EE963773-C7B2-4252-AEBC-55A377B27F8C}" type="presOf" srcId="{EDD0CED6-3DED-4E33-A48E-BF51EF10B8FA}" destId="{E2C438D2-EF22-4547-9104-4CE6AC4A3343}" srcOrd="0" destOrd="1" presId="urn:microsoft.com/office/officeart/2016/7/layout/VerticalSolidActionList"/>
    <dgm:cxn modelId="{4B7FD781-0BCC-4174-8971-F50090C3351D}" type="presOf" srcId="{6722A344-C517-42DA-9E26-754F58979BAB}" destId="{B17003D5-8672-4BD6-B21F-0008948E375D}" srcOrd="0" destOrd="1" presId="urn:microsoft.com/office/officeart/2016/7/layout/VerticalSolidActionList"/>
    <dgm:cxn modelId="{C930948A-3239-4803-9993-F0C080DEB2CD}" srcId="{1B995E65-BC44-461F-B0DE-8E6822FC9B04}" destId="{ABD37B01-D260-469F-B74F-47D06E2112B4}" srcOrd="1" destOrd="0" parTransId="{9AC44256-0D02-4D0A-956C-2478A1B1550E}" sibTransId="{1B1ACB0B-3218-4DF4-B62F-AE495759166F}"/>
    <dgm:cxn modelId="{C4FC638C-7AD8-410D-A916-EB6686F63603}" type="presOf" srcId="{A4BD6E5C-C940-4973-88E1-84BBB53F08CD}" destId="{658D7215-4F69-4B8B-A83F-DF737F58EA62}" srcOrd="0" destOrd="0" presId="urn:microsoft.com/office/officeart/2016/7/layout/VerticalSolidActionList"/>
    <dgm:cxn modelId="{7495678F-B0C7-4B43-9287-E47C4042472C}" type="presOf" srcId="{28E5A7C1-6DA6-4865-869D-2938566C2325}" destId="{4155B318-81AB-4A16-B247-C51532EFB485}" srcOrd="0" destOrd="0" presId="urn:microsoft.com/office/officeart/2016/7/layout/VerticalSolidActionList"/>
    <dgm:cxn modelId="{4BCE8898-0427-4E16-BFDA-0F1576F7F3CC}" srcId="{28E5A7C1-6DA6-4865-869D-2938566C2325}" destId="{C75D36B6-F82C-423B-9733-E86F0E8B42F6}" srcOrd="5" destOrd="0" parTransId="{39CBD8BB-FB63-41D4-86EC-3FBADFE40480}" sibTransId="{7808D5F0-40FB-449F-A7F9-5F9690488590}"/>
    <dgm:cxn modelId="{8C4BEC98-F7AD-4937-9D12-E5CA25ED131E}" srcId="{9E8DD9CD-BCC0-4352-9A0F-18E7898E0AED}" destId="{03230462-0353-41F8-8357-15315CE5B706}" srcOrd="0" destOrd="0" parTransId="{5F601DAD-4DF3-4F45-9815-1826550162CC}" sibTransId="{34B1D2B7-6D68-4024-BFBC-C4597BC440E6}"/>
    <dgm:cxn modelId="{39ACE3A5-9B07-443F-A756-D046A6DEF2C1}" type="presOf" srcId="{A36C27B0-005B-427C-9C48-BFB143E351C0}" destId="{E873B9CB-B3E1-4B7B-A86A-C5EDB1217B11}" srcOrd="0" destOrd="0" presId="urn:microsoft.com/office/officeart/2016/7/layout/VerticalSolidActionList"/>
    <dgm:cxn modelId="{E82D4CA6-57B1-49C1-9FC8-DF7FEA8A7B5B}" srcId="{C75D36B6-F82C-423B-9733-E86F0E8B42F6}" destId="{0E8D538B-8BEE-4B42-A6C5-01D2C84B6249}" srcOrd="1" destOrd="0" parTransId="{8F08A17F-2A0A-470A-923A-04FC9D94D627}" sibTransId="{A5C60011-F391-4AE6-8571-A5746197F778}"/>
    <dgm:cxn modelId="{C14FCEB2-49AC-48EB-ABAF-F743EB6790D7}" srcId="{528061E6-071C-4F8B-8EAF-20DC1A091D41}" destId="{A36C27B0-005B-427C-9C48-BFB143E351C0}" srcOrd="0" destOrd="0" parTransId="{58ED82DD-3203-4BF2-B90C-C9EF8B51A9BB}" sibTransId="{71E2B2B8-B8C2-4C26-9BD8-BF7F554FEF82}"/>
    <dgm:cxn modelId="{44AD32B9-C0AA-4C47-A6D7-33A2E4E1A5A8}" type="presOf" srcId="{0E8D538B-8BEE-4B42-A6C5-01D2C84B6249}" destId="{3D31093C-888E-440B-ABDF-8A4F387BBEB7}" srcOrd="0" destOrd="1" presId="urn:microsoft.com/office/officeart/2016/7/layout/VerticalSolidActionList"/>
    <dgm:cxn modelId="{932A39BA-7810-4F12-8DD7-9A030322E68F}" type="presOf" srcId="{9E8DD9CD-BCC0-4352-9A0F-18E7898E0AED}" destId="{4497F641-D01A-4E17-9F9E-58D850F2427E}" srcOrd="0" destOrd="0" presId="urn:microsoft.com/office/officeart/2016/7/layout/VerticalSolidActionList"/>
    <dgm:cxn modelId="{0DA68CBA-801B-42EC-8457-B68261E74A8B}" type="presOf" srcId="{03230462-0353-41F8-8357-15315CE5B706}" destId="{B17003D5-8672-4BD6-B21F-0008948E375D}" srcOrd="0" destOrd="0" presId="urn:microsoft.com/office/officeart/2016/7/layout/VerticalSolidActionList"/>
    <dgm:cxn modelId="{626C7AC0-874E-4F1C-B841-F26E8E6DED8A}" srcId="{528061E6-071C-4F8B-8EAF-20DC1A091D41}" destId="{329D4F81-1165-4A65-9DDF-926107C43682}" srcOrd="1" destOrd="0" parTransId="{B2DE62B3-50DF-412B-A6C8-7524C44F0662}" sibTransId="{B7563E43-2023-44E8-84F7-D1C460B9166D}"/>
    <dgm:cxn modelId="{9A6ABFC1-813B-45BA-AE82-FDEF3670574F}" srcId="{28E5A7C1-6DA6-4865-869D-2938566C2325}" destId="{1B995E65-BC44-461F-B0DE-8E6822FC9B04}" srcOrd="3" destOrd="0" parTransId="{892D9B45-83D5-406D-9062-9AB919808EEE}" sibTransId="{59B4F39F-30D7-4961-9973-2264E933E8ED}"/>
    <dgm:cxn modelId="{944846CA-E745-4B4F-B5D5-6C881D078B1D}" srcId="{28E5A7C1-6DA6-4865-869D-2938566C2325}" destId="{528061E6-071C-4F8B-8EAF-20DC1A091D41}" srcOrd="0" destOrd="0" parTransId="{2D651574-BE04-4D45-B0E4-F218D19E6DED}" sibTransId="{4AF3BC79-E926-4CC9-BFB9-6EBA7E34E711}"/>
    <dgm:cxn modelId="{C40916D3-62C8-4017-92B5-EB848F603805}" srcId="{9E8DD9CD-BCC0-4352-9A0F-18E7898E0AED}" destId="{6722A344-C517-42DA-9E26-754F58979BAB}" srcOrd="1" destOrd="0" parTransId="{FA025370-BADF-45A6-AF3A-E29B9C4851EF}" sibTransId="{51617817-AE3D-412C-AFB8-EC99D09177F8}"/>
    <dgm:cxn modelId="{725AE0E8-25B4-4ED1-BB98-4638318B8CFE}" srcId="{C75D36B6-F82C-423B-9733-E86F0E8B42F6}" destId="{3548345C-1E7A-4CB0-B56A-7E6C7E6E6B6D}" srcOrd="0" destOrd="0" parTransId="{6FA43442-2717-48C0-A124-7C47AE3A1888}" sibTransId="{689510A4-DE77-47AB-8E07-E89DB29645DA}"/>
    <dgm:cxn modelId="{97D21CE9-5538-4859-BE46-504503586008}" srcId="{28E5A7C1-6DA6-4865-869D-2938566C2325}" destId="{A4BD6E5C-C940-4973-88E1-84BBB53F08CD}" srcOrd="2" destOrd="0" parTransId="{843651AB-DC61-40A0-8D09-77C9FB0BF158}" sibTransId="{E7BA76A6-2620-4113-9647-95F3375A735D}"/>
    <dgm:cxn modelId="{A0C924EC-6778-4ADD-9604-CCE4F68DB425}" type="presOf" srcId="{54AA3F49-29CB-4A3C-B840-634B40EB893C}" destId="{C0207C5D-8D98-4512-9FF0-315539B93DAC}" srcOrd="0" destOrd="2" presId="urn:microsoft.com/office/officeart/2016/7/layout/VerticalSolidActionList"/>
    <dgm:cxn modelId="{D80ADCF0-9153-48FD-9C80-5ACE6E701D94}" srcId="{A4BD6E5C-C940-4973-88E1-84BBB53F08CD}" destId="{8E70E8C2-444C-4465-9DCB-F80F1A548622}" srcOrd="0" destOrd="0" parTransId="{EFDFC28F-B11F-456B-82A4-2FB65FCE0091}" sibTransId="{29ED7E84-A9C7-442E-AD91-3A665BE23B3F}"/>
    <dgm:cxn modelId="{B73B76F2-3D9C-409D-98AE-7FF29111E6FE}" type="presOf" srcId="{8E70E8C2-444C-4465-9DCB-F80F1A548622}" destId="{E2C438D2-EF22-4547-9104-4CE6AC4A3343}" srcOrd="0" destOrd="0" presId="urn:microsoft.com/office/officeart/2016/7/layout/VerticalSolidActionList"/>
    <dgm:cxn modelId="{E16C54F7-286B-4BEA-99F9-C2212C48C47C}" srcId="{1B995E65-BC44-461F-B0DE-8E6822FC9B04}" destId="{5211EDF1-C8B7-410F-A613-2E8A2604C925}" srcOrd="0" destOrd="0" parTransId="{D11B6894-51F1-4DC5-835F-CD2A09CF58F0}" sibTransId="{42C2BCC3-396F-4370-AB63-5625009CB147}"/>
    <dgm:cxn modelId="{59EE3EFE-7406-49B1-8EF5-E64A6E2072B5}" srcId="{28E5A7C1-6DA6-4865-869D-2938566C2325}" destId="{BD2A814D-082E-4017-86F8-4D3A8175AA3D}" srcOrd="1" destOrd="0" parTransId="{0E6AB29A-8A16-49D8-9595-0EE3486BA79F}" sibTransId="{81097421-9DDA-4510-B4FB-E87D4B17F641}"/>
    <dgm:cxn modelId="{B7A33AFF-CCD9-4440-8FE0-F67D4A7E69F9}" srcId="{28E5A7C1-6DA6-4865-869D-2938566C2325}" destId="{9E8DD9CD-BCC0-4352-9A0F-18E7898E0AED}" srcOrd="4" destOrd="0" parTransId="{0041937D-70AD-49CD-8079-DE6970263231}" sibTransId="{53F9034F-014B-4051-B88C-BF7A3895DA4D}"/>
    <dgm:cxn modelId="{D42584F9-B3E2-44D1-9C09-F75A2499282C}" type="presParOf" srcId="{4155B318-81AB-4A16-B247-C51532EFB485}" destId="{E5F492DE-9B19-4173-B783-E5FFFEF24969}" srcOrd="0" destOrd="0" presId="urn:microsoft.com/office/officeart/2016/7/layout/VerticalSolidActionList"/>
    <dgm:cxn modelId="{6FDE9774-9294-4CA7-8F4C-8DB41CC36202}" type="presParOf" srcId="{E5F492DE-9B19-4173-B783-E5FFFEF24969}" destId="{46FC1BBF-10E6-4C86-B85B-378406137975}" srcOrd="0" destOrd="0" presId="urn:microsoft.com/office/officeart/2016/7/layout/VerticalSolidActionList"/>
    <dgm:cxn modelId="{7C37585B-C9B0-4F1C-BFE7-B2782E2DADB6}" type="presParOf" srcId="{E5F492DE-9B19-4173-B783-E5FFFEF24969}" destId="{E873B9CB-B3E1-4B7B-A86A-C5EDB1217B11}" srcOrd="1" destOrd="0" presId="urn:microsoft.com/office/officeart/2016/7/layout/VerticalSolidActionList"/>
    <dgm:cxn modelId="{900D5661-B7CF-4C6A-AB2D-DC33CF687CF8}" type="presParOf" srcId="{4155B318-81AB-4A16-B247-C51532EFB485}" destId="{14CA784D-CB75-46A0-A3C2-A5885968854D}" srcOrd="1" destOrd="0" presId="urn:microsoft.com/office/officeart/2016/7/layout/VerticalSolidActionList"/>
    <dgm:cxn modelId="{4D014FEC-09F5-4FA8-A26A-5F09BC33E5C1}" type="presParOf" srcId="{4155B318-81AB-4A16-B247-C51532EFB485}" destId="{6B881792-5558-4B06-B7C6-8638F9F56BDD}" srcOrd="2" destOrd="0" presId="urn:microsoft.com/office/officeart/2016/7/layout/VerticalSolidActionList"/>
    <dgm:cxn modelId="{E2A14265-1798-4B13-95D8-D80FC702B6D1}" type="presParOf" srcId="{6B881792-5558-4B06-B7C6-8638F9F56BDD}" destId="{BA1E72F7-839A-43FC-86AC-941F66F4ECD9}" srcOrd="0" destOrd="0" presId="urn:microsoft.com/office/officeart/2016/7/layout/VerticalSolidActionList"/>
    <dgm:cxn modelId="{ECA78271-D35D-43B6-BE70-8F82BC1EB6E8}" type="presParOf" srcId="{6B881792-5558-4B06-B7C6-8638F9F56BDD}" destId="{7A2B743C-D6BA-4F94-9A02-B395DB2A6B5D}" srcOrd="1" destOrd="0" presId="urn:microsoft.com/office/officeart/2016/7/layout/VerticalSolidActionList"/>
    <dgm:cxn modelId="{2133C7F4-C431-4458-A3E3-D03A0E4EA683}" type="presParOf" srcId="{4155B318-81AB-4A16-B247-C51532EFB485}" destId="{89076920-D206-48C2-A22E-187E58B78C75}" srcOrd="3" destOrd="0" presId="urn:microsoft.com/office/officeart/2016/7/layout/VerticalSolidActionList"/>
    <dgm:cxn modelId="{3128384F-A921-4819-B93B-7CA456C8CFE4}" type="presParOf" srcId="{4155B318-81AB-4A16-B247-C51532EFB485}" destId="{5CACC7B0-5CE4-4650-BEFD-7571EA4D091F}" srcOrd="4" destOrd="0" presId="urn:microsoft.com/office/officeart/2016/7/layout/VerticalSolidActionList"/>
    <dgm:cxn modelId="{9BBD4193-FD9C-4726-AE30-32418436E1C9}" type="presParOf" srcId="{5CACC7B0-5CE4-4650-BEFD-7571EA4D091F}" destId="{658D7215-4F69-4B8B-A83F-DF737F58EA62}" srcOrd="0" destOrd="0" presId="urn:microsoft.com/office/officeart/2016/7/layout/VerticalSolidActionList"/>
    <dgm:cxn modelId="{C9D1EF16-FA19-4749-A634-7EC13A2A1AA6}" type="presParOf" srcId="{5CACC7B0-5CE4-4650-BEFD-7571EA4D091F}" destId="{E2C438D2-EF22-4547-9104-4CE6AC4A3343}" srcOrd="1" destOrd="0" presId="urn:microsoft.com/office/officeart/2016/7/layout/VerticalSolidActionList"/>
    <dgm:cxn modelId="{C742A427-1CE9-459D-9722-B9ECBE4DDB35}" type="presParOf" srcId="{4155B318-81AB-4A16-B247-C51532EFB485}" destId="{426A2DFF-C3DA-4361-8ED4-4A54863C6A08}" srcOrd="5" destOrd="0" presId="urn:microsoft.com/office/officeart/2016/7/layout/VerticalSolidActionList"/>
    <dgm:cxn modelId="{A502A5CC-D9FF-4BB8-8468-63C930B65090}" type="presParOf" srcId="{4155B318-81AB-4A16-B247-C51532EFB485}" destId="{C6CBE5D2-9BB9-40BB-BDB9-33B796300368}" srcOrd="6" destOrd="0" presId="urn:microsoft.com/office/officeart/2016/7/layout/VerticalSolidActionList"/>
    <dgm:cxn modelId="{726E8A71-B93A-40F8-A536-90A78606637F}" type="presParOf" srcId="{C6CBE5D2-9BB9-40BB-BDB9-33B796300368}" destId="{BF1F1867-CD50-4207-93E1-98F54AB23730}" srcOrd="0" destOrd="0" presId="urn:microsoft.com/office/officeart/2016/7/layout/VerticalSolidActionList"/>
    <dgm:cxn modelId="{CDED87C3-D336-4F19-BDA4-FFF7A277FB36}" type="presParOf" srcId="{C6CBE5D2-9BB9-40BB-BDB9-33B796300368}" destId="{C0207C5D-8D98-4512-9FF0-315539B93DAC}" srcOrd="1" destOrd="0" presId="urn:microsoft.com/office/officeart/2016/7/layout/VerticalSolidActionList"/>
    <dgm:cxn modelId="{89080DF5-8ECA-4FEB-9C33-4DD100944CF0}" type="presParOf" srcId="{4155B318-81AB-4A16-B247-C51532EFB485}" destId="{96803115-B9F0-4D82-A31A-EA4C5F2C8BA0}" srcOrd="7" destOrd="0" presId="urn:microsoft.com/office/officeart/2016/7/layout/VerticalSolidActionList"/>
    <dgm:cxn modelId="{C9D48EA3-2BD3-40F7-B8F2-A868DD6BEF99}" type="presParOf" srcId="{4155B318-81AB-4A16-B247-C51532EFB485}" destId="{65CDDAF9-2C56-4395-B5BD-E3206D8CA5A2}" srcOrd="8" destOrd="0" presId="urn:microsoft.com/office/officeart/2016/7/layout/VerticalSolidActionList"/>
    <dgm:cxn modelId="{841286E4-AF19-483C-9FED-587E427BEF9D}" type="presParOf" srcId="{65CDDAF9-2C56-4395-B5BD-E3206D8CA5A2}" destId="{4497F641-D01A-4E17-9F9E-58D850F2427E}" srcOrd="0" destOrd="0" presId="urn:microsoft.com/office/officeart/2016/7/layout/VerticalSolidActionList"/>
    <dgm:cxn modelId="{310ACC7B-6540-497F-BA22-2B1B23F89C60}" type="presParOf" srcId="{65CDDAF9-2C56-4395-B5BD-E3206D8CA5A2}" destId="{B17003D5-8672-4BD6-B21F-0008948E375D}" srcOrd="1" destOrd="0" presId="urn:microsoft.com/office/officeart/2016/7/layout/VerticalSolidActionList"/>
    <dgm:cxn modelId="{8CED3F3E-CAB9-42DD-ACA3-888F24D1E58B}" type="presParOf" srcId="{4155B318-81AB-4A16-B247-C51532EFB485}" destId="{1C4D0CB5-1EC1-4968-8F45-FBA9AC99CF60}" srcOrd="9" destOrd="0" presId="urn:microsoft.com/office/officeart/2016/7/layout/VerticalSolidActionList"/>
    <dgm:cxn modelId="{7B1E4779-A717-4184-B488-9C9F2805C2D4}" type="presParOf" srcId="{4155B318-81AB-4A16-B247-C51532EFB485}" destId="{B7C3656B-2C75-4D61-98A2-D1EA28D8681C}" srcOrd="10" destOrd="0" presId="urn:microsoft.com/office/officeart/2016/7/layout/VerticalSolidActionList"/>
    <dgm:cxn modelId="{1365E198-126C-4546-AB00-1EC49A834318}" type="presParOf" srcId="{B7C3656B-2C75-4D61-98A2-D1EA28D8681C}" destId="{D920521E-7291-49BB-A253-377436949D7E}" srcOrd="0" destOrd="0" presId="urn:microsoft.com/office/officeart/2016/7/layout/VerticalSolidActionList"/>
    <dgm:cxn modelId="{BFD5A4C1-0DD1-4927-8BCD-437837287571}" type="presParOf" srcId="{B7C3656B-2C75-4D61-98A2-D1EA28D8681C}" destId="{3D31093C-888E-440B-ABDF-8A4F387BBEB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A7A5B93-03F9-4D64-A237-6B1FFE5B48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913B29-BFA9-41F5-AFCF-D7A8261ED8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Pre-Processing</a:t>
          </a:r>
          <a:r>
            <a:rPr lang="en-US" b="0" i="0"/>
            <a:t>:</a:t>
          </a:r>
          <a:endParaRPr lang="en-US"/>
        </a:p>
      </dgm:t>
    </dgm:pt>
    <dgm:pt modelId="{2B792943-D7DC-4F73-A41E-574E56BDF59B}" type="parTrans" cxnId="{E615AC96-C461-4BAA-9BC2-97DF3939BE49}">
      <dgm:prSet/>
      <dgm:spPr/>
      <dgm:t>
        <a:bodyPr/>
        <a:lstStyle/>
        <a:p>
          <a:endParaRPr lang="en-US"/>
        </a:p>
      </dgm:t>
    </dgm:pt>
    <dgm:pt modelId="{F7CD1FAA-48BD-46FE-8D11-20D32DBAAE25}" type="sibTrans" cxnId="{E615AC96-C461-4BAA-9BC2-97DF3939BE49}">
      <dgm:prSet/>
      <dgm:spPr/>
      <dgm:t>
        <a:bodyPr/>
        <a:lstStyle/>
        <a:p>
          <a:endParaRPr lang="en-US"/>
        </a:p>
      </dgm:t>
    </dgm:pt>
    <dgm:pt modelId="{0FED5ED3-09B9-4205-A3B1-20BC370AB8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Convert attribute values to boolean format.</a:t>
          </a:r>
          <a:endParaRPr lang="en-US"/>
        </a:p>
      </dgm:t>
    </dgm:pt>
    <dgm:pt modelId="{970F68E1-F9E9-4A37-9187-CA257F566D91}" type="parTrans" cxnId="{F025000C-A462-4A94-B434-3307973A9245}">
      <dgm:prSet/>
      <dgm:spPr/>
      <dgm:t>
        <a:bodyPr/>
        <a:lstStyle/>
        <a:p>
          <a:endParaRPr lang="en-US"/>
        </a:p>
      </dgm:t>
    </dgm:pt>
    <dgm:pt modelId="{214A424E-2180-45B4-9548-A1C9857B61D8}" type="sibTrans" cxnId="{F025000C-A462-4A94-B434-3307973A9245}">
      <dgm:prSet/>
      <dgm:spPr/>
      <dgm:t>
        <a:bodyPr/>
        <a:lstStyle/>
        <a:p>
          <a:endParaRPr lang="en-US"/>
        </a:p>
      </dgm:t>
    </dgm:pt>
    <dgm:pt modelId="{BB563E38-CD97-48F9-808E-91E0D1742C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Facilitate input for the hardware classifier.</a:t>
          </a:r>
          <a:endParaRPr lang="en-US" dirty="0"/>
        </a:p>
      </dgm:t>
    </dgm:pt>
    <dgm:pt modelId="{4D734733-F08E-4840-A059-F2B8270988D3}" type="parTrans" cxnId="{E00A6EF9-C7FD-4D7D-813B-85954DE10445}">
      <dgm:prSet/>
      <dgm:spPr/>
      <dgm:t>
        <a:bodyPr/>
        <a:lstStyle/>
        <a:p>
          <a:endParaRPr lang="en-US"/>
        </a:p>
      </dgm:t>
    </dgm:pt>
    <dgm:pt modelId="{79BE1758-72EC-41A4-9F27-E8432EF07DB5}" type="sibTrans" cxnId="{E00A6EF9-C7FD-4D7D-813B-85954DE10445}">
      <dgm:prSet/>
      <dgm:spPr/>
      <dgm:t>
        <a:bodyPr/>
        <a:lstStyle/>
        <a:p>
          <a:endParaRPr lang="en-US"/>
        </a:p>
      </dgm:t>
    </dgm:pt>
    <dgm:pt modelId="{B9259798-59C4-41BA-8CF7-4D5F24A98E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Ensure machine-friendly binary representation.</a:t>
          </a:r>
          <a:endParaRPr lang="en-US"/>
        </a:p>
      </dgm:t>
    </dgm:pt>
    <dgm:pt modelId="{69A175BA-AD41-448F-B495-F9608329F622}" type="parTrans" cxnId="{76FFE574-13EE-4F4F-B70F-8AB61D3AA374}">
      <dgm:prSet/>
      <dgm:spPr/>
      <dgm:t>
        <a:bodyPr/>
        <a:lstStyle/>
        <a:p>
          <a:endParaRPr lang="en-US"/>
        </a:p>
      </dgm:t>
    </dgm:pt>
    <dgm:pt modelId="{C622ACCC-28AD-4F97-A80C-583B5E261E25}" type="sibTrans" cxnId="{76FFE574-13EE-4F4F-B70F-8AB61D3AA374}">
      <dgm:prSet/>
      <dgm:spPr/>
      <dgm:t>
        <a:bodyPr/>
        <a:lstStyle/>
        <a:p>
          <a:endParaRPr lang="en-US"/>
        </a:p>
      </dgm:t>
    </dgm:pt>
    <dgm:pt modelId="{434158A3-B3D7-4479-848B-FA3633EE02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Decision Trees Construction</a:t>
          </a:r>
          <a:r>
            <a:rPr lang="en-US" b="0" i="0"/>
            <a:t>:</a:t>
          </a:r>
          <a:endParaRPr lang="en-US"/>
        </a:p>
      </dgm:t>
    </dgm:pt>
    <dgm:pt modelId="{E75B25E6-B8D4-4C93-9494-7C58DD0BE3FA}" type="parTrans" cxnId="{3F212802-62FE-44B4-801F-8C9626913964}">
      <dgm:prSet/>
      <dgm:spPr/>
      <dgm:t>
        <a:bodyPr/>
        <a:lstStyle/>
        <a:p>
          <a:endParaRPr lang="en-US"/>
        </a:p>
      </dgm:t>
    </dgm:pt>
    <dgm:pt modelId="{C05F932C-D5A1-4BD1-8FAF-CB5E9BAA6058}" type="sibTrans" cxnId="{3F212802-62FE-44B4-801F-8C9626913964}">
      <dgm:prSet/>
      <dgm:spPr/>
      <dgm:t>
        <a:bodyPr/>
        <a:lstStyle/>
        <a:p>
          <a:endParaRPr lang="en-US"/>
        </a:p>
      </dgm:t>
    </dgm:pt>
    <dgm:pt modelId="{AD6F091E-5FB6-4478-9625-B95E4313EE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Root element selection based on information gain.</a:t>
          </a:r>
          <a:endParaRPr lang="en-US" dirty="0"/>
        </a:p>
      </dgm:t>
    </dgm:pt>
    <dgm:pt modelId="{2DB57C77-2ECE-4CEF-AB90-F189AED7123F}" type="parTrans" cxnId="{28A28C0B-4F86-4294-AA1C-354E38030E36}">
      <dgm:prSet/>
      <dgm:spPr/>
      <dgm:t>
        <a:bodyPr/>
        <a:lstStyle/>
        <a:p>
          <a:endParaRPr lang="en-US"/>
        </a:p>
      </dgm:t>
    </dgm:pt>
    <dgm:pt modelId="{C16A1B18-3A3A-4FD3-8CA2-3089F8D9731C}" type="sibTrans" cxnId="{28A28C0B-4F86-4294-AA1C-354E38030E36}">
      <dgm:prSet/>
      <dgm:spPr/>
      <dgm:t>
        <a:bodyPr/>
        <a:lstStyle/>
        <a:p>
          <a:endParaRPr lang="en-US"/>
        </a:p>
      </dgm:t>
    </dgm:pt>
    <dgm:pt modelId="{BEE66782-5240-4218-8086-03E4EB92D6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Recursive generation of child nodes.</a:t>
          </a:r>
          <a:endParaRPr lang="en-US"/>
        </a:p>
      </dgm:t>
    </dgm:pt>
    <dgm:pt modelId="{693E80F6-74C1-4243-948E-880FBB7CABAF}" type="parTrans" cxnId="{E0BF1F2E-4380-41A8-9265-15F0C30D0009}">
      <dgm:prSet/>
      <dgm:spPr/>
      <dgm:t>
        <a:bodyPr/>
        <a:lstStyle/>
        <a:p>
          <a:endParaRPr lang="en-US"/>
        </a:p>
      </dgm:t>
    </dgm:pt>
    <dgm:pt modelId="{FDF0BE66-BBE1-4735-9C08-3E36F15E190B}" type="sibTrans" cxnId="{E0BF1F2E-4380-41A8-9265-15F0C30D0009}">
      <dgm:prSet/>
      <dgm:spPr/>
      <dgm:t>
        <a:bodyPr/>
        <a:lstStyle/>
        <a:p>
          <a:endParaRPr lang="en-US"/>
        </a:p>
      </dgm:t>
    </dgm:pt>
    <dgm:pt modelId="{5F0B265A-4EB9-4BA5-8634-3B94E81720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Top-down tree building for class prediction.</a:t>
          </a:r>
          <a:endParaRPr lang="en-US" dirty="0"/>
        </a:p>
      </dgm:t>
    </dgm:pt>
    <dgm:pt modelId="{EC616B27-E6A0-4EFB-AE0E-74C7DC0F35E1}" type="parTrans" cxnId="{29A20F43-76D5-4E94-803A-064839BA1B44}">
      <dgm:prSet/>
      <dgm:spPr/>
      <dgm:t>
        <a:bodyPr/>
        <a:lstStyle/>
        <a:p>
          <a:endParaRPr lang="en-US"/>
        </a:p>
      </dgm:t>
    </dgm:pt>
    <dgm:pt modelId="{5465180C-E627-41C5-B905-76570A380B35}" type="sibTrans" cxnId="{29A20F43-76D5-4E94-803A-064839BA1B44}">
      <dgm:prSet/>
      <dgm:spPr/>
      <dgm:t>
        <a:bodyPr/>
        <a:lstStyle/>
        <a:p>
          <a:endParaRPr lang="en-US"/>
        </a:p>
      </dgm:t>
    </dgm:pt>
    <dgm:pt modelId="{EB31E208-E3B7-4ADF-869F-96B8A08FE7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Experimental Setup</a:t>
          </a:r>
          <a:r>
            <a:rPr lang="en-US" b="0" i="0"/>
            <a:t>:</a:t>
          </a:r>
          <a:endParaRPr lang="en-US"/>
        </a:p>
      </dgm:t>
    </dgm:pt>
    <dgm:pt modelId="{E1366D0A-D2FD-443C-B281-2DC962925B1F}" type="parTrans" cxnId="{CE4F1717-BA4B-4C08-87BB-FA55CA40491C}">
      <dgm:prSet/>
      <dgm:spPr/>
      <dgm:t>
        <a:bodyPr/>
        <a:lstStyle/>
        <a:p>
          <a:endParaRPr lang="en-US"/>
        </a:p>
      </dgm:t>
    </dgm:pt>
    <dgm:pt modelId="{96738D02-C99E-484B-851F-73426FD2B059}" type="sibTrans" cxnId="{CE4F1717-BA4B-4C08-87BB-FA55CA40491C}">
      <dgm:prSet/>
      <dgm:spPr/>
      <dgm:t>
        <a:bodyPr/>
        <a:lstStyle/>
        <a:p>
          <a:endParaRPr lang="en-US"/>
        </a:p>
      </dgm:t>
    </dgm:pt>
    <dgm:pt modelId="{78EF5108-B1E9-4334-931A-39E65F9AD44D}">
      <dgm:prSet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b="0" i="0" dirty="0"/>
            <a:t>Test proposed implementation on FPGA.</a:t>
          </a:r>
          <a:endParaRPr lang="en-US" dirty="0"/>
        </a:p>
      </dgm:t>
    </dgm:pt>
    <dgm:pt modelId="{50DEED5C-32A5-44B3-93EA-D9F18AA576AC}" type="parTrans" cxnId="{1A9926A3-DF82-43AE-BBE3-5973D7E5087B}">
      <dgm:prSet/>
      <dgm:spPr/>
      <dgm:t>
        <a:bodyPr/>
        <a:lstStyle/>
        <a:p>
          <a:endParaRPr lang="en-US"/>
        </a:p>
      </dgm:t>
    </dgm:pt>
    <dgm:pt modelId="{BC59BAE4-D255-44D5-BDC7-C7D6925B3B9D}" type="sibTrans" cxnId="{1A9926A3-DF82-43AE-BBE3-5973D7E5087B}">
      <dgm:prSet/>
      <dgm:spPr/>
      <dgm:t>
        <a:bodyPr/>
        <a:lstStyle/>
        <a:p>
          <a:endParaRPr lang="en-US"/>
        </a:p>
      </dgm:t>
    </dgm:pt>
    <dgm:pt modelId="{13A73056-2922-4DA3-BE5B-59BB9BF3D279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b="0" i="0" dirty="0"/>
            <a:t>Evaluate performance metrics:</a:t>
          </a:r>
          <a:endParaRPr lang="en-US" dirty="0"/>
        </a:p>
      </dgm:t>
    </dgm:pt>
    <dgm:pt modelId="{9C8787E1-4BD9-4A66-B83D-3B3CE2B76373}" type="parTrans" cxnId="{8356220B-8083-45D4-A64B-7409BADC6A2E}">
      <dgm:prSet/>
      <dgm:spPr/>
      <dgm:t>
        <a:bodyPr/>
        <a:lstStyle/>
        <a:p>
          <a:endParaRPr lang="en-US"/>
        </a:p>
      </dgm:t>
    </dgm:pt>
    <dgm:pt modelId="{C39A4C92-54F8-4543-9E3B-567857C0C160}" type="sibTrans" cxnId="{8356220B-8083-45D4-A64B-7409BADC6A2E}">
      <dgm:prSet/>
      <dgm:spPr/>
      <dgm:t>
        <a:bodyPr/>
        <a:lstStyle/>
        <a:p>
          <a:endParaRPr lang="en-US"/>
        </a:p>
      </dgm:t>
    </dgm:pt>
    <dgm:pt modelId="{C2BE27DF-E6A5-4996-9B30-CB1E3F0D3F92}">
      <dgm:prSet/>
      <dgm:spPr/>
      <dgm:t>
        <a:bodyPr/>
        <a:lstStyle/>
        <a:p>
          <a:r>
            <a:rPr lang="en-US" b="0" i="0" dirty="0"/>
            <a:t>Static and dynamic power consumption.</a:t>
          </a:r>
          <a:endParaRPr lang="en-US" dirty="0"/>
        </a:p>
      </dgm:t>
    </dgm:pt>
    <dgm:pt modelId="{AE2E3FCF-2C20-4594-A773-1A140F472B97}" type="parTrans" cxnId="{EA7BC00C-FC6A-4C50-9D7C-766E69439006}">
      <dgm:prSet/>
      <dgm:spPr/>
      <dgm:t>
        <a:bodyPr/>
        <a:lstStyle/>
        <a:p>
          <a:endParaRPr lang="en-US"/>
        </a:p>
      </dgm:t>
    </dgm:pt>
    <dgm:pt modelId="{580DA5E7-748D-4943-AC03-2A54962550B9}" type="sibTrans" cxnId="{EA7BC00C-FC6A-4C50-9D7C-766E69439006}">
      <dgm:prSet/>
      <dgm:spPr/>
      <dgm:t>
        <a:bodyPr/>
        <a:lstStyle/>
        <a:p>
          <a:endParaRPr lang="en-US"/>
        </a:p>
      </dgm:t>
    </dgm:pt>
    <dgm:pt modelId="{A0C7CC43-3E41-43A6-9750-41B213E56A11}">
      <dgm:prSet/>
      <dgm:spPr/>
      <dgm:t>
        <a:bodyPr/>
        <a:lstStyle/>
        <a:p>
          <a:r>
            <a:rPr lang="en-US" b="0" i="0" dirty="0"/>
            <a:t>Latency.</a:t>
          </a:r>
          <a:endParaRPr lang="en-US" dirty="0"/>
        </a:p>
      </dgm:t>
    </dgm:pt>
    <dgm:pt modelId="{3B94348D-851A-45C4-82AA-DEA8D25198E4}" type="parTrans" cxnId="{4A677712-A9C9-4244-8909-CC63D29222D9}">
      <dgm:prSet/>
      <dgm:spPr/>
      <dgm:t>
        <a:bodyPr/>
        <a:lstStyle/>
        <a:p>
          <a:endParaRPr lang="en-US"/>
        </a:p>
      </dgm:t>
    </dgm:pt>
    <dgm:pt modelId="{23480ECE-8F95-4406-8E6D-CBE027122147}" type="sibTrans" cxnId="{4A677712-A9C9-4244-8909-CC63D29222D9}">
      <dgm:prSet/>
      <dgm:spPr/>
      <dgm:t>
        <a:bodyPr/>
        <a:lstStyle/>
        <a:p>
          <a:endParaRPr lang="en-US"/>
        </a:p>
      </dgm:t>
    </dgm:pt>
    <dgm:pt modelId="{35AE41C4-3F1B-4E3C-8A9B-3BF842291455}">
      <dgm:prSet/>
      <dgm:spPr/>
      <dgm:t>
        <a:bodyPr/>
        <a:lstStyle/>
        <a:p>
          <a:r>
            <a:rPr lang="en-US" b="0" i="0"/>
            <a:t>Area overhead.</a:t>
          </a:r>
          <a:endParaRPr lang="en-US"/>
        </a:p>
      </dgm:t>
    </dgm:pt>
    <dgm:pt modelId="{FDD3CED1-3210-4298-955D-B3947EFA630F}" type="parTrans" cxnId="{529813CD-56AE-432B-9BAF-D707B3A2CD8F}">
      <dgm:prSet/>
      <dgm:spPr/>
      <dgm:t>
        <a:bodyPr/>
        <a:lstStyle/>
        <a:p>
          <a:endParaRPr lang="en-US"/>
        </a:p>
      </dgm:t>
    </dgm:pt>
    <dgm:pt modelId="{324ED472-5636-4D84-B42D-E4E986F11784}" type="sibTrans" cxnId="{529813CD-56AE-432B-9BAF-D707B3A2CD8F}">
      <dgm:prSet/>
      <dgm:spPr/>
      <dgm:t>
        <a:bodyPr/>
        <a:lstStyle/>
        <a:p>
          <a:endParaRPr lang="en-US"/>
        </a:p>
      </dgm:t>
    </dgm:pt>
    <dgm:pt modelId="{32F40AEA-1C59-4565-BD92-D4927CFF1C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Dataset Processing</a:t>
          </a:r>
          <a:r>
            <a:rPr lang="en-US" b="0" i="0"/>
            <a:t>:</a:t>
          </a:r>
          <a:endParaRPr lang="en-US"/>
        </a:p>
      </dgm:t>
    </dgm:pt>
    <dgm:pt modelId="{1E08ED9F-E87B-4CD4-805E-6321D7B1937B}" type="parTrans" cxnId="{5AE0D874-1FF5-4B92-97E4-C80473F90A4F}">
      <dgm:prSet/>
      <dgm:spPr/>
      <dgm:t>
        <a:bodyPr/>
        <a:lstStyle/>
        <a:p>
          <a:endParaRPr lang="en-US"/>
        </a:p>
      </dgm:t>
    </dgm:pt>
    <dgm:pt modelId="{4DE0A9B1-4D1A-41C7-A895-3D0BDDADD92A}" type="sibTrans" cxnId="{5AE0D874-1FF5-4B92-97E4-C80473F90A4F}">
      <dgm:prSet/>
      <dgm:spPr/>
      <dgm:t>
        <a:bodyPr/>
        <a:lstStyle/>
        <a:p>
          <a:endParaRPr lang="en-US"/>
        </a:p>
      </dgm:t>
    </dgm:pt>
    <dgm:pt modelId="{2DF93A64-C7D2-49D3-B9E9-230F3F14FC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Read dataset file.</a:t>
          </a:r>
          <a:endParaRPr lang="en-US" dirty="0"/>
        </a:p>
      </dgm:t>
    </dgm:pt>
    <dgm:pt modelId="{B0BD8FF3-B942-4115-A50A-AA65695E5F06}" type="parTrans" cxnId="{85961A7A-E35A-4AC6-A77E-A75CCD338DCE}">
      <dgm:prSet/>
      <dgm:spPr/>
      <dgm:t>
        <a:bodyPr/>
        <a:lstStyle/>
        <a:p>
          <a:endParaRPr lang="en-US"/>
        </a:p>
      </dgm:t>
    </dgm:pt>
    <dgm:pt modelId="{E7535FD5-E897-48E4-BEB4-01BF33272250}" type="sibTrans" cxnId="{85961A7A-E35A-4AC6-A77E-A75CCD338DCE}">
      <dgm:prSet/>
      <dgm:spPr/>
      <dgm:t>
        <a:bodyPr/>
        <a:lstStyle/>
        <a:p>
          <a:endParaRPr lang="en-US"/>
        </a:p>
      </dgm:t>
    </dgm:pt>
    <dgm:pt modelId="{488CFF4C-EE4D-4DB6-AEA4-F559954517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Convert nominal to numeric values.</a:t>
          </a:r>
          <a:endParaRPr lang="en-US"/>
        </a:p>
      </dgm:t>
    </dgm:pt>
    <dgm:pt modelId="{4AD8D0C9-2DF1-499D-88F9-14190D69E307}" type="parTrans" cxnId="{1A2D1DD5-94BB-4F7D-B051-D86EC7A9F7DA}">
      <dgm:prSet/>
      <dgm:spPr/>
      <dgm:t>
        <a:bodyPr/>
        <a:lstStyle/>
        <a:p>
          <a:endParaRPr lang="en-US"/>
        </a:p>
      </dgm:t>
    </dgm:pt>
    <dgm:pt modelId="{DFA1A982-027E-47EF-9E24-3644589A1AB8}" type="sibTrans" cxnId="{1A2D1DD5-94BB-4F7D-B051-D86EC7A9F7DA}">
      <dgm:prSet/>
      <dgm:spPr/>
      <dgm:t>
        <a:bodyPr/>
        <a:lstStyle/>
        <a:p>
          <a:endParaRPr lang="en-US"/>
        </a:p>
      </dgm:t>
    </dgm:pt>
    <dgm:pt modelId="{638491CB-DE91-4337-B8BE-800679B1F3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Normalize dataset for decision tree input.</a:t>
          </a:r>
          <a:endParaRPr lang="en-US"/>
        </a:p>
      </dgm:t>
    </dgm:pt>
    <dgm:pt modelId="{69FC8CD8-D57E-41AE-BC96-81FCB8D4D3FB}" type="parTrans" cxnId="{AE6348BE-1277-48A9-A4BB-E14419F3E8FB}">
      <dgm:prSet/>
      <dgm:spPr/>
      <dgm:t>
        <a:bodyPr/>
        <a:lstStyle/>
        <a:p>
          <a:endParaRPr lang="en-US"/>
        </a:p>
      </dgm:t>
    </dgm:pt>
    <dgm:pt modelId="{F9D7AF85-24F6-4A5D-89EC-1FA00BA267C1}" type="sibTrans" cxnId="{AE6348BE-1277-48A9-A4BB-E14419F3E8FB}">
      <dgm:prSet/>
      <dgm:spPr/>
      <dgm:t>
        <a:bodyPr/>
        <a:lstStyle/>
        <a:p>
          <a:endParaRPr lang="en-US"/>
        </a:p>
      </dgm:t>
    </dgm:pt>
    <dgm:pt modelId="{B8757985-A8A7-46EA-BEB9-122E198CF3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Performance Evaluation</a:t>
          </a:r>
          <a:r>
            <a:rPr lang="en-US" b="0" i="0"/>
            <a:t>:</a:t>
          </a:r>
          <a:endParaRPr lang="en-US"/>
        </a:p>
      </dgm:t>
    </dgm:pt>
    <dgm:pt modelId="{A1B6290F-2157-4379-9CA1-400D506BBC5F}" type="parTrans" cxnId="{B77AA8D6-A7FB-4352-9520-3802FEE41840}">
      <dgm:prSet/>
      <dgm:spPr/>
      <dgm:t>
        <a:bodyPr/>
        <a:lstStyle/>
        <a:p>
          <a:endParaRPr lang="en-US"/>
        </a:p>
      </dgm:t>
    </dgm:pt>
    <dgm:pt modelId="{961937E3-474B-42F7-AC7B-E9AA8ACEEB98}" type="sibTrans" cxnId="{B77AA8D6-A7FB-4352-9520-3802FEE41840}">
      <dgm:prSet/>
      <dgm:spPr/>
      <dgm:t>
        <a:bodyPr/>
        <a:lstStyle/>
        <a:p>
          <a:endParaRPr lang="en-US"/>
        </a:p>
      </dgm:t>
    </dgm:pt>
    <dgm:pt modelId="{263BCDAC-A001-4ACC-8563-CA75E161D2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Assess decision tree classifier efficiency.</a:t>
          </a:r>
          <a:endParaRPr lang="en-US"/>
        </a:p>
      </dgm:t>
    </dgm:pt>
    <dgm:pt modelId="{BF9DF6C1-8BF4-42A0-B52E-497385972193}" type="parTrans" cxnId="{19D0EE67-4F5C-458A-8107-FA5CE525495A}">
      <dgm:prSet/>
      <dgm:spPr/>
      <dgm:t>
        <a:bodyPr/>
        <a:lstStyle/>
        <a:p>
          <a:endParaRPr lang="en-US"/>
        </a:p>
      </dgm:t>
    </dgm:pt>
    <dgm:pt modelId="{426B27B8-1F00-4391-8A89-D3B83B4657B3}" type="sibTrans" cxnId="{19D0EE67-4F5C-458A-8107-FA5CE525495A}">
      <dgm:prSet/>
      <dgm:spPr/>
      <dgm:t>
        <a:bodyPr/>
        <a:lstStyle/>
        <a:p>
          <a:endParaRPr lang="en-US"/>
        </a:p>
      </dgm:t>
    </dgm:pt>
    <dgm:pt modelId="{5F0C9E68-1984-4F4C-A389-40A9B430ED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Metrics: Power consumption, speed, resource utilization.</a:t>
          </a:r>
          <a:endParaRPr lang="en-US"/>
        </a:p>
      </dgm:t>
    </dgm:pt>
    <dgm:pt modelId="{5B0BF4C7-53A9-4092-B2CF-43ED7F168088}" type="parTrans" cxnId="{CA240173-0629-4EA8-9AED-E1D9700FADBB}">
      <dgm:prSet/>
      <dgm:spPr/>
      <dgm:t>
        <a:bodyPr/>
        <a:lstStyle/>
        <a:p>
          <a:endParaRPr lang="en-US"/>
        </a:p>
      </dgm:t>
    </dgm:pt>
    <dgm:pt modelId="{2114C53F-E910-4367-B978-D7C9E1E96144}" type="sibTrans" cxnId="{CA240173-0629-4EA8-9AED-E1D9700FADBB}">
      <dgm:prSet/>
      <dgm:spPr/>
      <dgm:t>
        <a:bodyPr/>
        <a:lstStyle/>
        <a:p>
          <a:endParaRPr lang="en-US"/>
        </a:p>
      </dgm:t>
    </dgm:pt>
    <dgm:pt modelId="{AB127689-666F-4C9E-820F-EAED526949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Validation of Results</a:t>
          </a:r>
          <a:r>
            <a:rPr lang="en-US" b="0" i="0"/>
            <a:t>:</a:t>
          </a:r>
          <a:endParaRPr lang="en-US"/>
        </a:p>
      </dgm:t>
    </dgm:pt>
    <dgm:pt modelId="{D43A68A2-0471-49ED-8B95-4942BFD3A5F3}" type="parTrans" cxnId="{F3E56676-1E6F-4B00-9203-16C97F913A89}">
      <dgm:prSet/>
      <dgm:spPr/>
      <dgm:t>
        <a:bodyPr/>
        <a:lstStyle/>
        <a:p>
          <a:endParaRPr lang="en-US"/>
        </a:p>
      </dgm:t>
    </dgm:pt>
    <dgm:pt modelId="{903CBE4C-D88F-4F8F-9B80-DC7599369F36}" type="sibTrans" cxnId="{F3E56676-1E6F-4B00-9203-16C97F913A89}">
      <dgm:prSet/>
      <dgm:spPr/>
      <dgm:t>
        <a:bodyPr/>
        <a:lstStyle/>
        <a:p>
          <a:endParaRPr lang="en-US"/>
        </a:p>
      </dgm:t>
    </dgm:pt>
    <dgm:pt modelId="{501DC357-2E70-443F-9A24-D7DACC8BE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Experimental results validate design effectiveness.</a:t>
          </a:r>
          <a:endParaRPr lang="en-US"/>
        </a:p>
      </dgm:t>
    </dgm:pt>
    <dgm:pt modelId="{40EFB2E6-0F38-4C3E-9C7A-2E765B687B5D}" type="parTrans" cxnId="{E3E768D7-4B31-450B-BD80-4885CAD816A2}">
      <dgm:prSet/>
      <dgm:spPr/>
      <dgm:t>
        <a:bodyPr/>
        <a:lstStyle/>
        <a:p>
          <a:endParaRPr lang="en-US"/>
        </a:p>
      </dgm:t>
    </dgm:pt>
    <dgm:pt modelId="{F1C47BE3-B704-443F-BBB1-2ED746EFE087}" type="sibTrans" cxnId="{E3E768D7-4B31-450B-BD80-4885CAD816A2}">
      <dgm:prSet/>
      <dgm:spPr/>
      <dgm:t>
        <a:bodyPr/>
        <a:lstStyle/>
        <a:p>
          <a:endParaRPr lang="en-US"/>
        </a:p>
      </dgm:t>
    </dgm:pt>
    <dgm:pt modelId="{19AFD9C4-3860-47DE-80CE-338F437648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Evaluate power efficiency, accuracy, and speed.</a:t>
          </a:r>
          <a:endParaRPr lang="en-US"/>
        </a:p>
      </dgm:t>
    </dgm:pt>
    <dgm:pt modelId="{202743C9-E713-4CA0-AA72-3C94965371A5}" type="parTrans" cxnId="{8B276DA5-258D-4F5E-BBA6-BFE9DBD56051}">
      <dgm:prSet/>
      <dgm:spPr/>
      <dgm:t>
        <a:bodyPr/>
        <a:lstStyle/>
        <a:p>
          <a:endParaRPr lang="en-US"/>
        </a:p>
      </dgm:t>
    </dgm:pt>
    <dgm:pt modelId="{2B6A31EB-FC8F-46F6-B901-0F60F7EE60F0}" type="sibTrans" cxnId="{8B276DA5-258D-4F5E-BBA6-BFE9DBD56051}">
      <dgm:prSet/>
      <dgm:spPr/>
      <dgm:t>
        <a:bodyPr/>
        <a:lstStyle/>
        <a:p>
          <a:endParaRPr lang="en-US"/>
        </a:p>
      </dgm:t>
    </dgm:pt>
    <dgm:pt modelId="{2877C18E-3CAE-4381-A99C-AFD1415442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/>
            <a:t>Practical Applications</a:t>
          </a:r>
          <a:r>
            <a:rPr lang="en-US" b="0" i="0"/>
            <a:t>:</a:t>
          </a:r>
          <a:endParaRPr lang="en-US"/>
        </a:p>
      </dgm:t>
    </dgm:pt>
    <dgm:pt modelId="{3CE38C64-3E98-4A56-A597-811402402385}" type="parTrans" cxnId="{5F887275-FE82-4F45-B318-82CB2B97EE64}">
      <dgm:prSet/>
      <dgm:spPr/>
      <dgm:t>
        <a:bodyPr/>
        <a:lstStyle/>
        <a:p>
          <a:endParaRPr lang="en-US"/>
        </a:p>
      </dgm:t>
    </dgm:pt>
    <dgm:pt modelId="{13471401-8F57-47A7-AD8B-37529E1E9E9B}" type="sibTrans" cxnId="{5F887275-FE82-4F45-B318-82CB2B97EE64}">
      <dgm:prSet/>
      <dgm:spPr/>
      <dgm:t>
        <a:bodyPr/>
        <a:lstStyle/>
        <a:p>
          <a:endParaRPr lang="en-US"/>
        </a:p>
      </dgm:t>
    </dgm:pt>
    <dgm:pt modelId="{F803F833-7736-4989-B274-E59184B4E3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Demonstrate suitability for real-world use.</a:t>
          </a:r>
          <a:endParaRPr lang="en-US"/>
        </a:p>
      </dgm:t>
    </dgm:pt>
    <dgm:pt modelId="{2F7F0CF4-DE95-40AC-9232-060FBAF3080C}" type="parTrans" cxnId="{C1BBCE02-3517-439A-A88C-6FE32155DFEE}">
      <dgm:prSet/>
      <dgm:spPr/>
      <dgm:t>
        <a:bodyPr/>
        <a:lstStyle/>
        <a:p>
          <a:endParaRPr lang="en-US"/>
        </a:p>
      </dgm:t>
    </dgm:pt>
    <dgm:pt modelId="{34D283C8-9176-4471-8214-BB71F798D34D}" type="sibTrans" cxnId="{C1BBCE02-3517-439A-A88C-6FE32155DFEE}">
      <dgm:prSet/>
      <dgm:spPr/>
      <dgm:t>
        <a:bodyPr/>
        <a:lstStyle/>
        <a:p>
          <a:endParaRPr lang="en-US"/>
        </a:p>
      </dgm:t>
    </dgm:pt>
    <dgm:pt modelId="{C6D0000A-5256-4322-823E-56C4908624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Manage power consumption within acceptable limits.</a:t>
          </a:r>
          <a:endParaRPr lang="en-US"/>
        </a:p>
      </dgm:t>
    </dgm:pt>
    <dgm:pt modelId="{A64FDF9E-5F90-4BB4-96CD-CBE50EB4EA62}" type="parTrans" cxnId="{A785B852-96D9-4333-9FBA-5C6A4A85E56C}">
      <dgm:prSet/>
      <dgm:spPr/>
      <dgm:t>
        <a:bodyPr/>
        <a:lstStyle/>
        <a:p>
          <a:endParaRPr lang="en-US"/>
        </a:p>
      </dgm:t>
    </dgm:pt>
    <dgm:pt modelId="{552E09FC-6F34-4445-9561-732BFA2520F2}" type="sibTrans" cxnId="{A785B852-96D9-4333-9FBA-5C6A4A85E56C}">
      <dgm:prSet/>
      <dgm:spPr/>
      <dgm:t>
        <a:bodyPr/>
        <a:lstStyle/>
        <a:p>
          <a:endParaRPr lang="en-US"/>
        </a:p>
      </dgm:t>
    </dgm:pt>
    <dgm:pt modelId="{8C066BFA-B4FE-4E44-BCB3-235044248FCD}" type="pres">
      <dgm:prSet presAssocID="{4A7A5B93-03F9-4D64-A237-6B1FFE5B4859}" presName="root" presStyleCnt="0">
        <dgm:presLayoutVars>
          <dgm:dir/>
          <dgm:resizeHandles val="exact"/>
        </dgm:presLayoutVars>
      </dgm:prSet>
      <dgm:spPr/>
    </dgm:pt>
    <dgm:pt modelId="{A5AAAEEA-5851-4753-9368-A14263687EDE}" type="pres">
      <dgm:prSet presAssocID="{56913B29-BFA9-41F5-AFCF-D7A8261ED887}" presName="compNode" presStyleCnt="0"/>
      <dgm:spPr/>
    </dgm:pt>
    <dgm:pt modelId="{04D62D85-6690-4E82-9EEF-D53F25B79682}" type="pres">
      <dgm:prSet presAssocID="{56913B29-BFA9-41F5-AFCF-D7A8261ED887}" presName="bgRect" presStyleLbl="bgShp" presStyleIdx="0" presStyleCnt="7"/>
      <dgm:spPr/>
    </dgm:pt>
    <dgm:pt modelId="{9172767D-6DB9-46F0-A387-23B4E2478434}" type="pres">
      <dgm:prSet presAssocID="{56913B29-BFA9-41F5-AFCF-D7A8261ED88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8A55BA7-C896-4FE5-838B-92850F69BED2}" type="pres">
      <dgm:prSet presAssocID="{56913B29-BFA9-41F5-AFCF-D7A8261ED887}" presName="spaceRect" presStyleCnt="0"/>
      <dgm:spPr/>
    </dgm:pt>
    <dgm:pt modelId="{CD54CE3B-5CF4-41B2-975F-3626E0987D4F}" type="pres">
      <dgm:prSet presAssocID="{56913B29-BFA9-41F5-AFCF-D7A8261ED887}" presName="parTx" presStyleLbl="revTx" presStyleIdx="0" presStyleCnt="14">
        <dgm:presLayoutVars>
          <dgm:chMax val="0"/>
          <dgm:chPref val="0"/>
        </dgm:presLayoutVars>
      </dgm:prSet>
      <dgm:spPr/>
    </dgm:pt>
    <dgm:pt modelId="{46EFBCE1-CA17-4AEB-95FC-0E9A14756D5E}" type="pres">
      <dgm:prSet presAssocID="{56913B29-BFA9-41F5-AFCF-D7A8261ED887}" presName="desTx" presStyleLbl="revTx" presStyleIdx="1" presStyleCnt="14">
        <dgm:presLayoutVars/>
      </dgm:prSet>
      <dgm:spPr/>
    </dgm:pt>
    <dgm:pt modelId="{C53824A2-1CF5-438A-B62D-60E1E93465D7}" type="pres">
      <dgm:prSet presAssocID="{F7CD1FAA-48BD-46FE-8D11-20D32DBAAE25}" presName="sibTrans" presStyleCnt="0"/>
      <dgm:spPr/>
    </dgm:pt>
    <dgm:pt modelId="{8A13D090-6D1C-4255-9B62-41F72496E3AB}" type="pres">
      <dgm:prSet presAssocID="{434158A3-B3D7-4479-848B-FA3633EE02EB}" presName="compNode" presStyleCnt="0"/>
      <dgm:spPr/>
    </dgm:pt>
    <dgm:pt modelId="{B7C9E7E7-5960-438F-A027-7B33F3BC698E}" type="pres">
      <dgm:prSet presAssocID="{434158A3-B3D7-4479-848B-FA3633EE02EB}" presName="bgRect" presStyleLbl="bgShp" presStyleIdx="1" presStyleCnt="7" custScaleY="101362" custLinFactNeighborX="421" custLinFactNeighborY="-15775"/>
      <dgm:spPr/>
    </dgm:pt>
    <dgm:pt modelId="{771D3D5B-F712-4C8E-8251-C13C6B577B17}" type="pres">
      <dgm:prSet presAssocID="{434158A3-B3D7-4479-848B-FA3633EE02E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1CF842ED-BCB3-4868-993A-7D331781B105}" type="pres">
      <dgm:prSet presAssocID="{434158A3-B3D7-4479-848B-FA3633EE02EB}" presName="spaceRect" presStyleCnt="0"/>
      <dgm:spPr/>
    </dgm:pt>
    <dgm:pt modelId="{3C3ABB68-9851-4FF8-89C9-E7EB06EA927F}" type="pres">
      <dgm:prSet presAssocID="{434158A3-B3D7-4479-848B-FA3633EE02EB}" presName="parTx" presStyleLbl="revTx" presStyleIdx="2" presStyleCnt="14">
        <dgm:presLayoutVars>
          <dgm:chMax val="0"/>
          <dgm:chPref val="0"/>
        </dgm:presLayoutVars>
      </dgm:prSet>
      <dgm:spPr/>
    </dgm:pt>
    <dgm:pt modelId="{07568F62-A4B7-46E6-A8DE-6213B910A375}" type="pres">
      <dgm:prSet presAssocID="{434158A3-B3D7-4479-848B-FA3633EE02EB}" presName="desTx" presStyleLbl="revTx" presStyleIdx="3" presStyleCnt="14" custScaleY="133220" custLinFactNeighborX="-945" custLinFactNeighborY="-17091">
        <dgm:presLayoutVars/>
      </dgm:prSet>
      <dgm:spPr/>
    </dgm:pt>
    <dgm:pt modelId="{A9661D04-7167-4889-B774-60B9EFB1CD36}" type="pres">
      <dgm:prSet presAssocID="{C05F932C-D5A1-4BD1-8FAF-CB5E9BAA6058}" presName="sibTrans" presStyleCnt="0"/>
      <dgm:spPr/>
    </dgm:pt>
    <dgm:pt modelId="{269033B5-40CC-4C31-B35E-F21414E1733A}" type="pres">
      <dgm:prSet presAssocID="{EB31E208-E3B7-4ADF-869F-96B8A08FE725}" presName="compNode" presStyleCnt="0"/>
      <dgm:spPr/>
    </dgm:pt>
    <dgm:pt modelId="{9F5CB3FA-742B-480B-8275-CE0BB61430EF}" type="pres">
      <dgm:prSet presAssocID="{EB31E208-E3B7-4ADF-869F-96B8A08FE725}" presName="bgRect" presStyleLbl="bgShp" presStyleIdx="2" presStyleCnt="7" custScaleY="165067" custLinFactNeighborX="421" custLinFactNeighborY="-17525"/>
      <dgm:spPr/>
    </dgm:pt>
    <dgm:pt modelId="{CAC0C11A-D146-41FE-B162-158F1A88958E}" type="pres">
      <dgm:prSet presAssocID="{EB31E208-E3B7-4ADF-869F-96B8A08FE725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59BCC24-3E55-43E8-9A65-B4269ADEC5C8}" type="pres">
      <dgm:prSet presAssocID="{EB31E208-E3B7-4ADF-869F-96B8A08FE725}" presName="spaceRect" presStyleCnt="0"/>
      <dgm:spPr/>
    </dgm:pt>
    <dgm:pt modelId="{840C213B-FB3D-499F-81B1-0D1E2807368F}" type="pres">
      <dgm:prSet presAssocID="{EB31E208-E3B7-4ADF-869F-96B8A08FE725}" presName="parTx" presStyleLbl="revTx" presStyleIdx="4" presStyleCnt="14">
        <dgm:presLayoutVars>
          <dgm:chMax val="0"/>
          <dgm:chPref val="0"/>
        </dgm:presLayoutVars>
      </dgm:prSet>
      <dgm:spPr/>
    </dgm:pt>
    <dgm:pt modelId="{A2B33E3E-5D2A-4F47-99BB-1EF458034E22}" type="pres">
      <dgm:prSet presAssocID="{EB31E208-E3B7-4ADF-869F-96B8A08FE725}" presName="desTx" presStyleLbl="revTx" presStyleIdx="5" presStyleCnt="14" custLinFactNeighborX="-1848" custLinFactNeighborY="-19113">
        <dgm:presLayoutVars/>
      </dgm:prSet>
      <dgm:spPr/>
    </dgm:pt>
    <dgm:pt modelId="{4D290B5A-A7C9-410C-8FA5-A6A1F5E64F08}" type="pres">
      <dgm:prSet presAssocID="{96738D02-C99E-484B-851F-73426FD2B059}" presName="sibTrans" presStyleCnt="0"/>
      <dgm:spPr/>
    </dgm:pt>
    <dgm:pt modelId="{FCE88C59-F3FB-4649-B2F2-E7C694A388E3}" type="pres">
      <dgm:prSet presAssocID="{32F40AEA-1C59-4565-BD92-D4927CFF1CF7}" presName="compNode" presStyleCnt="0"/>
      <dgm:spPr/>
    </dgm:pt>
    <dgm:pt modelId="{EDC771B8-3CA2-4259-9E42-997A55531B8D}" type="pres">
      <dgm:prSet presAssocID="{32F40AEA-1C59-4565-BD92-D4927CFF1CF7}" presName="bgRect" presStyleLbl="bgShp" presStyleIdx="3" presStyleCnt="7"/>
      <dgm:spPr/>
    </dgm:pt>
    <dgm:pt modelId="{FDD476C6-9201-4C1B-ABD8-7ED64365DA7C}" type="pres">
      <dgm:prSet presAssocID="{32F40AEA-1C59-4565-BD92-D4927CFF1CF7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378B4DE-55B0-4FC1-A73F-A5BC923A3B56}" type="pres">
      <dgm:prSet presAssocID="{32F40AEA-1C59-4565-BD92-D4927CFF1CF7}" presName="spaceRect" presStyleCnt="0"/>
      <dgm:spPr/>
    </dgm:pt>
    <dgm:pt modelId="{BA610364-7790-411F-A953-429E2B0BF3FA}" type="pres">
      <dgm:prSet presAssocID="{32F40AEA-1C59-4565-BD92-D4927CFF1CF7}" presName="parTx" presStyleLbl="revTx" presStyleIdx="6" presStyleCnt="14">
        <dgm:presLayoutVars>
          <dgm:chMax val="0"/>
          <dgm:chPref val="0"/>
        </dgm:presLayoutVars>
      </dgm:prSet>
      <dgm:spPr/>
    </dgm:pt>
    <dgm:pt modelId="{1A44450A-0962-47B1-A84A-39BE54CBC2DC}" type="pres">
      <dgm:prSet presAssocID="{32F40AEA-1C59-4565-BD92-D4927CFF1CF7}" presName="desTx" presStyleLbl="revTx" presStyleIdx="7" presStyleCnt="14">
        <dgm:presLayoutVars/>
      </dgm:prSet>
      <dgm:spPr/>
    </dgm:pt>
    <dgm:pt modelId="{775C00AF-681F-40D6-80F0-E4E7C795138B}" type="pres">
      <dgm:prSet presAssocID="{4DE0A9B1-4D1A-41C7-A895-3D0BDDADD92A}" presName="sibTrans" presStyleCnt="0"/>
      <dgm:spPr/>
    </dgm:pt>
    <dgm:pt modelId="{D71CA837-91ED-4C82-9966-A2341F62E486}" type="pres">
      <dgm:prSet presAssocID="{B8757985-A8A7-46EA-BEB9-122E198CF318}" presName="compNode" presStyleCnt="0"/>
      <dgm:spPr/>
    </dgm:pt>
    <dgm:pt modelId="{6AF30DFD-081E-424E-B360-41B34A57C5CD}" type="pres">
      <dgm:prSet presAssocID="{B8757985-A8A7-46EA-BEB9-122E198CF318}" presName="bgRect" presStyleLbl="bgShp" presStyleIdx="4" presStyleCnt="7"/>
      <dgm:spPr/>
    </dgm:pt>
    <dgm:pt modelId="{FD487ED1-C1E5-4792-A675-C5C67850B789}" type="pres">
      <dgm:prSet presAssocID="{B8757985-A8A7-46EA-BEB9-122E198CF318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2840699-86D1-48D2-AA67-CE1FDED9FF4B}" type="pres">
      <dgm:prSet presAssocID="{B8757985-A8A7-46EA-BEB9-122E198CF318}" presName="spaceRect" presStyleCnt="0"/>
      <dgm:spPr/>
    </dgm:pt>
    <dgm:pt modelId="{23069191-3DE3-450A-B3E6-01781C717748}" type="pres">
      <dgm:prSet presAssocID="{B8757985-A8A7-46EA-BEB9-122E198CF318}" presName="parTx" presStyleLbl="revTx" presStyleIdx="8" presStyleCnt="14">
        <dgm:presLayoutVars>
          <dgm:chMax val="0"/>
          <dgm:chPref val="0"/>
        </dgm:presLayoutVars>
      </dgm:prSet>
      <dgm:spPr/>
    </dgm:pt>
    <dgm:pt modelId="{0057A85D-661B-491E-A2D6-69B7ACF9C0C3}" type="pres">
      <dgm:prSet presAssocID="{B8757985-A8A7-46EA-BEB9-122E198CF318}" presName="desTx" presStyleLbl="revTx" presStyleIdx="9" presStyleCnt="14">
        <dgm:presLayoutVars/>
      </dgm:prSet>
      <dgm:spPr/>
    </dgm:pt>
    <dgm:pt modelId="{3A50F7EB-2EB8-4059-AFC7-F5110369D700}" type="pres">
      <dgm:prSet presAssocID="{961937E3-474B-42F7-AC7B-E9AA8ACEEB98}" presName="sibTrans" presStyleCnt="0"/>
      <dgm:spPr/>
    </dgm:pt>
    <dgm:pt modelId="{31181D61-7106-42F7-801B-BB2083CDC09D}" type="pres">
      <dgm:prSet presAssocID="{AB127689-666F-4C9E-820F-EAED5269498F}" presName="compNode" presStyleCnt="0"/>
      <dgm:spPr/>
    </dgm:pt>
    <dgm:pt modelId="{54C34AC4-0F42-4FB5-BC44-9A40D2C26408}" type="pres">
      <dgm:prSet presAssocID="{AB127689-666F-4C9E-820F-EAED5269498F}" presName="bgRect" presStyleLbl="bgShp" presStyleIdx="5" presStyleCnt="7"/>
      <dgm:spPr/>
    </dgm:pt>
    <dgm:pt modelId="{E6D51A59-7826-474D-AA44-8D21FD6FC0B9}" type="pres">
      <dgm:prSet presAssocID="{AB127689-666F-4C9E-820F-EAED5269498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94B95BD-5B34-4677-BDDF-D414672E6C87}" type="pres">
      <dgm:prSet presAssocID="{AB127689-666F-4C9E-820F-EAED5269498F}" presName="spaceRect" presStyleCnt="0"/>
      <dgm:spPr/>
    </dgm:pt>
    <dgm:pt modelId="{8DAFCFF1-C2FB-496B-9781-527C3F0414BF}" type="pres">
      <dgm:prSet presAssocID="{AB127689-666F-4C9E-820F-EAED5269498F}" presName="parTx" presStyleLbl="revTx" presStyleIdx="10" presStyleCnt="14">
        <dgm:presLayoutVars>
          <dgm:chMax val="0"/>
          <dgm:chPref val="0"/>
        </dgm:presLayoutVars>
      </dgm:prSet>
      <dgm:spPr/>
    </dgm:pt>
    <dgm:pt modelId="{16AF2ECC-6367-4DEC-AD2E-4C9F950B4F61}" type="pres">
      <dgm:prSet presAssocID="{AB127689-666F-4C9E-820F-EAED5269498F}" presName="desTx" presStyleLbl="revTx" presStyleIdx="11" presStyleCnt="14">
        <dgm:presLayoutVars/>
      </dgm:prSet>
      <dgm:spPr/>
    </dgm:pt>
    <dgm:pt modelId="{68910232-0FF9-4863-BCB1-6E30BBE75367}" type="pres">
      <dgm:prSet presAssocID="{903CBE4C-D88F-4F8F-9B80-DC7599369F36}" presName="sibTrans" presStyleCnt="0"/>
      <dgm:spPr/>
    </dgm:pt>
    <dgm:pt modelId="{BAA834A1-979D-4B5A-A0A1-827C8C64778C}" type="pres">
      <dgm:prSet presAssocID="{2877C18E-3CAE-4381-A99C-AFD141544292}" presName="compNode" presStyleCnt="0"/>
      <dgm:spPr/>
    </dgm:pt>
    <dgm:pt modelId="{91DC1BE6-696B-4578-97AF-DAB1D6266767}" type="pres">
      <dgm:prSet presAssocID="{2877C18E-3CAE-4381-A99C-AFD141544292}" presName="bgRect" presStyleLbl="bgShp" presStyleIdx="6" presStyleCnt="7"/>
      <dgm:spPr/>
    </dgm:pt>
    <dgm:pt modelId="{F317F661-5FC0-4BD4-A431-7C4F0C4AE52D}" type="pres">
      <dgm:prSet presAssocID="{2877C18E-3CAE-4381-A99C-AFD141544292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B7026B1D-C016-4E4B-9AF9-75B189754987}" type="pres">
      <dgm:prSet presAssocID="{2877C18E-3CAE-4381-A99C-AFD141544292}" presName="spaceRect" presStyleCnt="0"/>
      <dgm:spPr/>
    </dgm:pt>
    <dgm:pt modelId="{0FFA0E28-B9DB-4E25-8B92-310E83ACFB53}" type="pres">
      <dgm:prSet presAssocID="{2877C18E-3CAE-4381-A99C-AFD141544292}" presName="parTx" presStyleLbl="revTx" presStyleIdx="12" presStyleCnt="14">
        <dgm:presLayoutVars>
          <dgm:chMax val="0"/>
          <dgm:chPref val="0"/>
        </dgm:presLayoutVars>
      </dgm:prSet>
      <dgm:spPr/>
    </dgm:pt>
    <dgm:pt modelId="{43AD1952-067C-410D-A02C-E5A433F44C1B}" type="pres">
      <dgm:prSet presAssocID="{2877C18E-3CAE-4381-A99C-AFD141544292}" presName="desTx" presStyleLbl="revTx" presStyleIdx="13" presStyleCnt="14">
        <dgm:presLayoutVars/>
      </dgm:prSet>
      <dgm:spPr/>
    </dgm:pt>
  </dgm:ptLst>
  <dgm:cxnLst>
    <dgm:cxn modelId="{3F212802-62FE-44B4-801F-8C9626913964}" srcId="{4A7A5B93-03F9-4D64-A237-6B1FFE5B4859}" destId="{434158A3-B3D7-4479-848B-FA3633EE02EB}" srcOrd="1" destOrd="0" parTransId="{E75B25E6-B8D4-4C93-9494-7C58DD0BE3FA}" sibTransId="{C05F932C-D5A1-4BD1-8FAF-CB5E9BAA6058}"/>
    <dgm:cxn modelId="{C1BBCE02-3517-439A-A88C-6FE32155DFEE}" srcId="{2877C18E-3CAE-4381-A99C-AFD141544292}" destId="{F803F833-7736-4989-B274-E59184B4E35E}" srcOrd="0" destOrd="0" parTransId="{2F7F0CF4-DE95-40AC-9232-060FBAF3080C}" sibTransId="{34D283C8-9176-4471-8214-BB71F798D34D}"/>
    <dgm:cxn modelId="{F1A7070B-2BC0-4E4F-939A-43ED5F646FF9}" type="presOf" srcId="{488CFF4C-EE4D-4DB6-AEA4-F55995451763}" destId="{1A44450A-0962-47B1-A84A-39BE54CBC2DC}" srcOrd="0" destOrd="1" presId="urn:microsoft.com/office/officeart/2018/2/layout/IconVerticalSolidList"/>
    <dgm:cxn modelId="{8356220B-8083-45D4-A64B-7409BADC6A2E}" srcId="{EB31E208-E3B7-4ADF-869F-96B8A08FE725}" destId="{13A73056-2922-4DA3-BE5B-59BB9BF3D279}" srcOrd="1" destOrd="0" parTransId="{9C8787E1-4BD9-4A66-B83D-3B3CE2B76373}" sibTransId="{C39A4C92-54F8-4543-9E3B-567857C0C160}"/>
    <dgm:cxn modelId="{28A28C0B-4F86-4294-AA1C-354E38030E36}" srcId="{434158A3-B3D7-4479-848B-FA3633EE02EB}" destId="{AD6F091E-5FB6-4478-9625-B95E4313EE5E}" srcOrd="0" destOrd="0" parTransId="{2DB57C77-2ECE-4CEF-AB90-F189AED7123F}" sibTransId="{C16A1B18-3A3A-4FD3-8CA2-3089F8D9731C}"/>
    <dgm:cxn modelId="{F025000C-A462-4A94-B434-3307973A9245}" srcId="{56913B29-BFA9-41F5-AFCF-D7A8261ED887}" destId="{0FED5ED3-09B9-4205-A3B1-20BC370AB88F}" srcOrd="0" destOrd="0" parTransId="{970F68E1-F9E9-4A37-9187-CA257F566D91}" sibTransId="{214A424E-2180-45B4-9548-A1C9857B61D8}"/>
    <dgm:cxn modelId="{4754570C-688D-4F4A-A6E6-E1F786C067CC}" type="presOf" srcId="{A0C7CC43-3E41-43A6-9750-41B213E56A11}" destId="{A2B33E3E-5D2A-4F47-99BB-1EF458034E22}" srcOrd="0" destOrd="3" presId="urn:microsoft.com/office/officeart/2018/2/layout/IconVerticalSolidList"/>
    <dgm:cxn modelId="{EA7BC00C-FC6A-4C50-9D7C-766E69439006}" srcId="{13A73056-2922-4DA3-BE5B-59BB9BF3D279}" destId="{C2BE27DF-E6A5-4996-9B30-CB1E3F0D3F92}" srcOrd="0" destOrd="0" parTransId="{AE2E3FCF-2C20-4594-A773-1A140F472B97}" sibTransId="{580DA5E7-748D-4943-AC03-2A54962550B9}"/>
    <dgm:cxn modelId="{4A677712-A9C9-4244-8909-CC63D29222D9}" srcId="{13A73056-2922-4DA3-BE5B-59BB9BF3D279}" destId="{A0C7CC43-3E41-43A6-9750-41B213E56A11}" srcOrd="1" destOrd="0" parTransId="{3B94348D-851A-45C4-82AA-DEA8D25198E4}" sibTransId="{23480ECE-8F95-4406-8E6D-CBE027122147}"/>
    <dgm:cxn modelId="{125F1F16-3024-4952-A750-7024631DE13D}" type="presOf" srcId="{2DF93A64-C7D2-49D3-B9E9-230F3F14FC39}" destId="{1A44450A-0962-47B1-A84A-39BE54CBC2DC}" srcOrd="0" destOrd="0" presId="urn:microsoft.com/office/officeart/2018/2/layout/IconVerticalSolidList"/>
    <dgm:cxn modelId="{CE4F1717-BA4B-4C08-87BB-FA55CA40491C}" srcId="{4A7A5B93-03F9-4D64-A237-6B1FFE5B4859}" destId="{EB31E208-E3B7-4ADF-869F-96B8A08FE725}" srcOrd="2" destOrd="0" parTransId="{E1366D0A-D2FD-443C-B281-2DC962925B1F}" sibTransId="{96738D02-C99E-484B-851F-73426FD2B059}"/>
    <dgm:cxn modelId="{6E634C19-5496-4367-9237-21C3B47E4B19}" type="presOf" srcId="{56913B29-BFA9-41F5-AFCF-D7A8261ED887}" destId="{CD54CE3B-5CF4-41B2-975F-3626E0987D4F}" srcOrd="0" destOrd="0" presId="urn:microsoft.com/office/officeart/2018/2/layout/IconVerticalSolidList"/>
    <dgm:cxn modelId="{B30E221B-D966-4A8D-B559-E9BF327FDD1C}" type="presOf" srcId="{32F40AEA-1C59-4565-BD92-D4927CFF1CF7}" destId="{BA610364-7790-411F-A953-429E2B0BF3FA}" srcOrd="0" destOrd="0" presId="urn:microsoft.com/office/officeart/2018/2/layout/IconVerticalSolidList"/>
    <dgm:cxn modelId="{DC52AB1B-287D-4C27-BA82-287D1CDFBA35}" type="presOf" srcId="{638491CB-DE91-4337-B8BE-800679B1F3A5}" destId="{1A44450A-0962-47B1-A84A-39BE54CBC2DC}" srcOrd="0" destOrd="2" presId="urn:microsoft.com/office/officeart/2018/2/layout/IconVerticalSolidList"/>
    <dgm:cxn modelId="{E0BF1F2E-4380-41A8-9265-15F0C30D0009}" srcId="{434158A3-B3D7-4479-848B-FA3633EE02EB}" destId="{BEE66782-5240-4218-8086-03E4EB92D6F9}" srcOrd="1" destOrd="0" parTransId="{693E80F6-74C1-4243-948E-880FBB7CABAF}" sibTransId="{FDF0BE66-BBE1-4735-9C08-3E36F15E190B}"/>
    <dgm:cxn modelId="{62D25030-D66B-467A-A3FA-5800311A5FF2}" type="presOf" srcId="{4A7A5B93-03F9-4D64-A237-6B1FFE5B4859}" destId="{8C066BFA-B4FE-4E44-BCB3-235044248FCD}" srcOrd="0" destOrd="0" presId="urn:microsoft.com/office/officeart/2018/2/layout/IconVerticalSolidList"/>
    <dgm:cxn modelId="{B797F438-EACE-46ED-ADE2-6F1969E7C22F}" type="presOf" srcId="{B9259798-59C4-41BA-8CF7-4D5F24A98E0D}" destId="{46EFBCE1-CA17-4AEB-95FC-0E9A14756D5E}" srcOrd="0" destOrd="2" presId="urn:microsoft.com/office/officeart/2018/2/layout/IconVerticalSolidList"/>
    <dgm:cxn modelId="{7D6FA93D-11FE-4AEF-A067-22E285A4C130}" type="presOf" srcId="{C2BE27DF-E6A5-4996-9B30-CB1E3F0D3F92}" destId="{A2B33E3E-5D2A-4F47-99BB-1EF458034E22}" srcOrd="0" destOrd="2" presId="urn:microsoft.com/office/officeart/2018/2/layout/IconVerticalSolidList"/>
    <dgm:cxn modelId="{E3103D5D-04B7-410A-AE33-CF87A9F68B3F}" type="presOf" srcId="{AD6F091E-5FB6-4478-9625-B95E4313EE5E}" destId="{07568F62-A4B7-46E6-A8DE-6213B910A375}" srcOrd="0" destOrd="0" presId="urn:microsoft.com/office/officeart/2018/2/layout/IconVerticalSolidList"/>
    <dgm:cxn modelId="{29A20F43-76D5-4E94-803A-064839BA1B44}" srcId="{434158A3-B3D7-4479-848B-FA3633EE02EB}" destId="{5F0B265A-4EB9-4BA5-8634-3B94E817201E}" srcOrd="2" destOrd="0" parTransId="{EC616B27-E6A0-4EFB-AE0E-74C7DC0F35E1}" sibTransId="{5465180C-E627-41C5-B905-76570A380B35}"/>
    <dgm:cxn modelId="{B36CFD65-83A8-4479-A07A-E82C1EF63AD7}" type="presOf" srcId="{B8757985-A8A7-46EA-BEB9-122E198CF318}" destId="{23069191-3DE3-450A-B3E6-01781C717748}" srcOrd="0" destOrd="0" presId="urn:microsoft.com/office/officeart/2018/2/layout/IconVerticalSolidList"/>
    <dgm:cxn modelId="{19D0EE67-4F5C-458A-8107-FA5CE525495A}" srcId="{B8757985-A8A7-46EA-BEB9-122E198CF318}" destId="{263BCDAC-A001-4ACC-8563-CA75E161D29D}" srcOrd="0" destOrd="0" parTransId="{BF9DF6C1-8BF4-42A0-B52E-497385972193}" sibTransId="{426B27B8-1F00-4391-8A89-D3B83B4657B3}"/>
    <dgm:cxn modelId="{85D22C4D-FC4A-4EBF-828A-CAB62B32A3AD}" type="presOf" srcId="{2877C18E-3CAE-4381-A99C-AFD141544292}" destId="{0FFA0E28-B9DB-4E25-8B92-310E83ACFB53}" srcOrd="0" destOrd="0" presId="urn:microsoft.com/office/officeart/2018/2/layout/IconVerticalSolidList"/>
    <dgm:cxn modelId="{A785B852-96D9-4333-9FBA-5C6A4A85E56C}" srcId="{2877C18E-3CAE-4381-A99C-AFD141544292}" destId="{C6D0000A-5256-4322-823E-56C4908624A4}" srcOrd="1" destOrd="0" parTransId="{A64FDF9E-5F90-4BB4-96CD-CBE50EB4EA62}" sibTransId="{552E09FC-6F34-4445-9561-732BFA2520F2}"/>
    <dgm:cxn modelId="{CA240173-0629-4EA8-9AED-E1D9700FADBB}" srcId="{B8757985-A8A7-46EA-BEB9-122E198CF318}" destId="{5F0C9E68-1984-4F4C-A389-40A9B430EDBD}" srcOrd="1" destOrd="0" parTransId="{5B0BF4C7-53A9-4092-B2CF-43ED7F168088}" sibTransId="{2114C53F-E910-4367-B978-D7C9E1E96144}"/>
    <dgm:cxn modelId="{5AE0D874-1FF5-4B92-97E4-C80473F90A4F}" srcId="{4A7A5B93-03F9-4D64-A237-6B1FFE5B4859}" destId="{32F40AEA-1C59-4565-BD92-D4927CFF1CF7}" srcOrd="3" destOrd="0" parTransId="{1E08ED9F-E87B-4CD4-805E-6321D7B1937B}" sibTransId="{4DE0A9B1-4D1A-41C7-A895-3D0BDDADD92A}"/>
    <dgm:cxn modelId="{76FFE574-13EE-4F4F-B70F-8AB61D3AA374}" srcId="{56913B29-BFA9-41F5-AFCF-D7A8261ED887}" destId="{B9259798-59C4-41BA-8CF7-4D5F24A98E0D}" srcOrd="2" destOrd="0" parTransId="{69A175BA-AD41-448F-B495-F9608329F622}" sibTransId="{C622ACCC-28AD-4F97-A80C-583B5E261E25}"/>
    <dgm:cxn modelId="{5F887275-FE82-4F45-B318-82CB2B97EE64}" srcId="{4A7A5B93-03F9-4D64-A237-6B1FFE5B4859}" destId="{2877C18E-3CAE-4381-A99C-AFD141544292}" srcOrd="6" destOrd="0" parTransId="{3CE38C64-3E98-4A56-A597-811402402385}" sibTransId="{13471401-8F57-47A7-AD8B-37529E1E9E9B}"/>
    <dgm:cxn modelId="{F3E56676-1E6F-4B00-9203-16C97F913A89}" srcId="{4A7A5B93-03F9-4D64-A237-6B1FFE5B4859}" destId="{AB127689-666F-4C9E-820F-EAED5269498F}" srcOrd="5" destOrd="0" parTransId="{D43A68A2-0471-49ED-8B95-4942BFD3A5F3}" sibTransId="{903CBE4C-D88F-4F8F-9B80-DC7599369F36}"/>
    <dgm:cxn modelId="{85961A7A-E35A-4AC6-A77E-A75CCD338DCE}" srcId="{32F40AEA-1C59-4565-BD92-D4927CFF1CF7}" destId="{2DF93A64-C7D2-49D3-B9E9-230F3F14FC39}" srcOrd="0" destOrd="0" parTransId="{B0BD8FF3-B942-4115-A50A-AA65695E5F06}" sibTransId="{E7535FD5-E897-48E4-BEB4-01BF33272250}"/>
    <dgm:cxn modelId="{123F3C7D-1860-428D-9974-AC0A51A936B6}" type="presOf" srcId="{0FED5ED3-09B9-4205-A3B1-20BC370AB88F}" destId="{46EFBCE1-CA17-4AEB-95FC-0E9A14756D5E}" srcOrd="0" destOrd="0" presId="urn:microsoft.com/office/officeart/2018/2/layout/IconVerticalSolidList"/>
    <dgm:cxn modelId="{E897B07F-B65C-477F-B200-E5B36C9AB273}" type="presOf" srcId="{BB563E38-CD97-48F9-808E-91E0D1742C7B}" destId="{46EFBCE1-CA17-4AEB-95FC-0E9A14756D5E}" srcOrd="0" destOrd="1" presId="urn:microsoft.com/office/officeart/2018/2/layout/IconVerticalSolidList"/>
    <dgm:cxn modelId="{FCFE0B89-FE2E-4C74-8354-2796DF77C974}" type="presOf" srcId="{434158A3-B3D7-4479-848B-FA3633EE02EB}" destId="{3C3ABB68-9851-4FF8-89C9-E7EB06EA927F}" srcOrd="0" destOrd="0" presId="urn:microsoft.com/office/officeart/2018/2/layout/IconVerticalSolidList"/>
    <dgm:cxn modelId="{1A582490-F467-4D7D-9EF1-803688F303BB}" type="presOf" srcId="{C6D0000A-5256-4322-823E-56C4908624A4}" destId="{43AD1952-067C-410D-A02C-E5A433F44C1B}" srcOrd="0" destOrd="1" presId="urn:microsoft.com/office/officeart/2018/2/layout/IconVerticalSolidList"/>
    <dgm:cxn modelId="{E45C7B90-F90A-49C1-ACCD-46BC0E3C0910}" type="presOf" srcId="{EB31E208-E3B7-4ADF-869F-96B8A08FE725}" destId="{840C213B-FB3D-499F-81B1-0D1E2807368F}" srcOrd="0" destOrd="0" presId="urn:microsoft.com/office/officeart/2018/2/layout/IconVerticalSolidList"/>
    <dgm:cxn modelId="{4ECB2995-849D-43E9-8961-5936DC9D6062}" type="presOf" srcId="{AB127689-666F-4C9E-820F-EAED5269498F}" destId="{8DAFCFF1-C2FB-496B-9781-527C3F0414BF}" srcOrd="0" destOrd="0" presId="urn:microsoft.com/office/officeart/2018/2/layout/IconVerticalSolidList"/>
    <dgm:cxn modelId="{E615AC96-C461-4BAA-9BC2-97DF3939BE49}" srcId="{4A7A5B93-03F9-4D64-A237-6B1FFE5B4859}" destId="{56913B29-BFA9-41F5-AFCF-D7A8261ED887}" srcOrd="0" destOrd="0" parTransId="{2B792943-D7DC-4F73-A41E-574E56BDF59B}" sibTransId="{F7CD1FAA-48BD-46FE-8D11-20D32DBAAE25}"/>
    <dgm:cxn modelId="{1A9926A3-DF82-43AE-BBE3-5973D7E5087B}" srcId="{EB31E208-E3B7-4ADF-869F-96B8A08FE725}" destId="{78EF5108-B1E9-4334-931A-39E65F9AD44D}" srcOrd="0" destOrd="0" parTransId="{50DEED5C-32A5-44B3-93EA-D9F18AA576AC}" sibTransId="{BC59BAE4-D255-44D5-BDC7-C7D6925B3B9D}"/>
    <dgm:cxn modelId="{8B276DA5-258D-4F5E-BBA6-BFE9DBD56051}" srcId="{AB127689-666F-4C9E-820F-EAED5269498F}" destId="{19AFD9C4-3860-47DE-80CE-338F43764850}" srcOrd="1" destOrd="0" parTransId="{202743C9-E713-4CA0-AA72-3C94965371A5}" sibTransId="{2B6A31EB-FC8F-46F6-B901-0F60F7EE60F0}"/>
    <dgm:cxn modelId="{59F4B3AA-1524-4A82-BB66-92324B7F227F}" type="presOf" srcId="{BEE66782-5240-4218-8086-03E4EB92D6F9}" destId="{07568F62-A4B7-46E6-A8DE-6213B910A375}" srcOrd="0" destOrd="1" presId="urn:microsoft.com/office/officeart/2018/2/layout/IconVerticalSolidList"/>
    <dgm:cxn modelId="{AC7560B6-5288-4051-BF04-C51C01F4E0FD}" type="presOf" srcId="{19AFD9C4-3860-47DE-80CE-338F43764850}" destId="{16AF2ECC-6367-4DEC-AD2E-4C9F950B4F61}" srcOrd="0" destOrd="1" presId="urn:microsoft.com/office/officeart/2018/2/layout/IconVerticalSolidList"/>
    <dgm:cxn modelId="{EF2C97B8-356F-4A3B-A9AB-4C0D3CD93265}" type="presOf" srcId="{501DC357-2E70-443F-9A24-D7DACC8BE2F4}" destId="{16AF2ECC-6367-4DEC-AD2E-4C9F950B4F61}" srcOrd="0" destOrd="0" presId="urn:microsoft.com/office/officeart/2018/2/layout/IconVerticalSolidList"/>
    <dgm:cxn modelId="{AE6348BE-1277-48A9-A4BB-E14419F3E8FB}" srcId="{32F40AEA-1C59-4565-BD92-D4927CFF1CF7}" destId="{638491CB-DE91-4337-B8BE-800679B1F3A5}" srcOrd="2" destOrd="0" parTransId="{69FC8CD8-D57E-41AE-BC96-81FCB8D4D3FB}" sibTransId="{F9D7AF85-24F6-4A5D-89EC-1FA00BA267C1}"/>
    <dgm:cxn modelId="{529813CD-56AE-432B-9BAF-D707B3A2CD8F}" srcId="{13A73056-2922-4DA3-BE5B-59BB9BF3D279}" destId="{35AE41C4-3F1B-4E3C-8A9B-3BF842291455}" srcOrd="2" destOrd="0" parTransId="{FDD3CED1-3210-4298-955D-B3947EFA630F}" sibTransId="{324ED472-5636-4D84-B42D-E4E986F11784}"/>
    <dgm:cxn modelId="{9A3740D0-D04D-45CB-ABF5-7BE25BB031CD}" type="presOf" srcId="{5F0B265A-4EB9-4BA5-8634-3B94E817201E}" destId="{07568F62-A4B7-46E6-A8DE-6213B910A375}" srcOrd="0" destOrd="2" presId="urn:microsoft.com/office/officeart/2018/2/layout/IconVerticalSolidList"/>
    <dgm:cxn modelId="{1A2D1DD5-94BB-4F7D-B051-D86EC7A9F7DA}" srcId="{32F40AEA-1C59-4565-BD92-D4927CFF1CF7}" destId="{488CFF4C-EE4D-4DB6-AEA4-F55995451763}" srcOrd="1" destOrd="0" parTransId="{4AD8D0C9-2DF1-499D-88F9-14190D69E307}" sibTransId="{DFA1A982-027E-47EF-9E24-3644589A1AB8}"/>
    <dgm:cxn modelId="{B77AA8D6-A7FB-4352-9520-3802FEE41840}" srcId="{4A7A5B93-03F9-4D64-A237-6B1FFE5B4859}" destId="{B8757985-A8A7-46EA-BEB9-122E198CF318}" srcOrd="4" destOrd="0" parTransId="{A1B6290F-2157-4379-9CA1-400D506BBC5F}" sibTransId="{961937E3-474B-42F7-AC7B-E9AA8ACEEB98}"/>
    <dgm:cxn modelId="{E3E768D7-4B31-450B-BD80-4885CAD816A2}" srcId="{AB127689-666F-4C9E-820F-EAED5269498F}" destId="{501DC357-2E70-443F-9A24-D7DACC8BE2F4}" srcOrd="0" destOrd="0" parTransId="{40EFB2E6-0F38-4C3E-9C7A-2E765B687B5D}" sibTransId="{F1C47BE3-B704-443F-BBB1-2ED746EFE087}"/>
    <dgm:cxn modelId="{586C43DB-0DDE-4788-89DF-F383C4EA5562}" type="presOf" srcId="{5F0C9E68-1984-4F4C-A389-40A9B430EDBD}" destId="{0057A85D-661B-491E-A2D6-69B7ACF9C0C3}" srcOrd="0" destOrd="1" presId="urn:microsoft.com/office/officeart/2018/2/layout/IconVerticalSolidList"/>
    <dgm:cxn modelId="{D2E28DDB-8B43-4582-887E-4C92906773B0}" type="presOf" srcId="{13A73056-2922-4DA3-BE5B-59BB9BF3D279}" destId="{A2B33E3E-5D2A-4F47-99BB-1EF458034E22}" srcOrd="0" destOrd="1" presId="urn:microsoft.com/office/officeart/2018/2/layout/IconVerticalSolidList"/>
    <dgm:cxn modelId="{8DB2BCDD-9A46-4C39-B7BB-AE87CDCC83DF}" type="presOf" srcId="{263BCDAC-A001-4ACC-8563-CA75E161D29D}" destId="{0057A85D-661B-491E-A2D6-69B7ACF9C0C3}" srcOrd="0" destOrd="0" presId="urn:microsoft.com/office/officeart/2018/2/layout/IconVerticalSolidList"/>
    <dgm:cxn modelId="{6F546EE3-2C0A-4E0F-A60A-C6FD326D5536}" type="presOf" srcId="{78EF5108-B1E9-4334-931A-39E65F9AD44D}" destId="{A2B33E3E-5D2A-4F47-99BB-1EF458034E22}" srcOrd="0" destOrd="0" presId="urn:microsoft.com/office/officeart/2018/2/layout/IconVerticalSolidList"/>
    <dgm:cxn modelId="{63B1DAF2-1942-41D1-8783-7C60F10EA2AC}" type="presOf" srcId="{F803F833-7736-4989-B274-E59184B4E35E}" destId="{43AD1952-067C-410D-A02C-E5A433F44C1B}" srcOrd="0" destOrd="0" presId="urn:microsoft.com/office/officeart/2018/2/layout/IconVerticalSolidList"/>
    <dgm:cxn modelId="{1D2F7AF7-1A95-4D42-B09D-5E1D31320295}" type="presOf" srcId="{35AE41C4-3F1B-4E3C-8A9B-3BF842291455}" destId="{A2B33E3E-5D2A-4F47-99BB-1EF458034E22}" srcOrd="0" destOrd="4" presId="urn:microsoft.com/office/officeart/2018/2/layout/IconVerticalSolidList"/>
    <dgm:cxn modelId="{E00A6EF9-C7FD-4D7D-813B-85954DE10445}" srcId="{56913B29-BFA9-41F5-AFCF-D7A8261ED887}" destId="{BB563E38-CD97-48F9-808E-91E0D1742C7B}" srcOrd="1" destOrd="0" parTransId="{4D734733-F08E-4840-A059-F2B8270988D3}" sibTransId="{79BE1758-72EC-41A4-9F27-E8432EF07DB5}"/>
    <dgm:cxn modelId="{D7043C6E-DD02-465F-87B8-28BB53A99196}" type="presParOf" srcId="{8C066BFA-B4FE-4E44-BCB3-235044248FCD}" destId="{A5AAAEEA-5851-4753-9368-A14263687EDE}" srcOrd="0" destOrd="0" presId="urn:microsoft.com/office/officeart/2018/2/layout/IconVerticalSolidList"/>
    <dgm:cxn modelId="{A1813948-3240-4459-98C5-9068DEC9A195}" type="presParOf" srcId="{A5AAAEEA-5851-4753-9368-A14263687EDE}" destId="{04D62D85-6690-4E82-9EEF-D53F25B79682}" srcOrd="0" destOrd="0" presId="urn:microsoft.com/office/officeart/2018/2/layout/IconVerticalSolidList"/>
    <dgm:cxn modelId="{4C71E046-8C20-48A9-8E6F-ADDEB03E99BC}" type="presParOf" srcId="{A5AAAEEA-5851-4753-9368-A14263687EDE}" destId="{9172767D-6DB9-46F0-A387-23B4E2478434}" srcOrd="1" destOrd="0" presId="urn:microsoft.com/office/officeart/2018/2/layout/IconVerticalSolidList"/>
    <dgm:cxn modelId="{B331970D-A856-41E5-837C-EF2294A9E0B7}" type="presParOf" srcId="{A5AAAEEA-5851-4753-9368-A14263687EDE}" destId="{88A55BA7-C896-4FE5-838B-92850F69BED2}" srcOrd="2" destOrd="0" presId="urn:microsoft.com/office/officeart/2018/2/layout/IconVerticalSolidList"/>
    <dgm:cxn modelId="{4A2D5DBB-4A23-498B-A61C-9EC77424CBAF}" type="presParOf" srcId="{A5AAAEEA-5851-4753-9368-A14263687EDE}" destId="{CD54CE3B-5CF4-41B2-975F-3626E0987D4F}" srcOrd="3" destOrd="0" presId="urn:microsoft.com/office/officeart/2018/2/layout/IconVerticalSolidList"/>
    <dgm:cxn modelId="{769745A1-A766-4684-9927-E7765CC26E46}" type="presParOf" srcId="{A5AAAEEA-5851-4753-9368-A14263687EDE}" destId="{46EFBCE1-CA17-4AEB-95FC-0E9A14756D5E}" srcOrd="4" destOrd="0" presId="urn:microsoft.com/office/officeart/2018/2/layout/IconVerticalSolidList"/>
    <dgm:cxn modelId="{2A2E7785-349D-415F-B3F9-AA930F9773B8}" type="presParOf" srcId="{8C066BFA-B4FE-4E44-BCB3-235044248FCD}" destId="{C53824A2-1CF5-438A-B62D-60E1E93465D7}" srcOrd="1" destOrd="0" presId="urn:microsoft.com/office/officeart/2018/2/layout/IconVerticalSolidList"/>
    <dgm:cxn modelId="{D419D5F1-DAA0-4C29-A9D1-541140095D4C}" type="presParOf" srcId="{8C066BFA-B4FE-4E44-BCB3-235044248FCD}" destId="{8A13D090-6D1C-4255-9B62-41F72496E3AB}" srcOrd="2" destOrd="0" presId="urn:microsoft.com/office/officeart/2018/2/layout/IconVerticalSolidList"/>
    <dgm:cxn modelId="{189A69D3-975F-4726-913A-742C1F87B440}" type="presParOf" srcId="{8A13D090-6D1C-4255-9B62-41F72496E3AB}" destId="{B7C9E7E7-5960-438F-A027-7B33F3BC698E}" srcOrd="0" destOrd="0" presId="urn:microsoft.com/office/officeart/2018/2/layout/IconVerticalSolidList"/>
    <dgm:cxn modelId="{19C80BBD-469A-4924-8657-015EF42FD33B}" type="presParOf" srcId="{8A13D090-6D1C-4255-9B62-41F72496E3AB}" destId="{771D3D5B-F712-4C8E-8251-C13C6B577B17}" srcOrd="1" destOrd="0" presId="urn:microsoft.com/office/officeart/2018/2/layout/IconVerticalSolidList"/>
    <dgm:cxn modelId="{05F773D6-8AD6-42DE-AB2D-D64A9935EB7D}" type="presParOf" srcId="{8A13D090-6D1C-4255-9B62-41F72496E3AB}" destId="{1CF842ED-BCB3-4868-993A-7D331781B105}" srcOrd="2" destOrd="0" presId="urn:microsoft.com/office/officeart/2018/2/layout/IconVerticalSolidList"/>
    <dgm:cxn modelId="{17897D45-49BD-4A7D-990A-97DC4104D6FD}" type="presParOf" srcId="{8A13D090-6D1C-4255-9B62-41F72496E3AB}" destId="{3C3ABB68-9851-4FF8-89C9-E7EB06EA927F}" srcOrd="3" destOrd="0" presId="urn:microsoft.com/office/officeart/2018/2/layout/IconVerticalSolidList"/>
    <dgm:cxn modelId="{C0E3CE47-17DE-4145-A2F8-7D9DA7D44453}" type="presParOf" srcId="{8A13D090-6D1C-4255-9B62-41F72496E3AB}" destId="{07568F62-A4B7-46E6-A8DE-6213B910A375}" srcOrd="4" destOrd="0" presId="urn:microsoft.com/office/officeart/2018/2/layout/IconVerticalSolidList"/>
    <dgm:cxn modelId="{E7CCFDBE-4753-4E7A-9107-178D85DD41D2}" type="presParOf" srcId="{8C066BFA-B4FE-4E44-BCB3-235044248FCD}" destId="{A9661D04-7167-4889-B774-60B9EFB1CD36}" srcOrd="3" destOrd="0" presId="urn:microsoft.com/office/officeart/2018/2/layout/IconVerticalSolidList"/>
    <dgm:cxn modelId="{70D83E21-3073-4E8A-BA47-976EF320A43F}" type="presParOf" srcId="{8C066BFA-B4FE-4E44-BCB3-235044248FCD}" destId="{269033B5-40CC-4C31-B35E-F21414E1733A}" srcOrd="4" destOrd="0" presId="urn:microsoft.com/office/officeart/2018/2/layout/IconVerticalSolidList"/>
    <dgm:cxn modelId="{02351840-0C35-412B-8FA9-D00727855C90}" type="presParOf" srcId="{269033B5-40CC-4C31-B35E-F21414E1733A}" destId="{9F5CB3FA-742B-480B-8275-CE0BB61430EF}" srcOrd="0" destOrd="0" presId="urn:microsoft.com/office/officeart/2018/2/layout/IconVerticalSolidList"/>
    <dgm:cxn modelId="{7E8115CF-919A-48B9-B132-E289C86E37E8}" type="presParOf" srcId="{269033B5-40CC-4C31-B35E-F21414E1733A}" destId="{CAC0C11A-D146-41FE-B162-158F1A88958E}" srcOrd="1" destOrd="0" presId="urn:microsoft.com/office/officeart/2018/2/layout/IconVerticalSolidList"/>
    <dgm:cxn modelId="{25853797-D5D3-4644-AE33-4FE228B68897}" type="presParOf" srcId="{269033B5-40CC-4C31-B35E-F21414E1733A}" destId="{959BCC24-3E55-43E8-9A65-B4269ADEC5C8}" srcOrd="2" destOrd="0" presId="urn:microsoft.com/office/officeart/2018/2/layout/IconVerticalSolidList"/>
    <dgm:cxn modelId="{B853D947-7CBD-40B0-B914-71A20A34C230}" type="presParOf" srcId="{269033B5-40CC-4C31-B35E-F21414E1733A}" destId="{840C213B-FB3D-499F-81B1-0D1E2807368F}" srcOrd="3" destOrd="0" presId="urn:microsoft.com/office/officeart/2018/2/layout/IconVerticalSolidList"/>
    <dgm:cxn modelId="{C86226B8-B2E3-4554-9DDB-E277F6FA8C59}" type="presParOf" srcId="{269033B5-40CC-4C31-B35E-F21414E1733A}" destId="{A2B33E3E-5D2A-4F47-99BB-1EF458034E22}" srcOrd="4" destOrd="0" presId="urn:microsoft.com/office/officeart/2018/2/layout/IconVerticalSolidList"/>
    <dgm:cxn modelId="{5BD5A658-4CE3-44FC-9B0C-BAE84098DA27}" type="presParOf" srcId="{8C066BFA-B4FE-4E44-BCB3-235044248FCD}" destId="{4D290B5A-A7C9-410C-8FA5-A6A1F5E64F08}" srcOrd="5" destOrd="0" presId="urn:microsoft.com/office/officeart/2018/2/layout/IconVerticalSolidList"/>
    <dgm:cxn modelId="{D77CAFDD-B9D4-4640-8FD1-9C18AF8C3CF9}" type="presParOf" srcId="{8C066BFA-B4FE-4E44-BCB3-235044248FCD}" destId="{FCE88C59-F3FB-4649-B2F2-E7C694A388E3}" srcOrd="6" destOrd="0" presId="urn:microsoft.com/office/officeart/2018/2/layout/IconVerticalSolidList"/>
    <dgm:cxn modelId="{B4EFBDA1-CAA6-4D67-8020-F32F922DBBBF}" type="presParOf" srcId="{FCE88C59-F3FB-4649-B2F2-E7C694A388E3}" destId="{EDC771B8-3CA2-4259-9E42-997A55531B8D}" srcOrd="0" destOrd="0" presId="urn:microsoft.com/office/officeart/2018/2/layout/IconVerticalSolidList"/>
    <dgm:cxn modelId="{5DBAE742-8186-43D3-94F1-EB7640C544D0}" type="presParOf" srcId="{FCE88C59-F3FB-4649-B2F2-E7C694A388E3}" destId="{FDD476C6-9201-4C1B-ABD8-7ED64365DA7C}" srcOrd="1" destOrd="0" presId="urn:microsoft.com/office/officeart/2018/2/layout/IconVerticalSolidList"/>
    <dgm:cxn modelId="{869322E4-08AA-4355-B89E-0513BDB56AB9}" type="presParOf" srcId="{FCE88C59-F3FB-4649-B2F2-E7C694A388E3}" destId="{F378B4DE-55B0-4FC1-A73F-A5BC923A3B56}" srcOrd="2" destOrd="0" presId="urn:microsoft.com/office/officeart/2018/2/layout/IconVerticalSolidList"/>
    <dgm:cxn modelId="{A00CD19D-5AFA-4FA4-9545-A307FBFC5E57}" type="presParOf" srcId="{FCE88C59-F3FB-4649-B2F2-E7C694A388E3}" destId="{BA610364-7790-411F-A953-429E2B0BF3FA}" srcOrd="3" destOrd="0" presId="urn:microsoft.com/office/officeart/2018/2/layout/IconVerticalSolidList"/>
    <dgm:cxn modelId="{BB8F46A3-2507-4D94-9092-08CBBCA1454D}" type="presParOf" srcId="{FCE88C59-F3FB-4649-B2F2-E7C694A388E3}" destId="{1A44450A-0962-47B1-A84A-39BE54CBC2DC}" srcOrd="4" destOrd="0" presId="urn:microsoft.com/office/officeart/2018/2/layout/IconVerticalSolidList"/>
    <dgm:cxn modelId="{441A8FAA-F11F-4054-9268-BD13189D8083}" type="presParOf" srcId="{8C066BFA-B4FE-4E44-BCB3-235044248FCD}" destId="{775C00AF-681F-40D6-80F0-E4E7C795138B}" srcOrd="7" destOrd="0" presId="urn:microsoft.com/office/officeart/2018/2/layout/IconVerticalSolidList"/>
    <dgm:cxn modelId="{6F73A718-4A14-4990-B964-C40A3AD05DAF}" type="presParOf" srcId="{8C066BFA-B4FE-4E44-BCB3-235044248FCD}" destId="{D71CA837-91ED-4C82-9966-A2341F62E486}" srcOrd="8" destOrd="0" presId="urn:microsoft.com/office/officeart/2018/2/layout/IconVerticalSolidList"/>
    <dgm:cxn modelId="{7DAD7BD0-C29E-4634-84F3-3DF33DD2AB40}" type="presParOf" srcId="{D71CA837-91ED-4C82-9966-A2341F62E486}" destId="{6AF30DFD-081E-424E-B360-41B34A57C5CD}" srcOrd="0" destOrd="0" presId="urn:microsoft.com/office/officeart/2018/2/layout/IconVerticalSolidList"/>
    <dgm:cxn modelId="{AA5FF7A1-4EAF-468D-9900-D96A2BC649FD}" type="presParOf" srcId="{D71CA837-91ED-4C82-9966-A2341F62E486}" destId="{FD487ED1-C1E5-4792-A675-C5C67850B789}" srcOrd="1" destOrd="0" presId="urn:microsoft.com/office/officeart/2018/2/layout/IconVerticalSolidList"/>
    <dgm:cxn modelId="{C77480D1-DA55-4230-95E8-CDB9D300468A}" type="presParOf" srcId="{D71CA837-91ED-4C82-9966-A2341F62E486}" destId="{62840699-86D1-48D2-AA67-CE1FDED9FF4B}" srcOrd="2" destOrd="0" presId="urn:microsoft.com/office/officeart/2018/2/layout/IconVerticalSolidList"/>
    <dgm:cxn modelId="{69D5F138-78C6-4DCF-A6F1-80623D25D32E}" type="presParOf" srcId="{D71CA837-91ED-4C82-9966-A2341F62E486}" destId="{23069191-3DE3-450A-B3E6-01781C717748}" srcOrd="3" destOrd="0" presId="urn:microsoft.com/office/officeart/2018/2/layout/IconVerticalSolidList"/>
    <dgm:cxn modelId="{A525EA3B-445A-4E68-90AA-18BD4237A9DA}" type="presParOf" srcId="{D71CA837-91ED-4C82-9966-A2341F62E486}" destId="{0057A85D-661B-491E-A2D6-69B7ACF9C0C3}" srcOrd="4" destOrd="0" presId="urn:microsoft.com/office/officeart/2018/2/layout/IconVerticalSolidList"/>
    <dgm:cxn modelId="{8DE729D6-FE14-4E15-BCAA-DEEE2F36AD44}" type="presParOf" srcId="{8C066BFA-B4FE-4E44-BCB3-235044248FCD}" destId="{3A50F7EB-2EB8-4059-AFC7-F5110369D700}" srcOrd="9" destOrd="0" presId="urn:microsoft.com/office/officeart/2018/2/layout/IconVerticalSolidList"/>
    <dgm:cxn modelId="{B2601E5E-A625-4D77-BAAA-D983FF627FEB}" type="presParOf" srcId="{8C066BFA-B4FE-4E44-BCB3-235044248FCD}" destId="{31181D61-7106-42F7-801B-BB2083CDC09D}" srcOrd="10" destOrd="0" presId="urn:microsoft.com/office/officeart/2018/2/layout/IconVerticalSolidList"/>
    <dgm:cxn modelId="{3EE11C28-33B5-4A8B-AEF6-7B58D2BF0428}" type="presParOf" srcId="{31181D61-7106-42F7-801B-BB2083CDC09D}" destId="{54C34AC4-0F42-4FB5-BC44-9A40D2C26408}" srcOrd="0" destOrd="0" presId="urn:microsoft.com/office/officeart/2018/2/layout/IconVerticalSolidList"/>
    <dgm:cxn modelId="{BB6ACD98-079C-495E-835D-497FD3B977D6}" type="presParOf" srcId="{31181D61-7106-42F7-801B-BB2083CDC09D}" destId="{E6D51A59-7826-474D-AA44-8D21FD6FC0B9}" srcOrd="1" destOrd="0" presId="urn:microsoft.com/office/officeart/2018/2/layout/IconVerticalSolidList"/>
    <dgm:cxn modelId="{D2C0A792-0263-495A-B22E-130F2B85E0D6}" type="presParOf" srcId="{31181D61-7106-42F7-801B-BB2083CDC09D}" destId="{E94B95BD-5B34-4677-BDDF-D414672E6C87}" srcOrd="2" destOrd="0" presId="urn:microsoft.com/office/officeart/2018/2/layout/IconVerticalSolidList"/>
    <dgm:cxn modelId="{741A502C-E3E8-46F8-971E-69754FA03ADD}" type="presParOf" srcId="{31181D61-7106-42F7-801B-BB2083CDC09D}" destId="{8DAFCFF1-C2FB-496B-9781-527C3F0414BF}" srcOrd="3" destOrd="0" presId="urn:microsoft.com/office/officeart/2018/2/layout/IconVerticalSolidList"/>
    <dgm:cxn modelId="{01166157-AD1A-4447-96D9-4DBD94567FB5}" type="presParOf" srcId="{31181D61-7106-42F7-801B-BB2083CDC09D}" destId="{16AF2ECC-6367-4DEC-AD2E-4C9F950B4F61}" srcOrd="4" destOrd="0" presId="urn:microsoft.com/office/officeart/2018/2/layout/IconVerticalSolidList"/>
    <dgm:cxn modelId="{C91C5CF9-56E6-455B-AB18-9E298C6B82EB}" type="presParOf" srcId="{8C066BFA-B4FE-4E44-BCB3-235044248FCD}" destId="{68910232-0FF9-4863-BCB1-6E30BBE75367}" srcOrd="11" destOrd="0" presId="urn:microsoft.com/office/officeart/2018/2/layout/IconVerticalSolidList"/>
    <dgm:cxn modelId="{0F2BA92C-2D8B-4EFB-AEA4-A9034DB64F7C}" type="presParOf" srcId="{8C066BFA-B4FE-4E44-BCB3-235044248FCD}" destId="{BAA834A1-979D-4B5A-A0A1-827C8C64778C}" srcOrd="12" destOrd="0" presId="urn:microsoft.com/office/officeart/2018/2/layout/IconVerticalSolidList"/>
    <dgm:cxn modelId="{3DBD7C65-E701-4EC4-91AF-45E1063BF5D6}" type="presParOf" srcId="{BAA834A1-979D-4B5A-A0A1-827C8C64778C}" destId="{91DC1BE6-696B-4578-97AF-DAB1D6266767}" srcOrd="0" destOrd="0" presId="urn:microsoft.com/office/officeart/2018/2/layout/IconVerticalSolidList"/>
    <dgm:cxn modelId="{88F503B4-99A0-4348-B2E2-D9F2306F3210}" type="presParOf" srcId="{BAA834A1-979D-4B5A-A0A1-827C8C64778C}" destId="{F317F661-5FC0-4BD4-A431-7C4F0C4AE52D}" srcOrd="1" destOrd="0" presId="urn:microsoft.com/office/officeart/2018/2/layout/IconVerticalSolidList"/>
    <dgm:cxn modelId="{F3C012A2-881D-4980-83D0-4BABB7F417B2}" type="presParOf" srcId="{BAA834A1-979D-4B5A-A0A1-827C8C64778C}" destId="{B7026B1D-C016-4E4B-9AF9-75B189754987}" srcOrd="2" destOrd="0" presId="urn:microsoft.com/office/officeart/2018/2/layout/IconVerticalSolidList"/>
    <dgm:cxn modelId="{E54A3784-2642-4294-9B55-BFBD10C26D7E}" type="presParOf" srcId="{BAA834A1-979D-4B5A-A0A1-827C8C64778C}" destId="{0FFA0E28-B9DB-4E25-8B92-310E83ACFB53}" srcOrd="3" destOrd="0" presId="urn:microsoft.com/office/officeart/2018/2/layout/IconVerticalSolidList"/>
    <dgm:cxn modelId="{6FEDD94E-00B0-4B79-B9CF-39483A5B1EF5}" type="presParOf" srcId="{BAA834A1-979D-4B5A-A0A1-827C8C64778C}" destId="{43AD1952-067C-410D-A02C-E5A433F44C1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52375D4-E533-43E2-A8DC-FEB2A511C3EA}" type="doc">
      <dgm:prSet loTypeId="urn:microsoft.com/office/officeart/2005/8/layout/b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3CA31CB-B01B-4753-AB23-95066A84612D}">
      <dgm:prSet/>
      <dgm:spPr/>
      <dgm:t>
        <a:bodyPr/>
        <a:lstStyle/>
        <a:p>
          <a:pPr rtl="0"/>
          <a:r>
            <a:rPr lang="en-US" b="1" i="0" dirty="0"/>
            <a:t>Problem Definition and Requirements Analysis</a:t>
          </a:r>
          <a:endParaRPr lang="en-IN" b="1" dirty="0"/>
        </a:p>
      </dgm:t>
    </dgm:pt>
    <dgm:pt modelId="{36623C63-4A28-4333-A4F2-5E974F48E9B6}" type="parTrans" cxnId="{C7B4F337-5961-413C-9F71-48239B007C49}">
      <dgm:prSet/>
      <dgm:spPr/>
      <dgm:t>
        <a:bodyPr/>
        <a:lstStyle/>
        <a:p>
          <a:endParaRPr lang="en-US"/>
        </a:p>
      </dgm:t>
    </dgm:pt>
    <dgm:pt modelId="{B0712E07-42F9-4494-81C1-36F36B7717C8}" type="sibTrans" cxnId="{C7B4F337-5961-413C-9F71-48239B007C49}">
      <dgm:prSet/>
      <dgm:spPr/>
      <dgm:t>
        <a:bodyPr/>
        <a:lstStyle/>
        <a:p>
          <a:endParaRPr lang="en-US"/>
        </a:p>
      </dgm:t>
    </dgm:pt>
    <dgm:pt modelId="{4CE49466-A84F-4A17-8F77-2E55D8082F26}">
      <dgm:prSet/>
      <dgm:spPr/>
      <dgm:t>
        <a:bodyPr spcFirstLastPara="0" vert="horz" wrap="square" lIns="128016" tIns="128016" rIns="128016" bIns="128016" numCol="1" spcCol="1270" anchor="ctr" anchorCtr="0"/>
        <a:lstStyle/>
        <a:p>
          <a:pPr marL="0" lvl="0" indent="0" defTabSz="800100" rtl="0">
            <a:spcBef>
              <a:spcPct val="0"/>
            </a:spcBef>
            <a:spcAft>
              <a:spcPct val="35000"/>
            </a:spcAft>
            <a:buNone/>
          </a:pPr>
          <a:r>
            <a:rPr lang="en-US" b="1" i="0" kern="1200"/>
            <a:t>Literature Review and Research Study</a:t>
          </a:r>
          <a:endParaRPr lang="en-US" b="0" kern="1200">
            <a:latin typeface="Calibri" panose="020F0502020204030204"/>
            <a:ea typeface="+mn-ea"/>
            <a:cs typeface="+mn-cs"/>
          </a:endParaRPr>
        </a:p>
      </dgm:t>
    </dgm:pt>
    <dgm:pt modelId="{41B5F4BE-43A5-4AD8-BAB0-3890B03E9A31}" type="parTrans" cxnId="{2B9B1E0B-46DA-4A46-97DD-0DCE8CCE3AE7}">
      <dgm:prSet/>
      <dgm:spPr/>
      <dgm:t>
        <a:bodyPr/>
        <a:lstStyle/>
        <a:p>
          <a:endParaRPr lang="en-US"/>
        </a:p>
      </dgm:t>
    </dgm:pt>
    <dgm:pt modelId="{E2EF70C4-BE80-4755-8013-F7EF5AC8CF03}" type="sibTrans" cxnId="{2B9B1E0B-46DA-4A46-97DD-0DCE8CCE3AE7}">
      <dgm:prSet/>
      <dgm:spPr/>
      <dgm:t>
        <a:bodyPr/>
        <a:lstStyle/>
        <a:p>
          <a:endParaRPr lang="en-US"/>
        </a:p>
      </dgm:t>
    </dgm:pt>
    <dgm:pt modelId="{FF51BA7C-DE98-43CD-A7A4-AB0662DDAB34}">
      <dgm:prSet/>
      <dgm:spPr/>
      <dgm:t>
        <a:bodyPr/>
        <a:lstStyle/>
        <a:p>
          <a:r>
            <a:rPr lang="en-US" b="1" i="0"/>
            <a:t>Selection of Tools and Technologies</a:t>
          </a:r>
          <a:endParaRPr lang="en-US" b="0"/>
        </a:p>
      </dgm:t>
    </dgm:pt>
    <dgm:pt modelId="{4278F509-B6D0-4FB6-B657-E2BC01E2DDBA}" type="parTrans" cxnId="{52C69E65-F4A3-4A38-8E14-10B29EDD630D}">
      <dgm:prSet/>
      <dgm:spPr/>
      <dgm:t>
        <a:bodyPr/>
        <a:lstStyle/>
        <a:p>
          <a:endParaRPr lang="en-US"/>
        </a:p>
      </dgm:t>
    </dgm:pt>
    <dgm:pt modelId="{D628E054-E16F-44C4-B8E3-9B768777FD78}" type="sibTrans" cxnId="{52C69E65-F4A3-4A38-8E14-10B29EDD630D}">
      <dgm:prSet/>
      <dgm:spPr/>
      <dgm:t>
        <a:bodyPr/>
        <a:lstStyle/>
        <a:p>
          <a:endParaRPr lang="en-US"/>
        </a:p>
      </dgm:t>
    </dgm:pt>
    <dgm:pt modelId="{6812711F-A95C-4864-8D19-01252A95A6A7}">
      <dgm:prSet/>
      <dgm:spPr/>
      <dgm:t>
        <a:bodyPr/>
        <a:lstStyle/>
        <a:p>
          <a:r>
            <a:rPr lang="en-US" b="1" i="0"/>
            <a:t>System Architecture Design</a:t>
          </a:r>
          <a:endParaRPr lang="en-US" b="0"/>
        </a:p>
      </dgm:t>
    </dgm:pt>
    <dgm:pt modelId="{70EDAA11-ECD0-4D5F-B76F-A8BB7F8EFB2E}" type="parTrans" cxnId="{1350B5DE-7EA8-49E0-AE06-C29151293ACA}">
      <dgm:prSet/>
      <dgm:spPr/>
      <dgm:t>
        <a:bodyPr/>
        <a:lstStyle/>
        <a:p>
          <a:endParaRPr lang="en-US"/>
        </a:p>
      </dgm:t>
    </dgm:pt>
    <dgm:pt modelId="{E77F2A0A-43DA-4AA8-BDEA-2FB38357D143}" type="sibTrans" cxnId="{1350B5DE-7EA8-49E0-AE06-C29151293ACA}">
      <dgm:prSet/>
      <dgm:spPr/>
      <dgm:t>
        <a:bodyPr/>
        <a:lstStyle/>
        <a:p>
          <a:endParaRPr lang="en-US"/>
        </a:p>
      </dgm:t>
    </dgm:pt>
    <dgm:pt modelId="{EC12F1F1-10B3-4FF4-8F66-C2D497A8B990}">
      <dgm:prSet/>
      <dgm:spPr/>
      <dgm:t>
        <a:bodyPr/>
        <a:lstStyle/>
        <a:p>
          <a:r>
            <a:rPr lang="en-US" b="1" i="0"/>
            <a:t>Software Module Development</a:t>
          </a:r>
          <a:endParaRPr lang="en-US"/>
        </a:p>
      </dgm:t>
    </dgm:pt>
    <dgm:pt modelId="{9C77DDE5-7596-4FE9-BFF1-78A234A3E5B9}" type="parTrans" cxnId="{3E8D79FD-4094-49F7-A4CB-704CBFB65519}">
      <dgm:prSet/>
      <dgm:spPr/>
      <dgm:t>
        <a:bodyPr/>
        <a:lstStyle/>
        <a:p>
          <a:endParaRPr lang="en-US"/>
        </a:p>
      </dgm:t>
    </dgm:pt>
    <dgm:pt modelId="{D33D5E46-313A-4C30-BB28-85C8490CA4BF}" type="sibTrans" cxnId="{3E8D79FD-4094-49F7-A4CB-704CBFB65519}">
      <dgm:prSet/>
      <dgm:spPr/>
      <dgm:t>
        <a:bodyPr/>
        <a:lstStyle/>
        <a:p>
          <a:endParaRPr lang="en-US"/>
        </a:p>
      </dgm:t>
    </dgm:pt>
    <dgm:pt modelId="{8B278C55-F450-417E-92F7-AE43C256540C}">
      <dgm:prSet/>
      <dgm:spPr/>
      <dgm:t>
        <a:bodyPr/>
        <a:lstStyle/>
        <a:p>
          <a:r>
            <a:rPr lang="en-US" b="1" i="0"/>
            <a:t>Integration and Co-Design</a:t>
          </a:r>
          <a:endParaRPr lang="en-US"/>
        </a:p>
      </dgm:t>
    </dgm:pt>
    <dgm:pt modelId="{C81AB015-0D9C-4AC7-9C4A-5A28D0327BBC}" type="parTrans" cxnId="{84D39FA2-7CB4-40D7-A587-658580899DB7}">
      <dgm:prSet/>
      <dgm:spPr/>
      <dgm:t>
        <a:bodyPr/>
        <a:lstStyle/>
        <a:p>
          <a:endParaRPr lang="en-US"/>
        </a:p>
      </dgm:t>
    </dgm:pt>
    <dgm:pt modelId="{02822108-C710-46C9-AAC2-C245AE98F717}" type="sibTrans" cxnId="{84D39FA2-7CB4-40D7-A587-658580899DB7}">
      <dgm:prSet/>
      <dgm:spPr/>
      <dgm:t>
        <a:bodyPr/>
        <a:lstStyle/>
        <a:p>
          <a:endParaRPr lang="en-US"/>
        </a:p>
      </dgm:t>
    </dgm:pt>
    <dgm:pt modelId="{732B2AB2-2D62-4E86-A57F-9395900FE23C}">
      <dgm:prSet/>
      <dgm:spPr/>
      <dgm:t>
        <a:bodyPr/>
        <a:lstStyle/>
        <a:p>
          <a:r>
            <a:rPr lang="en-US" b="1" i="0"/>
            <a:t>Verification and Testing</a:t>
          </a:r>
          <a:endParaRPr lang="en-US"/>
        </a:p>
      </dgm:t>
    </dgm:pt>
    <dgm:pt modelId="{6710BE94-17FB-4302-8993-7743224F7DF6}" type="parTrans" cxnId="{230A71DA-3D47-46F6-BB2B-607CD386499A}">
      <dgm:prSet/>
      <dgm:spPr/>
      <dgm:t>
        <a:bodyPr/>
        <a:lstStyle/>
        <a:p>
          <a:endParaRPr lang="en-US"/>
        </a:p>
      </dgm:t>
    </dgm:pt>
    <dgm:pt modelId="{831736C7-9BE4-4479-A932-4B19994C3B84}" type="sibTrans" cxnId="{230A71DA-3D47-46F6-BB2B-607CD386499A}">
      <dgm:prSet/>
      <dgm:spPr/>
      <dgm:t>
        <a:bodyPr/>
        <a:lstStyle/>
        <a:p>
          <a:endParaRPr lang="en-US"/>
        </a:p>
      </dgm:t>
    </dgm:pt>
    <dgm:pt modelId="{0EE22700-1750-465E-A30A-8AAB503AFAD2}">
      <dgm:prSet/>
      <dgm:spPr/>
      <dgm:t>
        <a:bodyPr/>
        <a:lstStyle/>
        <a:p>
          <a:r>
            <a:rPr lang="en-US" b="1" i="0"/>
            <a:t>Hardware Module Design</a:t>
          </a:r>
          <a:endParaRPr lang="en-US" b="0"/>
        </a:p>
      </dgm:t>
    </dgm:pt>
    <dgm:pt modelId="{6C1926E9-92B4-4BD5-B1FC-1BDD9A912209}" type="parTrans" cxnId="{9AFC97FB-9756-4527-B260-8027C439802E}">
      <dgm:prSet/>
      <dgm:spPr/>
      <dgm:t>
        <a:bodyPr/>
        <a:lstStyle/>
        <a:p>
          <a:endParaRPr lang="en-US"/>
        </a:p>
      </dgm:t>
    </dgm:pt>
    <dgm:pt modelId="{BE372800-49FC-4222-89DC-28520BE7B2BC}" type="sibTrans" cxnId="{9AFC97FB-9756-4527-B260-8027C439802E}">
      <dgm:prSet/>
      <dgm:spPr/>
      <dgm:t>
        <a:bodyPr/>
        <a:lstStyle/>
        <a:p>
          <a:endParaRPr lang="en-US"/>
        </a:p>
      </dgm:t>
    </dgm:pt>
    <dgm:pt modelId="{E4050C33-710C-4311-A217-88F83D49C022}">
      <dgm:prSet/>
      <dgm:spPr/>
      <dgm:t>
        <a:bodyPr/>
        <a:lstStyle/>
        <a:p>
          <a:r>
            <a:rPr lang="en-US" b="1" i="0"/>
            <a:t>Optimization and Performance Tuning</a:t>
          </a:r>
          <a:endParaRPr lang="en-US" b="0"/>
        </a:p>
      </dgm:t>
    </dgm:pt>
    <dgm:pt modelId="{A6EE5C7E-1409-4AB3-96DB-650E2AC685F7}" type="parTrans" cxnId="{96647D1B-195A-4F60-B563-27BDC90F6349}">
      <dgm:prSet/>
      <dgm:spPr/>
      <dgm:t>
        <a:bodyPr/>
        <a:lstStyle/>
        <a:p>
          <a:endParaRPr lang="en-US"/>
        </a:p>
      </dgm:t>
    </dgm:pt>
    <dgm:pt modelId="{66C582F7-4CBC-4F89-8982-A84DEDFC66D4}" type="sibTrans" cxnId="{96647D1B-195A-4F60-B563-27BDC90F6349}">
      <dgm:prSet/>
      <dgm:spPr/>
      <dgm:t>
        <a:bodyPr/>
        <a:lstStyle/>
        <a:p>
          <a:endParaRPr lang="en-US"/>
        </a:p>
      </dgm:t>
    </dgm:pt>
    <dgm:pt modelId="{B5276403-407F-4899-AD28-2145C63873BB}">
      <dgm:prSet/>
      <dgm:spPr/>
      <dgm:t>
        <a:bodyPr/>
        <a:lstStyle/>
        <a:p>
          <a:pPr rtl="0"/>
          <a:r>
            <a:rPr lang="en-US" b="1" i="0" dirty="0"/>
            <a:t>Validation and Evaluation</a:t>
          </a:r>
          <a:endParaRPr lang="en-IN" b="1" dirty="0"/>
        </a:p>
      </dgm:t>
    </dgm:pt>
    <dgm:pt modelId="{39B4BFD1-95D0-4ADD-A6B5-B43770EE541E}" type="parTrans" cxnId="{11F279DF-A2DB-480C-B34D-202AAEAF2D5C}">
      <dgm:prSet/>
      <dgm:spPr/>
      <dgm:t>
        <a:bodyPr/>
        <a:lstStyle/>
        <a:p>
          <a:endParaRPr lang="en-US"/>
        </a:p>
      </dgm:t>
    </dgm:pt>
    <dgm:pt modelId="{5581F6DD-C222-4C6F-ADA4-59F9B7977313}" type="sibTrans" cxnId="{11F279DF-A2DB-480C-B34D-202AAEAF2D5C}">
      <dgm:prSet/>
      <dgm:spPr/>
      <dgm:t>
        <a:bodyPr/>
        <a:lstStyle/>
        <a:p>
          <a:endParaRPr lang="en-US"/>
        </a:p>
      </dgm:t>
    </dgm:pt>
    <dgm:pt modelId="{AFFCFA37-D5F2-4A97-9B7B-D7B0C50B9E61}" type="pres">
      <dgm:prSet presAssocID="{A52375D4-E533-43E2-A8DC-FEB2A511C3EA}" presName="Name0" presStyleCnt="0">
        <dgm:presLayoutVars>
          <dgm:dir/>
          <dgm:resizeHandles val="exact"/>
        </dgm:presLayoutVars>
      </dgm:prSet>
      <dgm:spPr/>
    </dgm:pt>
    <dgm:pt modelId="{427F6F25-03A6-4967-B536-436D8D3693EC}" type="pres">
      <dgm:prSet presAssocID="{63CA31CB-B01B-4753-AB23-95066A84612D}" presName="node" presStyleLbl="node1" presStyleIdx="0" presStyleCnt="10">
        <dgm:presLayoutVars>
          <dgm:bulletEnabled val="1"/>
        </dgm:presLayoutVars>
      </dgm:prSet>
      <dgm:spPr/>
    </dgm:pt>
    <dgm:pt modelId="{29A61D2A-0303-4F18-BCCF-E9BFEA4EFE41}" type="pres">
      <dgm:prSet presAssocID="{B0712E07-42F9-4494-81C1-36F36B7717C8}" presName="sibTrans" presStyleLbl="sibTrans1D1" presStyleIdx="0" presStyleCnt="9"/>
      <dgm:spPr/>
    </dgm:pt>
    <dgm:pt modelId="{AAFFA8C9-86CA-46A1-883B-9AA0A8234608}" type="pres">
      <dgm:prSet presAssocID="{B0712E07-42F9-4494-81C1-36F36B7717C8}" presName="connectorText" presStyleLbl="sibTrans1D1" presStyleIdx="0" presStyleCnt="9"/>
      <dgm:spPr/>
    </dgm:pt>
    <dgm:pt modelId="{8C9CA7C2-D029-42FD-B655-82516C5A7A9F}" type="pres">
      <dgm:prSet presAssocID="{4CE49466-A84F-4A17-8F77-2E55D8082F26}" presName="node" presStyleLbl="node1" presStyleIdx="1" presStyleCnt="10">
        <dgm:presLayoutVars>
          <dgm:bulletEnabled val="1"/>
        </dgm:presLayoutVars>
      </dgm:prSet>
      <dgm:spPr/>
    </dgm:pt>
    <dgm:pt modelId="{EEA817AF-6A97-4896-B198-66EAC841DA9E}" type="pres">
      <dgm:prSet presAssocID="{E2EF70C4-BE80-4755-8013-F7EF5AC8CF03}" presName="sibTrans" presStyleLbl="sibTrans1D1" presStyleIdx="1" presStyleCnt="9"/>
      <dgm:spPr/>
    </dgm:pt>
    <dgm:pt modelId="{C49B5269-C2CD-4367-94C6-2B41FC9FCDB3}" type="pres">
      <dgm:prSet presAssocID="{E2EF70C4-BE80-4755-8013-F7EF5AC8CF03}" presName="connectorText" presStyleLbl="sibTrans1D1" presStyleIdx="1" presStyleCnt="9"/>
      <dgm:spPr/>
    </dgm:pt>
    <dgm:pt modelId="{E6061BB4-45E1-41F4-9C61-1FA3B6C17FC0}" type="pres">
      <dgm:prSet presAssocID="{FF51BA7C-DE98-43CD-A7A4-AB0662DDAB34}" presName="node" presStyleLbl="node1" presStyleIdx="2" presStyleCnt="10">
        <dgm:presLayoutVars>
          <dgm:bulletEnabled val="1"/>
        </dgm:presLayoutVars>
      </dgm:prSet>
      <dgm:spPr/>
    </dgm:pt>
    <dgm:pt modelId="{732F14D6-B92C-4569-B3DB-5DDA64E984BE}" type="pres">
      <dgm:prSet presAssocID="{D628E054-E16F-44C4-B8E3-9B768777FD78}" presName="sibTrans" presStyleLbl="sibTrans1D1" presStyleIdx="2" presStyleCnt="9"/>
      <dgm:spPr/>
    </dgm:pt>
    <dgm:pt modelId="{C12EB003-3C71-4D81-A25A-E66D57C067DD}" type="pres">
      <dgm:prSet presAssocID="{D628E054-E16F-44C4-B8E3-9B768777FD78}" presName="connectorText" presStyleLbl="sibTrans1D1" presStyleIdx="2" presStyleCnt="9"/>
      <dgm:spPr/>
    </dgm:pt>
    <dgm:pt modelId="{19794064-D183-4521-8CA2-7FE8AC2D4E9D}" type="pres">
      <dgm:prSet presAssocID="{6812711F-A95C-4864-8D19-01252A95A6A7}" presName="node" presStyleLbl="node1" presStyleIdx="3" presStyleCnt="10">
        <dgm:presLayoutVars>
          <dgm:bulletEnabled val="1"/>
        </dgm:presLayoutVars>
      </dgm:prSet>
      <dgm:spPr/>
    </dgm:pt>
    <dgm:pt modelId="{EE38381D-2242-45BE-97D6-A12F1A21E54F}" type="pres">
      <dgm:prSet presAssocID="{E77F2A0A-43DA-4AA8-BDEA-2FB38357D143}" presName="sibTrans" presStyleLbl="sibTrans1D1" presStyleIdx="3" presStyleCnt="9"/>
      <dgm:spPr/>
    </dgm:pt>
    <dgm:pt modelId="{77C2BBE5-7666-466E-8D1A-60213B32EEEC}" type="pres">
      <dgm:prSet presAssocID="{E77F2A0A-43DA-4AA8-BDEA-2FB38357D143}" presName="connectorText" presStyleLbl="sibTrans1D1" presStyleIdx="3" presStyleCnt="9"/>
      <dgm:spPr/>
    </dgm:pt>
    <dgm:pt modelId="{1BA98B31-0B8A-4AC6-BFEE-AB25D5CC0BA2}" type="pres">
      <dgm:prSet presAssocID="{0EE22700-1750-465E-A30A-8AAB503AFAD2}" presName="node" presStyleLbl="node1" presStyleIdx="4" presStyleCnt="10">
        <dgm:presLayoutVars>
          <dgm:bulletEnabled val="1"/>
        </dgm:presLayoutVars>
      </dgm:prSet>
      <dgm:spPr/>
    </dgm:pt>
    <dgm:pt modelId="{77B547CD-DC81-4EEC-8D4C-838623BEC672}" type="pres">
      <dgm:prSet presAssocID="{BE372800-49FC-4222-89DC-28520BE7B2BC}" presName="sibTrans" presStyleLbl="sibTrans1D1" presStyleIdx="4" presStyleCnt="9"/>
      <dgm:spPr/>
    </dgm:pt>
    <dgm:pt modelId="{43ABC7D0-5F91-4E8C-87AD-798EF5190393}" type="pres">
      <dgm:prSet presAssocID="{BE372800-49FC-4222-89DC-28520BE7B2BC}" presName="connectorText" presStyleLbl="sibTrans1D1" presStyleIdx="4" presStyleCnt="9"/>
      <dgm:spPr/>
    </dgm:pt>
    <dgm:pt modelId="{928815D5-EB38-4954-AAD6-13C15361A996}" type="pres">
      <dgm:prSet presAssocID="{EC12F1F1-10B3-4FF4-8F66-C2D497A8B990}" presName="node" presStyleLbl="node1" presStyleIdx="5" presStyleCnt="10">
        <dgm:presLayoutVars>
          <dgm:bulletEnabled val="1"/>
        </dgm:presLayoutVars>
      </dgm:prSet>
      <dgm:spPr/>
    </dgm:pt>
    <dgm:pt modelId="{74201AA6-6942-49A3-9E05-49C37593B22F}" type="pres">
      <dgm:prSet presAssocID="{D33D5E46-313A-4C30-BB28-85C8490CA4BF}" presName="sibTrans" presStyleLbl="sibTrans1D1" presStyleIdx="5" presStyleCnt="9"/>
      <dgm:spPr/>
    </dgm:pt>
    <dgm:pt modelId="{4DA3CE9A-F658-4563-8A5D-3E89BABDB98E}" type="pres">
      <dgm:prSet presAssocID="{D33D5E46-313A-4C30-BB28-85C8490CA4BF}" presName="connectorText" presStyleLbl="sibTrans1D1" presStyleIdx="5" presStyleCnt="9"/>
      <dgm:spPr/>
    </dgm:pt>
    <dgm:pt modelId="{692C82FD-6529-4B28-B7CB-3EE02A108A6F}" type="pres">
      <dgm:prSet presAssocID="{8B278C55-F450-417E-92F7-AE43C256540C}" presName="node" presStyleLbl="node1" presStyleIdx="6" presStyleCnt="10">
        <dgm:presLayoutVars>
          <dgm:bulletEnabled val="1"/>
        </dgm:presLayoutVars>
      </dgm:prSet>
      <dgm:spPr/>
    </dgm:pt>
    <dgm:pt modelId="{717009B8-AB9A-45CB-A1FD-B0E8EEEF38FA}" type="pres">
      <dgm:prSet presAssocID="{02822108-C710-46C9-AAC2-C245AE98F717}" presName="sibTrans" presStyleLbl="sibTrans1D1" presStyleIdx="6" presStyleCnt="9"/>
      <dgm:spPr/>
    </dgm:pt>
    <dgm:pt modelId="{B7BDBEEE-DEF5-46EC-A219-538E7C6925BA}" type="pres">
      <dgm:prSet presAssocID="{02822108-C710-46C9-AAC2-C245AE98F717}" presName="connectorText" presStyleLbl="sibTrans1D1" presStyleIdx="6" presStyleCnt="9"/>
      <dgm:spPr/>
    </dgm:pt>
    <dgm:pt modelId="{07B06DA0-3760-4EEF-AE6B-F61A14FEAB3F}" type="pres">
      <dgm:prSet presAssocID="{732B2AB2-2D62-4E86-A57F-9395900FE23C}" presName="node" presStyleLbl="node1" presStyleIdx="7" presStyleCnt="10">
        <dgm:presLayoutVars>
          <dgm:bulletEnabled val="1"/>
        </dgm:presLayoutVars>
      </dgm:prSet>
      <dgm:spPr/>
    </dgm:pt>
    <dgm:pt modelId="{6BCBFAF8-B5A2-41D0-8E2D-3A00CFA6991E}" type="pres">
      <dgm:prSet presAssocID="{831736C7-9BE4-4479-A932-4B19994C3B84}" presName="sibTrans" presStyleLbl="sibTrans1D1" presStyleIdx="7" presStyleCnt="9"/>
      <dgm:spPr/>
    </dgm:pt>
    <dgm:pt modelId="{106BECB3-3415-44A9-9ACC-B38919ACF374}" type="pres">
      <dgm:prSet presAssocID="{831736C7-9BE4-4479-A932-4B19994C3B84}" presName="connectorText" presStyleLbl="sibTrans1D1" presStyleIdx="7" presStyleCnt="9"/>
      <dgm:spPr/>
    </dgm:pt>
    <dgm:pt modelId="{5C81DF96-87C7-4516-98AC-262C8552118D}" type="pres">
      <dgm:prSet presAssocID="{E4050C33-710C-4311-A217-88F83D49C022}" presName="node" presStyleLbl="node1" presStyleIdx="8" presStyleCnt="10">
        <dgm:presLayoutVars>
          <dgm:bulletEnabled val="1"/>
        </dgm:presLayoutVars>
      </dgm:prSet>
      <dgm:spPr/>
    </dgm:pt>
    <dgm:pt modelId="{233B5B13-349E-485D-BF05-BD3A095E24DE}" type="pres">
      <dgm:prSet presAssocID="{66C582F7-4CBC-4F89-8982-A84DEDFC66D4}" presName="sibTrans" presStyleLbl="sibTrans1D1" presStyleIdx="8" presStyleCnt="9"/>
      <dgm:spPr/>
    </dgm:pt>
    <dgm:pt modelId="{A653AD8E-B634-4CEC-B7E2-8F6FD92292CC}" type="pres">
      <dgm:prSet presAssocID="{66C582F7-4CBC-4F89-8982-A84DEDFC66D4}" presName="connectorText" presStyleLbl="sibTrans1D1" presStyleIdx="8" presStyleCnt="9"/>
      <dgm:spPr/>
    </dgm:pt>
    <dgm:pt modelId="{642CDCA7-2C09-4370-A2C3-BA8418A924BC}" type="pres">
      <dgm:prSet presAssocID="{B5276403-407F-4899-AD28-2145C63873BB}" presName="node" presStyleLbl="node1" presStyleIdx="9" presStyleCnt="10">
        <dgm:presLayoutVars>
          <dgm:bulletEnabled val="1"/>
        </dgm:presLayoutVars>
      </dgm:prSet>
      <dgm:spPr/>
    </dgm:pt>
  </dgm:ptLst>
  <dgm:cxnLst>
    <dgm:cxn modelId="{2B9B1E0B-46DA-4A46-97DD-0DCE8CCE3AE7}" srcId="{A52375D4-E533-43E2-A8DC-FEB2A511C3EA}" destId="{4CE49466-A84F-4A17-8F77-2E55D8082F26}" srcOrd="1" destOrd="0" parTransId="{41B5F4BE-43A5-4AD8-BAB0-3890B03E9A31}" sibTransId="{E2EF70C4-BE80-4755-8013-F7EF5AC8CF03}"/>
    <dgm:cxn modelId="{BADDFC1A-D8DB-4BEE-BFAA-BE313FDE000F}" type="presOf" srcId="{02822108-C710-46C9-AAC2-C245AE98F717}" destId="{B7BDBEEE-DEF5-46EC-A219-538E7C6925BA}" srcOrd="1" destOrd="0" presId="urn:microsoft.com/office/officeart/2005/8/layout/bProcess3"/>
    <dgm:cxn modelId="{96647D1B-195A-4F60-B563-27BDC90F6349}" srcId="{A52375D4-E533-43E2-A8DC-FEB2A511C3EA}" destId="{E4050C33-710C-4311-A217-88F83D49C022}" srcOrd="8" destOrd="0" parTransId="{A6EE5C7E-1409-4AB3-96DB-650E2AC685F7}" sibTransId="{66C582F7-4CBC-4F89-8982-A84DEDFC66D4}"/>
    <dgm:cxn modelId="{79515120-A24B-40B2-9123-170DE7006040}" type="presOf" srcId="{02822108-C710-46C9-AAC2-C245AE98F717}" destId="{717009B8-AB9A-45CB-A1FD-B0E8EEEF38FA}" srcOrd="0" destOrd="0" presId="urn:microsoft.com/office/officeart/2005/8/layout/bProcess3"/>
    <dgm:cxn modelId="{346CD220-8215-4A39-8F52-ED90EB0C507F}" type="presOf" srcId="{66C582F7-4CBC-4F89-8982-A84DEDFC66D4}" destId="{233B5B13-349E-485D-BF05-BD3A095E24DE}" srcOrd="0" destOrd="0" presId="urn:microsoft.com/office/officeart/2005/8/layout/bProcess3"/>
    <dgm:cxn modelId="{D994AD24-E9F1-45FC-9CB3-50052B977C5B}" type="presOf" srcId="{A52375D4-E533-43E2-A8DC-FEB2A511C3EA}" destId="{AFFCFA37-D5F2-4A97-9B7B-D7B0C50B9E61}" srcOrd="0" destOrd="0" presId="urn:microsoft.com/office/officeart/2005/8/layout/bProcess3"/>
    <dgm:cxn modelId="{BEDDAF26-14C1-413F-AA39-3B3BBCEFC510}" type="presOf" srcId="{4CE49466-A84F-4A17-8F77-2E55D8082F26}" destId="{8C9CA7C2-D029-42FD-B655-82516C5A7A9F}" srcOrd="0" destOrd="0" presId="urn:microsoft.com/office/officeart/2005/8/layout/bProcess3"/>
    <dgm:cxn modelId="{328F9531-2B39-43BF-B05F-6917942010E8}" type="presOf" srcId="{D33D5E46-313A-4C30-BB28-85C8490CA4BF}" destId="{74201AA6-6942-49A3-9E05-49C37593B22F}" srcOrd="0" destOrd="0" presId="urn:microsoft.com/office/officeart/2005/8/layout/bProcess3"/>
    <dgm:cxn modelId="{77A4E932-28F3-4362-97CE-0C7578E29F11}" type="presOf" srcId="{EC12F1F1-10B3-4FF4-8F66-C2D497A8B990}" destId="{928815D5-EB38-4954-AAD6-13C15361A996}" srcOrd="0" destOrd="0" presId="urn:microsoft.com/office/officeart/2005/8/layout/bProcess3"/>
    <dgm:cxn modelId="{CB1D7034-F893-41C0-81A1-13A6E60189F6}" type="presOf" srcId="{63CA31CB-B01B-4753-AB23-95066A84612D}" destId="{427F6F25-03A6-4967-B536-436D8D3693EC}" srcOrd="0" destOrd="0" presId="urn:microsoft.com/office/officeart/2005/8/layout/bProcess3"/>
    <dgm:cxn modelId="{C7B4F337-5961-413C-9F71-48239B007C49}" srcId="{A52375D4-E533-43E2-A8DC-FEB2A511C3EA}" destId="{63CA31CB-B01B-4753-AB23-95066A84612D}" srcOrd="0" destOrd="0" parTransId="{36623C63-4A28-4333-A4F2-5E974F48E9B6}" sibTransId="{B0712E07-42F9-4494-81C1-36F36B7717C8}"/>
    <dgm:cxn modelId="{2A972439-FC6C-4AC0-A12E-7B74DE32B5D9}" type="presOf" srcId="{E77F2A0A-43DA-4AA8-BDEA-2FB38357D143}" destId="{77C2BBE5-7666-466E-8D1A-60213B32EEEC}" srcOrd="1" destOrd="0" presId="urn:microsoft.com/office/officeart/2005/8/layout/bProcess3"/>
    <dgm:cxn modelId="{898FA83B-CC74-4F2C-8025-05CD46B59D5B}" type="presOf" srcId="{B5276403-407F-4899-AD28-2145C63873BB}" destId="{642CDCA7-2C09-4370-A2C3-BA8418A924BC}" srcOrd="0" destOrd="0" presId="urn:microsoft.com/office/officeart/2005/8/layout/bProcess3"/>
    <dgm:cxn modelId="{5417FE3B-6557-4323-9B20-7D1891F06E6F}" type="presOf" srcId="{732B2AB2-2D62-4E86-A57F-9395900FE23C}" destId="{07B06DA0-3760-4EEF-AE6B-F61A14FEAB3F}" srcOrd="0" destOrd="0" presId="urn:microsoft.com/office/officeart/2005/8/layout/bProcess3"/>
    <dgm:cxn modelId="{6306E562-7421-4504-81ED-EF169120A9EF}" type="presOf" srcId="{FF51BA7C-DE98-43CD-A7A4-AB0662DDAB34}" destId="{E6061BB4-45E1-41F4-9C61-1FA3B6C17FC0}" srcOrd="0" destOrd="0" presId="urn:microsoft.com/office/officeart/2005/8/layout/bProcess3"/>
    <dgm:cxn modelId="{52C69E65-F4A3-4A38-8E14-10B29EDD630D}" srcId="{A52375D4-E533-43E2-A8DC-FEB2A511C3EA}" destId="{FF51BA7C-DE98-43CD-A7A4-AB0662DDAB34}" srcOrd="2" destOrd="0" parTransId="{4278F509-B6D0-4FB6-B657-E2BC01E2DDBA}" sibTransId="{D628E054-E16F-44C4-B8E3-9B768777FD78}"/>
    <dgm:cxn modelId="{2D97F665-D125-4E42-89FC-3A9DAA0744FB}" type="presOf" srcId="{0EE22700-1750-465E-A30A-8AAB503AFAD2}" destId="{1BA98B31-0B8A-4AC6-BFEE-AB25D5CC0BA2}" srcOrd="0" destOrd="0" presId="urn:microsoft.com/office/officeart/2005/8/layout/bProcess3"/>
    <dgm:cxn modelId="{0F53EC68-653B-4926-8444-AD518267DAA1}" type="presOf" srcId="{D628E054-E16F-44C4-B8E3-9B768777FD78}" destId="{C12EB003-3C71-4D81-A25A-E66D57C067DD}" srcOrd="1" destOrd="0" presId="urn:microsoft.com/office/officeart/2005/8/layout/bProcess3"/>
    <dgm:cxn modelId="{539B564C-B512-4B01-8AFF-58015DF17619}" type="presOf" srcId="{D33D5E46-313A-4C30-BB28-85C8490CA4BF}" destId="{4DA3CE9A-F658-4563-8A5D-3E89BABDB98E}" srcOrd="1" destOrd="0" presId="urn:microsoft.com/office/officeart/2005/8/layout/bProcess3"/>
    <dgm:cxn modelId="{99DEE74C-1C09-43F9-95B1-F49B461505C8}" type="presOf" srcId="{E77F2A0A-43DA-4AA8-BDEA-2FB38357D143}" destId="{EE38381D-2242-45BE-97D6-A12F1A21E54F}" srcOrd="0" destOrd="0" presId="urn:microsoft.com/office/officeart/2005/8/layout/bProcess3"/>
    <dgm:cxn modelId="{DA79FC54-FE70-4678-846D-CCE1F58E3BD0}" type="presOf" srcId="{BE372800-49FC-4222-89DC-28520BE7B2BC}" destId="{77B547CD-DC81-4EEC-8D4C-838623BEC672}" srcOrd="0" destOrd="0" presId="urn:microsoft.com/office/officeart/2005/8/layout/bProcess3"/>
    <dgm:cxn modelId="{44C5FC81-409D-45BC-BF51-ED75B657BE4B}" type="presOf" srcId="{66C582F7-4CBC-4F89-8982-A84DEDFC66D4}" destId="{A653AD8E-B634-4CEC-B7E2-8F6FD92292CC}" srcOrd="1" destOrd="0" presId="urn:microsoft.com/office/officeart/2005/8/layout/bProcess3"/>
    <dgm:cxn modelId="{5E13C391-598B-4552-B6A0-BB72BB253364}" type="presOf" srcId="{B0712E07-42F9-4494-81C1-36F36B7717C8}" destId="{29A61D2A-0303-4F18-BCCF-E9BFEA4EFE41}" srcOrd="0" destOrd="0" presId="urn:microsoft.com/office/officeart/2005/8/layout/bProcess3"/>
    <dgm:cxn modelId="{B2DE76A2-034D-41B4-B11C-1A567ACF4960}" type="presOf" srcId="{D628E054-E16F-44C4-B8E3-9B768777FD78}" destId="{732F14D6-B92C-4569-B3DB-5DDA64E984BE}" srcOrd="0" destOrd="0" presId="urn:microsoft.com/office/officeart/2005/8/layout/bProcess3"/>
    <dgm:cxn modelId="{84D39FA2-7CB4-40D7-A587-658580899DB7}" srcId="{A52375D4-E533-43E2-A8DC-FEB2A511C3EA}" destId="{8B278C55-F450-417E-92F7-AE43C256540C}" srcOrd="6" destOrd="0" parTransId="{C81AB015-0D9C-4AC7-9C4A-5A28D0327BBC}" sibTransId="{02822108-C710-46C9-AAC2-C245AE98F717}"/>
    <dgm:cxn modelId="{3B5FD9A2-F3B4-4AE3-9A5F-C1F8398AF93E}" type="presOf" srcId="{E2EF70C4-BE80-4755-8013-F7EF5AC8CF03}" destId="{C49B5269-C2CD-4367-94C6-2B41FC9FCDB3}" srcOrd="1" destOrd="0" presId="urn:microsoft.com/office/officeart/2005/8/layout/bProcess3"/>
    <dgm:cxn modelId="{B784CAA3-C47D-4AA5-BD6C-901D116EC5D6}" type="presOf" srcId="{6812711F-A95C-4864-8D19-01252A95A6A7}" destId="{19794064-D183-4521-8CA2-7FE8AC2D4E9D}" srcOrd="0" destOrd="0" presId="urn:microsoft.com/office/officeart/2005/8/layout/bProcess3"/>
    <dgm:cxn modelId="{8D4EB5AA-B2AF-4A10-91AC-1EED786B4455}" type="presOf" srcId="{E4050C33-710C-4311-A217-88F83D49C022}" destId="{5C81DF96-87C7-4516-98AC-262C8552118D}" srcOrd="0" destOrd="0" presId="urn:microsoft.com/office/officeart/2005/8/layout/bProcess3"/>
    <dgm:cxn modelId="{5335C0B3-8C3F-4856-AC4C-56C7ED1DE924}" type="presOf" srcId="{B0712E07-42F9-4494-81C1-36F36B7717C8}" destId="{AAFFA8C9-86CA-46A1-883B-9AA0A8234608}" srcOrd="1" destOrd="0" presId="urn:microsoft.com/office/officeart/2005/8/layout/bProcess3"/>
    <dgm:cxn modelId="{F20F2FCA-3BB9-41A0-9C11-AA99BD920F6F}" type="presOf" srcId="{BE372800-49FC-4222-89DC-28520BE7B2BC}" destId="{43ABC7D0-5F91-4E8C-87AD-798EF5190393}" srcOrd="1" destOrd="0" presId="urn:microsoft.com/office/officeart/2005/8/layout/bProcess3"/>
    <dgm:cxn modelId="{E8DEF9CB-A8AD-4973-8A4D-8B360537EE25}" type="presOf" srcId="{831736C7-9BE4-4479-A932-4B19994C3B84}" destId="{6BCBFAF8-B5A2-41D0-8E2D-3A00CFA6991E}" srcOrd="0" destOrd="0" presId="urn:microsoft.com/office/officeart/2005/8/layout/bProcess3"/>
    <dgm:cxn modelId="{230A71DA-3D47-46F6-BB2B-607CD386499A}" srcId="{A52375D4-E533-43E2-A8DC-FEB2A511C3EA}" destId="{732B2AB2-2D62-4E86-A57F-9395900FE23C}" srcOrd="7" destOrd="0" parTransId="{6710BE94-17FB-4302-8993-7743224F7DF6}" sibTransId="{831736C7-9BE4-4479-A932-4B19994C3B84}"/>
    <dgm:cxn modelId="{1350B5DE-7EA8-49E0-AE06-C29151293ACA}" srcId="{A52375D4-E533-43E2-A8DC-FEB2A511C3EA}" destId="{6812711F-A95C-4864-8D19-01252A95A6A7}" srcOrd="3" destOrd="0" parTransId="{70EDAA11-ECD0-4D5F-B76F-A8BB7F8EFB2E}" sibTransId="{E77F2A0A-43DA-4AA8-BDEA-2FB38357D143}"/>
    <dgm:cxn modelId="{11F279DF-A2DB-480C-B34D-202AAEAF2D5C}" srcId="{A52375D4-E533-43E2-A8DC-FEB2A511C3EA}" destId="{B5276403-407F-4899-AD28-2145C63873BB}" srcOrd="9" destOrd="0" parTransId="{39B4BFD1-95D0-4ADD-A6B5-B43770EE541E}" sibTransId="{5581F6DD-C222-4C6F-ADA4-59F9B7977313}"/>
    <dgm:cxn modelId="{648AC7DF-8CBF-41FA-B7B2-A2A253BE4987}" type="presOf" srcId="{E2EF70C4-BE80-4755-8013-F7EF5AC8CF03}" destId="{EEA817AF-6A97-4896-B198-66EAC841DA9E}" srcOrd="0" destOrd="0" presId="urn:microsoft.com/office/officeart/2005/8/layout/bProcess3"/>
    <dgm:cxn modelId="{A4A59BE4-6B37-49F7-982F-7AB8036D2FD4}" type="presOf" srcId="{8B278C55-F450-417E-92F7-AE43C256540C}" destId="{692C82FD-6529-4B28-B7CB-3EE02A108A6F}" srcOrd="0" destOrd="0" presId="urn:microsoft.com/office/officeart/2005/8/layout/bProcess3"/>
    <dgm:cxn modelId="{35E5F0F2-FF99-4E16-9E60-2D0FFCAD20F9}" type="presOf" srcId="{831736C7-9BE4-4479-A932-4B19994C3B84}" destId="{106BECB3-3415-44A9-9ACC-B38919ACF374}" srcOrd="1" destOrd="0" presId="urn:microsoft.com/office/officeart/2005/8/layout/bProcess3"/>
    <dgm:cxn modelId="{9AFC97FB-9756-4527-B260-8027C439802E}" srcId="{A52375D4-E533-43E2-A8DC-FEB2A511C3EA}" destId="{0EE22700-1750-465E-A30A-8AAB503AFAD2}" srcOrd="4" destOrd="0" parTransId="{6C1926E9-92B4-4BD5-B1FC-1BDD9A912209}" sibTransId="{BE372800-49FC-4222-89DC-28520BE7B2BC}"/>
    <dgm:cxn modelId="{3E8D79FD-4094-49F7-A4CB-704CBFB65519}" srcId="{A52375D4-E533-43E2-A8DC-FEB2A511C3EA}" destId="{EC12F1F1-10B3-4FF4-8F66-C2D497A8B990}" srcOrd="5" destOrd="0" parTransId="{9C77DDE5-7596-4FE9-BFF1-78A234A3E5B9}" sibTransId="{D33D5E46-313A-4C30-BB28-85C8490CA4BF}"/>
    <dgm:cxn modelId="{74693900-B457-4232-9165-6621F0970D67}" type="presParOf" srcId="{AFFCFA37-D5F2-4A97-9B7B-D7B0C50B9E61}" destId="{427F6F25-03A6-4967-B536-436D8D3693EC}" srcOrd="0" destOrd="0" presId="urn:microsoft.com/office/officeart/2005/8/layout/bProcess3"/>
    <dgm:cxn modelId="{C2C4E17E-3936-42D2-BC7A-A235F27C3A61}" type="presParOf" srcId="{AFFCFA37-D5F2-4A97-9B7B-D7B0C50B9E61}" destId="{29A61D2A-0303-4F18-BCCF-E9BFEA4EFE41}" srcOrd="1" destOrd="0" presId="urn:microsoft.com/office/officeart/2005/8/layout/bProcess3"/>
    <dgm:cxn modelId="{67ADF5C8-B006-434D-BF02-23426D6BA68B}" type="presParOf" srcId="{29A61D2A-0303-4F18-BCCF-E9BFEA4EFE41}" destId="{AAFFA8C9-86CA-46A1-883B-9AA0A8234608}" srcOrd="0" destOrd="0" presId="urn:microsoft.com/office/officeart/2005/8/layout/bProcess3"/>
    <dgm:cxn modelId="{88265878-786D-4B55-AF99-162384E0C8B0}" type="presParOf" srcId="{AFFCFA37-D5F2-4A97-9B7B-D7B0C50B9E61}" destId="{8C9CA7C2-D029-42FD-B655-82516C5A7A9F}" srcOrd="2" destOrd="0" presId="urn:microsoft.com/office/officeart/2005/8/layout/bProcess3"/>
    <dgm:cxn modelId="{867D5B03-30C5-433E-BA10-435D9A67C24E}" type="presParOf" srcId="{AFFCFA37-D5F2-4A97-9B7B-D7B0C50B9E61}" destId="{EEA817AF-6A97-4896-B198-66EAC841DA9E}" srcOrd="3" destOrd="0" presId="urn:microsoft.com/office/officeart/2005/8/layout/bProcess3"/>
    <dgm:cxn modelId="{E393F3EB-A174-4EED-A730-9EA482989676}" type="presParOf" srcId="{EEA817AF-6A97-4896-B198-66EAC841DA9E}" destId="{C49B5269-C2CD-4367-94C6-2B41FC9FCDB3}" srcOrd="0" destOrd="0" presId="urn:microsoft.com/office/officeart/2005/8/layout/bProcess3"/>
    <dgm:cxn modelId="{FBB9EA20-975B-4211-9128-605C244619D4}" type="presParOf" srcId="{AFFCFA37-D5F2-4A97-9B7B-D7B0C50B9E61}" destId="{E6061BB4-45E1-41F4-9C61-1FA3B6C17FC0}" srcOrd="4" destOrd="0" presId="urn:microsoft.com/office/officeart/2005/8/layout/bProcess3"/>
    <dgm:cxn modelId="{2DECBAF0-4F78-4E62-B0BD-C14E70064881}" type="presParOf" srcId="{AFFCFA37-D5F2-4A97-9B7B-D7B0C50B9E61}" destId="{732F14D6-B92C-4569-B3DB-5DDA64E984BE}" srcOrd="5" destOrd="0" presId="urn:microsoft.com/office/officeart/2005/8/layout/bProcess3"/>
    <dgm:cxn modelId="{73E2963C-7332-46EC-AAD3-CBBDDE96E152}" type="presParOf" srcId="{732F14D6-B92C-4569-B3DB-5DDA64E984BE}" destId="{C12EB003-3C71-4D81-A25A-E66D57C067DD}" srcOrd="0" destOrd="0" presId="urn:microsoft.com/office/officeart/2005/8/layout/bProcess3"/>
    <dgm:cxn modelId="{E397613C-BAC2-43E5-8844-0D2773295F60}" type="presParOf" srcId="{AFFCFA37-D5F2-4A97-9B7B-D7B0C50B9E61}" destId="{19794064-D183-4521-8CA2-7FE8AC2D4E9D}" srcOrd="6" destOrd="0" presId="urn:microsoft.com/office/officeart/2005/8/layout/bProcess3"/>
    <dgm:cxn modelId="{85C95A7A-402C-4C2E-97CF-4719B24A3CF2}" type="presParOf" srcId="{AFFCFA37-D5F2-4A97-9B7B-D7B0C50B9E61}" destId="{EE38381D-2242-45BE-97D6-A12F1A21E54F}" srcOrd="7" destOrd="0" presId="urn:microsoft.com/office/officeart/2005/8/layout/bProcess3"/>
    <dgm:cxn modelId="{DAFDC651-D66C-4ADC-8411-D41C85717F3E}" type="presParOf" srcId="{EE38381D-2242-45BE-97D6-A12F1A21E54F}" destId="{77C2BBE5-7666-466E-8D1A-60213B32EEEC}" srcOrd="0" destOrd="0" presId="urn:microsoft.com/office/officeart/2005/8/layout/bProcess3"/>
    <dgm:cxn modelId="{421091EA-560F-4F11-96FF-497658E4D82E}" type="presParOf" srcId="{AFFCFA37-D5F2-4A97-9B7B-D7B0C50B9E61}" destId="{1BA98B31-0B8A-4AC6-BFEE-AB25D5CC0BA2}" srcOrd="8" destOrd="0" presId="urn:microsoft.com/office/officeart/2005/8/layout/bProcess3"/>
    <dgm:cxn modelId="{7055C952-DD47-4C39-9A06-FA1932FA507A}" type="presParOf" srcId="{AFFCFA37-D5F2-4A97-9B7B-D7B0C50B9E61}" destId="{77B547CD-DC81-4EEC-8D4C-838623BEC672}" srcOrd="9" destOrd="0" presId="urn:microsoft.com/office/officeart/2005/8/layout/bProcess3"/>
    <dgm:cxn modelId="{74C0EAEE-8B0B-4AC7-918E-4F40BC129371}" type="presParOf" srcId="{77B547CD-DC81-4EEC-8D4C-838623BEC672}" destId="{43ABC7D0-5F91-4E8C-87AD-798EF5190393}" srcOrd="0" destOrd="0" presId="urn:microsoft.com/office/officeart/2005/8/layout/bProcess3"/>
    <dgm:cxn modelId="{B4F57699-68EC-4D13-A6AA-52824AD21DE2}" type="presParOf" srcId="{AFFCFA37-D5F2-4A97-9B7B-D7B0C50B9E61}" destId="{928815D5-EB38-4954-AAD6-13C15361A996}" srcOrd="10" destOrd="0" presId="urn:microsoft.com/office/officeart/2005/8/layout/bProcess3"/>
    <dgm:cxn modelId="{F572FC3B-DDAA-446C-B0E4-C67E6A5F1023}" type="presParOf" srcId="{AFFCFA37-D5F2-4A97-9B7B-D7B0C50B9E61}" destId="{74201AA6-6942-49A3-9E05-49C37593B22F}" srcOrd="11" destOrd="0" presId="urn:microsoft.com/office/officeart/2005/8/layout/bProcess3"/>
    <dgm:cxn modelId="{F35BDAD6-E4DB-4C38-BB65-254848F73578}" type="presParOf" srcId="{74201AA6-6942-49A3-9E05-49C37593B22F}" destId="{4DA3CE9A-F658-4563-8A5D-3E89BABDB98E}" srcOrd="0" destOrd="0" presId="urn:microsoft.com/office/officeart/2005/8/layout/bProcess3"/>
    <dgm:cxn modelId="{6FECA00D-E18F-44E6-8126-B60BAF997F6A}" type="presParOf" srcId="{AFFCFA37-D5F2-4A97-9B7B-D7B0C50B9E61}" destId="{692C82FD-6529-4B28-B7CB-3EE02A108A6F}" srcOrd="12" destOrd="0" presId="urn:microsoft.com/office/officeart/2005/8/layout/bProcess3"/>
    <dgm:cxn modelId="{E9D9982F-1A2F-4AFD-8969-9BE5E3C77DE8}" type="presParOf" srcId="{AFFCFA37-D5F2-4A97-9B7B-D7B0C50B9E61}" destId="{717009B8-AB9A-45CB-A1FD-B0E8EEEF38FA}" srcOrd="13" destOrd="0" presId="urn:microsoft.com/office/officeart/2005/8/layout/bProcess3"/>
    <dgm:cxn modelId="{E2D78A5B-B55C-4B28-8774-59F43D494C0A}" type="presParOf" srcId="{717009B8-AB9A-45CB-A1FD-B0E8EEEF38FA}" destId="{B7BDBEEE-DEF5-46EC-A219-538E7C6925BA}" srcOrd="0" destOrd="0" presId="urn:microsoft.com/office/officeart/2005/8/layout/bProcess3"/>
    <dgm:cxn modelId="{87F4585A-D4EC-4AC8-91ED-C0852FCB31EC}" type="presParOf" srcId="{AFFCFA37-D5F2-4A97-9B7B-D7B0C50B9E61}" destId="{07B06DA0-3760-4EEF-AE6B-F61A14FEAB3F}" srcOrd="14" destOrd="0" presId="urn:microsoft.com/office/officeart/2005/8/layout/bProcess3"/>
    <dgm:cxn modelId="{FC1AD7F8-C255-42F2-8681-20A84B283F47}" type="presParOf" srcId="{AFFCFA37-D5F2-4A97-9B7B-D7B0C50B9E61}" destId="{6BCBFAF8-B5A2-41D0-8E2D-3A00CFA6991E}" srcOrd="15" destOrd="0" presId="urn:microsoft.com/office/officeart/2005/8/layout/bProcess3"/>
    <dgm:cxn modelId="{F40661FF-E000-4033-AF2A-FD820D2E842A}" type="presParOf" srcId="{6BCBFAF8-B5A2-41D0-8E2D-3A00CFA6991E}" destId="{106BECB3-3415-44A9-9ACC-B38919ACF374}" srcOrd="0" destOrd="0" presId="urn:microsoft.com/office/officeart/2005/8/layout/bProcess3"/>
    <dgm:cxn modelId="{ADCCC0A0-8477-4A43-B327-36F8E02F0F6F}" type="presParOf" srcId="{AFFCFA37-D5F2-4A97-9B7B-D7B0C50B9E61}" destId="{5C81DF96-87C7-4516-98AC-262C8552118D}" srcOrd="16" destOrd="0" presId="urn:microsoft.com/office/officeart/2005/8/layout/bProcess3"/>
    <dgm:cxn modelId="{16608B83-F586-4674-B13F-360C76A8B6FA}" type="presParOf" srcId="{AFFCFA37-D5F2-4A97-9B7B-D7B0C50B9E61}" destId="{233B5B13-349E-485D-BF05-BD3A095E24DE}" srcOrd="17" destOrd="0" presId="urn:microsoft.com/office/officeart/2005/8/layout/bProcess3"/>
    <dgm:cxn modelId="{D7BFB250-1D99-499F-AC1C-9425E3FA9C8C}" type="presParOf" srcId="{233B5B13-349E-485D-BF05-BD3A095E24DE}" destId="{A653AD8E-B634-4CEC-B7E2-8F6FD92292CC}" srcOrd="0" destOrd="0" presId="urn:microsoft.com/office/officeart/2005/8/layout/bProcess3"/>
    <dgm:cxn modelId="{8195867F-9225-4B3B-81AC-F04F96C57134}" type="presParOf" srcId="{AFFCFA37-D5F2-4A97-9B7B-D7B0C50B9E61}" destId="{642CDCA7-2C09-4370-A2C3-BA8418A924BC}" srcOrd="1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24D4FE8-4ED7-410E-BA66-978560497EC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E16BD9-5B68-4C24-99F7-75DDE925F754}">
      <dgm:prSet/>
      <dgm:spPr/>
      <dgm:t>
        <a:bodyPr/>
        <a:lstStyle/>
        <a:p>
          <a:r>
            <a:rPr lang="en-US" b="1" i="0" dirty="0"/>
            <a:t>Xilinx </a:t>
          </a:r>
          <a:r>
            <a:rPr lang="en-US" b="1" i="0" dirty="0" err="1"/>
            <a:t>Vivado</a:t>
          </a:r>
          <a:r>
            <a:rPr lang="en-US" b="1" i="0" dirty="0"/>
            <a:t>: </a:t>
          </a:r>
          <a:r>
            <a:rPr lang="en-US" b="0" i="0" dirty="0" err="1"/>
            <a:t>Vivado</a:t>
          </a:r>
          <a:r>
            <a:rPr lang="en-US" b="0" i="0" dirty="0"/>
            <a:t> was likely used for synthesizing the hardware components of the tree-</a:t>
          </a:r>
        </a:p>
        <a:p>
          <a:r>
            <a:rPr lang="en-US" b="0" i="0" dirty="0"/>
            <a:t>                           based classifier and integrating them into the FPGA platform.</a:t>
          </a:r>
          <a:endParaRPr lang="en-US" dirty="0"/>
        </a:p>
      </dgm:t>
    </dgm:pt>
    <dgm:pt modelId="{37ADEB43-2A40-42A1-9803-28F9D588779A}" type="parTrans" cxnId="{BF3A3A7A-06C5-4E0B-80CB-C4D7CCB97AD9}">
      <dgm:prSet/>
      <dgm:spPr/>
      <dgm:t>
        <a:bodyPr/>
        <a:lstStyle/>
        <a:p>
          <a:endParaRPr lang="en-US"/>
        </a:p>
      </dgm:t>
    </dgm:pt>
    <dgm:pt modelId="{03AB1E8C-5DFD-498D-BD68-AA7A49A92D5B}" type="sibTrans" cxnId="{BF3A3A7A-06C5-4E0B-80CB-C4D7CCB97AD9}">
      <dgm:prSet/>
      <dgm:spPr/>
      <dgm:t>
        <a:bodyPr/>
        <a:lstStyle/>
        <a:p>
          <a:endParaRPr lang="en-US"/>
        </a:p>
      </dgm:t>
    </dgm:pt>
    <dgm:pt modelId="{223EB5C3-4970-4E9F-82B2-3DDEEB31304C}">
      <dgm:prSet/>
      <dgm:spPr/>
      <dgm:t>
        <a:bodyPr/>
        <a:lstStyle/>
        <a:p>
          <a:r>
            <a:rPr lang="en-US" b="1" i="0" dirty="0"/>
            <a:t>Xilinx </a:t>
          </a:r>
          <a:r>
            <a:rPr lang="en-US" b="1" i="0" dirty="0" err="1"/>
            <a:t>MicroBlaze</a:t>
          </a:r>
          <a:r>
            <a:rPr lang="en-US" b="1" i="0" dirty="0"/>
            <a:t> Processor: </a:t>
          </a:r>
          <a:r>
            <a:rPr lang="en-US" b="0" i="0" dirty="0"/>
            <a:t>The </a:t>
          </a:r>
          <a:r>
            <a:rPr lang="en-US" b="0" i="0" dirty="0" err="1"/>
            <a:t>MicroBlaze</a:t>
          </a:r>
          <a:r>
            <a:rPr lang="en-US" b="0" i="0" dirty="0"/>
            <a:t> soft-core processor from Xilinx was employed in the FPGA  </a:t>
          </a:r>
        </a:p>
        <a:p>
          <a:r>
            <a:rPr lang="en-US" b="0" i="0" dirty="0"/>
            <a:t>                                                    design to execute the ID3 algorithm functions 1.</a:t>
          </a:r>
        </a:p>
        <a:p>
          <a:r>
            <a:rPr lang="en-US" b="0" i="0" dirty="0"/>
            <a:t>			     This processor core is configurable and can be customized to suit the specific requirements of the  </a:t>
          </a:r>
        </a:p>
        <a:p>
          <a:r>
            <a:rPr lang="en-US" b="0" i="0" dirty="0"/>
            <a:t>                                                    machine learning tasks.</a:t>
          </a:r>
          <a:endParaRPr lang="en-US" dirty="0"/>
        </a:p>
      </dgm:t>
    </dgm:pt>
    <dgm:pt modelId="{A1A53DD4-0809-4E03-8D11-711B7CC6938E}" type="parTrans" cxnId="{D50EBA6E-00F6-4BA1-B0E0-5527E14896DB}">
      <dgm:prSet/>
      <dgm:spPr/>
      <dgm:t>
        <a:bodyPr/>
        <a:lstStyle/>
        <a:p>
          <a:endParaRPr lang="en-US"/>
        </a:p>
      </dgm:t>
    </dgm:pt>
    <dgm:pt modelId="{E7403256-9B3A-463C-8164-2638551F30D0}" type="sibTrans" cxnId="{D50EBA6E-00F6-4BA1-B0E0-5527E14896DB}">
      <dgm:prSet/>
      <dgm:spPr/>
      <dgm:t>
        <a:bodyPr/>
        <a:lstStyle/>
        <a:p>
          <a:endParaRPr lang="en-US"/>
        </a:p>
      </dgm:t>
    </dgm:pt>
    <dgm:pt modelId="{97174DDF-29FC-467D-B235-1939755D0035}">
      <dgm:prSet/>
      <dgm:spPr/>
      <dgm:t>
        <a:bodyPr/>
        <a:lstStyle/>
        <a:p>
          <a:endParaRPr lang="en-US" dirty="0"/>
        </a:p>
      </dgm:t>
    </dgm:pt>
    <dgm:pt modelId="{4D7F8C92-BF96-422E-BD40-626F15CC761D}" type="parTrans" cxnId="{2F09B09C-88E0-4A63-9A97-B16011C37067}">
      <dgm:prSet/>
      <dgm:spPr/>
      <dgm:t>
        <a:bodyPr/>
        <a:lstStyle/>
        <a:p>
          <a:endParaRPr lang="en-US"/>
        </a:p>
      </dgm:t>
    </dgm:pt>
    <dgm:pt modelId="{0D9E43EC-DC8C-4948-BF28-304124576AE9}" type="sibTrans" cxnId="{2F09B09C-88E0-4A63-9A97-B16011C37067}">
      <dgm:prSet/>
      <dgm:spPr/>
      <dgm:t>
        <a:bodyPr/>
        <a:lstStyle/>
        <a:p>
          <a:endParaRPr lang="en-US"/>
        </a:p>
      </dgm:t>
    </dgm:pt>
    <dgm:pt modelId="{52316D0B-2F15-4A88-A8FE-033327D93CF1}">
      <dgm:prSet/>
      <dgm:spPr/>
      <dgm:t>
        <a:bodyPr/>
        <a:lstStyle/>
        <a:p>
          <a:r>
            <a:rPr lang="en-US" b="1" i="0" dirty="0"/>
            <a:t>Hardware Description Languages (Verilog/VHDL): </a:t>
          </a:r>
          <a:r>
            <a:rPr lang="en-US" b="0" i="0" dirty="0"/>
            <a:t>These languages were likely utilized to describe the behavior of individual </a:t>
          </a:r>
        </a:p>
        <a:p>
          <a:r>
            <a:rPr lang="en-US" b="0" i="0" dirty="0"/>
            <a:t>                                                                                            hardware modules within the tree-based classifier.</a:t>
          </a:r>
          <a:endParaRPr lang="en-US" dirty="0"/>
        </a:p>
      </dgm:t>
    </dgm:pt>
    <dgm:pt modelId="{48023697-97B7-4274-8FF4-9F82C2C3F63C}" type="parTrans" cxnId="{8E26B87B-ACEC-4653-86F1-ED7E19E262CC}">
      <dgm:prSet/>
      <dgm:spPr/>
      <dgm:t>
        <a:bodyPr/>
        <a:lstStyle/>
        <a:p>
          <a:endParaRPr lang="en-US"/>
        </a:p>
      </dgm:t>
    </dgm:pt>
    <dgm:pt modelId="{646B491F-3AB4-4920-BE54-486903E1A191}" type="sibTrans" cxnId="{8E26B87B-ACEC-4653-86F1-ED7E19E262CC}">
      <dgm:prSet/>
      <dgm:spPr/>
      <dgm:t>
        <a:bodyPr/>
        <a:lstStyle/>
        <a:p>
          <a:endParaRPr lang="en-US"/>
        </a:p>
      </dgm:t>
    </dgm:pt>
    <dgm:pt modelId="{D7074341-5785-4BAC-BE17-2BD336E66AF1}">
      <dgm:prSet/>
      <dgm:spPr/>
      <dgm:t>
        <a:bodyPr/>
        <a:lstStyle/>
        <a:p>
          <a:r>
            <a:rPr lang="en-US" b="1" i="0" dirty="0"/>
            <a:t>High-Level Synthesis (HLS) Tools: </a:t>
          </a:r>
          <a:r>
            <a:rPr lang="en-US" b="0" i="0" dirty="0"/>
            <a:t>While HLS tools may have limitations in synthesizing recursive functions, they can still be </a:t>
          </a:r>
        </a:p>
        <a:p>
          <a:r>
            <a:rPr lang="en-US" b="0" i="0" dirty="0"/>
            <a:t>                                                            valuable for accelerating the design process.</a:t>
          </a:r>
          <a:endParaRPr lang="en-US" dirty="0"/>
        </a:p>
      </dgm:t>
    </dgm:pt>
    <dgm:pt modelId="{FE50EB71-90A2-498C-A74D-250A3C32CE1E}" type="parTrans" cxnId="{D1107AF1-F082-4BCC-8F7A-82FFA9FB7E89}">
      <dgm:prSet/>
      <dgm:spPr/>
      <dgm:t>
        <a:bodyPr/>
        <a:lstStyle/>
        <a:p>
          <a:endParaRPr lang="en-US"/>
        </a:p>
      </dgm:t>
    </dgm:pt>
    <dgm:pt modelId="{FE449101-EE5E-49E7-9B10-2E99FC1BFA5A}" type="sibTrans" cxnId="{D1107AF1-F082-4BCC-8F7A-82FFA9FB7E89}">
      <dgm:prSet/>
      <dgm:spPr/>
      <dgm:t>
        <a:bodyPr/>
        <a:lstStyle/>
        <a:p>
          <a:endParaRPr lang="en-US"/>
        </a:p>
      </dgm:t>
    </dgm:pt>
    <dgm:pt modelId="{714FDDFC-B4A4-4373-8A8C-06B2DE2336CA}">
      <dgm:prSet/>
      <dgm:spPr/>
      <dgm:t>
        <a:bodyPr/>
        <a:lstStyle/>
        <a:p>
          <a:r>
            <a:rPr lang="en-US" b="1" i="0" dirty="0"/>
            <a:t>Dataset Processing Tools: </a:t>
          </a:r>
          <a:r>
            <a:rPr lang="en-US" b="0" i="0" dirty="0"/>
            <a:t>Tools for dataset pre-processing, normalization, and feature engineering were likely used to prepare </a:t>
          </a:r>
        </a:p>
        <a:p>
          <a:r>
            <a:rPr lang="en-US" b="0" i="0" dirty="0"/>
            <a:t>                                               the input data for the decision tree classifier 3.</a:t>
          </a:r>
          <a:endParaRPr lang="en-US" dirty="0"/>
        </a:p>
      </dgm:t>
    </dgm:pt>
    <dgm:pt modelId="{79AC21DA-3937-4580-A5D8-1D4C763602F1}" type="parTrans" cxnId="{B4463AAB-47D1-45BD-B2E7-55B1ED387189}">
      <dgm:prSet/>
      <dgm:spPr/>
      <dgm:t>
        <a:bodyPr/>
        <a:lstStyle/>
        <a:p>
          <a:endParaRPr lang="en-US"/>
        </a:p>
      </dgm:t>
    </dgm:pt>
    <dgm:pt modelId="{783DB954-3042-4604-8FC2-A7D69EFB5CFC}" type="sibTrans" cxnId="{B4463AAB-47D1-45BD-B2E7-55B1ED387189}">
      <dgm:prSet/>
      <dgm:spPr/>
      <dgm:t>
        <a:bodyPr/>
        <a:lstStyle/>
        <a:p>
          <a:endParaRPr lang="en-US"/>
        </a:p>
      </dgm:t>
    </dgm:pt>
    <dgm:pt modelId="{E5798A57-EA73-4BBC-A531-D16C59B00558}">
      <dgm:prSet/>
      <dgm:spPr/>
      <dgm:t>
        <a:bodyPr/>
        <a:lstStyle/>
        <a:p>
          <a:r>
            <a:rPr lang="en-US" b="1" i="0" dirty="0"/>
            <a:t>Simulation and Verification Tools: </a:t>
          </a:r>
          <a:r>
            <a:rPr lang="en-US" b="0" i="0" dirty="0"/>
            <a:t>Simulation tools such as Model Sim may have been used for verifying the functionality and  </a:t>
          </a:r>
        </a:p>
        <a:p>
          <a:r>
            <a:rPr lang="en-US" b="0" i="0" dirty="0"/>
            <a:t>                                                               performance of the FPGA-based implementation 1.</a:t>
          </a:r>
          <a:endParaRPr lang="en-US" dirty="0"/>
        </a:p>
      </dgm:t>
    </dgm:pt>
    <dgm:pt modelId="{372F90FB-07B3-44E5-BBB2-129368C68CC9}" type="parTrans" cxnId="{E3B2AFA1-F4E8-4508-A724-4AECDC272BE9}">
      <dgm:prSet/>
      <dgm:spPr/>
      <dgm:t>
        <a:bodyPr/>
        <a:lstStyle/>
        <a:p>
          <a:endParaRPr lang="en-US"/>
        </a:p>
      </dgm:t>
    </dgm:pt>
    <dgm:pt modelId="{6B7CFD4F-84A8-4A18-9C5D-BC1F54F5BD91}" type="sibTrans" cxnId="{E3B2AFA1-F4E8-4508-A724-4AECDC272BE9}">
      <dgm:prSet/>
      <dgm:spPr/>
      <dgm:t>
        <a:bodyPr/>
        <a:lstStyle/>
        <a:p>
          <a:endParaRPr lang="en-US"/>
        </a:p>
      </dgm:t>
    </dgm:pt>
    <dgm:pt modelId="{8648F8A4-7199-48A2-BD85-61F907D7FEEB}" type="pres">
      <dgm:prSet presAssocID="{A24D4FE8-4ED7-410E-BA66-978560497EC3}" presName="vert0" presStyleCnt="0">
        <dgm:presLayoutVars>
          <dgm:dir/>
          <dgm:animOne val="branch"/>
          <dgm:animLvl val="lvl"/>
        </dgm:presLayoutVars>
      </dgm:prSet>
      <dgm:spPr/>
    </dgm:pt>
    <dgm:pt modelId="{429C2C17-89AC-481E-AF5B-54DDB3957E70}" type="pres">
      <dgm:prSet presAssocID="{62E16BD9-5B68-4C24-99F7-75DDE925F754}" presName="thickLine" presStyleLbl="alignNode1" presStyleIdx="0" presStyleCnt="7"/>
      <dgm:spPr/>
    </dgm:pt>
    <dgm:pt modelId="{731B0960-EB39-4209-92A5-ECF6A3CF67D4}" type="pres">
      <dgm:prSet presAssocID="{62E16BD9-5B68-4C24-99F7-75DDE925F754}" presName="horz1" presStyleCnt="0"/>
      <dgm:spPr/>
    </dgm:pt>
    <dgm:pt modelId="{FCCB9A86-48BA-40A4-8AF4-3D53D3E9A1D0}" type="pres">
      <dgm:prSet presAssocID="{62E16BD9-5B68-4C24-99F7-75DDE925F754}" presName="tx1" presStyleLbl="revTx" presStyleIdx="0" presStyleCnt="7"/>
      <dgm:spPr/>
    </dgm:pt>
    <dgm:pt modelId="{A368CC85-7CBB-4C70-90C3-CBF363234A43}" type="pres">
      <dgm:prSet presAssocID="{62E16BD9-5B68-4C24-99F7-75DDE925F754}" presName="vert1" presStyleCnt="0"/>
      <dgm:spPr/>
    </dgm:pt>
    <dgm:pt modelId="{90EEEB4B-24BA-43C8-B8E5-4C5D912D098B}" type="pres">
      <dgm:prSet presAssocID="{223EB5C3-4970-4E9F-82B2-3DDEEB31304C}" presName="thickLine" presStyleLbl="alignNode1" presStyleIdx="1" presStyleCnt="7"/>
      <dgm:spPr/>
    </dgm:pt>
    <dgm:pt modelId="{FEC58963-7AAE-4481-A868-1ADC2DD76795}" type="pres">
      <dgm:prSet presAssocID="{223EB5C3-4970-4E9F-82B2-3DDEEB31304C}" presName="horz1" presStyleCnt="0"/>
      <dgm:spPr/>
    </dgm:pt>
    <dgm:pt modelId="{9C9C0060-19E2-4078-980B-5993A4478C99}" type="pres">
      <dgm:prSet presAssocID="{223EB5C3-4970-4E9F-82B2-3DDEEB31304C}" presName="tx1" presStyleLbl="revTx" presStyleIdx="1" presStyleCnt="7" custScaleY="211835"/>
      <dgm:spPr/>
    </dgm:pt>
    <dgm:pt modelId="{40113890-DA29-4545-BF71-E72942A607E5}" type="pres">
      <dgm:prSet presAssocID="{223EB5C3-4970-4E9F-82B2-3DDEEB31304C}" presName="vert1" presStyleCnt="0"/>
      <dgm:spPr/>
    </dgm:pt>
    <dgm:pt modelId="{2F5CEF90-E7C1-44BC-A9D5-D46B50B13D09}" type="pres">
      <dgm:prSet presAssocID="{97174DDF-29FC-467D-B235-1939755D0035}" presName="thickLine" presStyleLbl="alignNode1" presStyleIdx="2" presStyleCnt="7"/>
      <dgm:spPr/>
    </dgm:pt>
    <dgm:pt modelId="{4FE54E87-8FFB-41F3-A083-54DA27AEFDA9}" type="pres">
      <dgm:prSet presAssocID="{97174DDF-29FC-467D-B235-1939755D0035}" presName="horz1" presStyleCnt="0"/>
      <dgm:spPr/>
    </dgm:pt>
    <dgm:pt modelId="{1EBE8680-E84E-433D-BE1C-A73B447C442B}" type="pres">
      <dgm:prSet presAssocID="{97174DDF-29FC-467D-B235-1939755D0035}" presName="tx1" presStyleLbl="revTx" presStyleIdx="2" presStyleCnt="7"/>
      <dgm:spPr/>
    </dgm:pt>
    <dgm:pt modelId="{B4734B95-FC50-4892-9ACB-4AA35E86E009}" type="pres">
      <dgm:prSet presAssocID="{97174DDF-29FC-467D-B235-1939755D0035}" presName="vert1" presStyleCnt="0"/>
      <dgm:spPr/>
    </dgm:pt>
    <dgm:pt modelId="{EABAA18F-8201-4B9A-BE12-2BB77F090DAA}" type="pres">
      <dgm:prSet presAssocID="{52316D0B-2F15-4A88-A8FE-033327D93CF1}" presName="thickLine" presStyleLbl="alignNode1" presStyleIdx="3" presStyleCnt="7"/>
      <dgm:spPr/>
    </dgm:pt>
    <dgm:pt modelId="{C671AD7D-C172-4F7B-9744-34EBFE5A0052}" type="pres">
      <dgm:prSet presAssocID="{52316D0B-2F15-4A88-A8FE-033327D93CF1}" presName="horz1" presStyleCnt="0"/>
      <dgm:spPr/>
    </dgm:pt>
    <dgm:pt modelId="{9F25814A-8C94-4BED-9B83-619C3F3EE8D6}" type="pres">
      <dgm:prSet presAssocID="{52316D0B-2F15-4A88-A8FE-033327D93CF1}" presName="tx1" presStyleLbl="revTx" presStyleIdx="3" presStyleCnt="7"/>
      <dgm:spPr/>
    </dgm:pt>
    <dgm:pt modelId="{C9037AEB-6A84-4FFD-9705-BAF546EE7C55}" type="pres">
      <dgm:prSet presAssocID="{52316D0B-2F15-4A88-A8FE-033327D93CF1}" presName="vert1" presStyleCnt="0"/>
      <dgm:spPr/>
    </dgm:pt>
    <dgm:pt modelId="{3003C468-5973-4C80-BB7B-DBC60B221965}" type="pres">
      <dgm:prSet presAssocID="{D7074341-5785-4BAC-BE17-2BD336E66AF1}" presName="thickLine" presStyleLbl="alignNode1" presStyleIdx="4" presStyleCnt="7"/>
      <dgm:spPr/>
    </dgm:pt>
    <dgm:pt modelId="{D2A7C693-AE75-49BD-BE88-616A34143C0F}" type="pres">
      <dgm:prSet presAssocID="{D7074341-5785-4BAC-BE17-2BD336E66AF1}" presName="horz1" presStyleCnt="0"/>
      <dgm:spPr/>
    </dgm:pt>
    <dgm:pt modelId="{3557CB05-52FE-4AEB-B92E-1225040AF018}" type="pres">
      <dgm:prSet presAssocID="{D7074341-5785-4BAC-BE17-2BD336E66AF1}" presName="tx1" presStyleLbl="revTx" presStyleIdx="4" presStyleCnt="7"/>
      <dgm:spPr/>
    </dgm:pt>
    <dgm:pt modelId="{C894191E-AA0D-4471-8BBF-6846FCEDE53E}" type="pres">
      <dgm:prSet presAssocID="{D7074341-5785-4BAC-BE17-2BD336E66AF1}" presName="vert1" presStyleCnt="0"/>
      <dgm:spPr/>
    </dgm:pt>
    <dgm:pt modelId="{02EE77A0-B228-4B0E-9B1A-E20BAFD1DA90}" type="pres">
      <dgm:prSet presAssocID="{714FDDFC-B4A4-4373-8A8C-06B2DE2336CA}" presName="thickLine" presStyleLbl="alignNode1" presStyleIdx="5" presStyleCnt="7"/>
      <dgm:spPr/>
    </dgm:pt>
    <dgm:pt modelId="{FF010300-9FDE-4355-8BB3-956354B88CAE}" type="pres">
      <dgm:prSet presAssocID="{714FDDFC-B4A4-4373-8A8C-06B2DE2336CA}" presName="horz1" presStyleCnt="0"/>
      <dgm:spPr/>
    </dgm:pt>
    <dgm:pt modelId="{2CD6A6C0-F362-4928-A2E5-B16292647952}" type="pres">
      <dgm:prSet presAssocID="{714FDDFC-B4A4-4373-8A8C-06B2DE2336CA}" presName="tx1" presStyleLbl="revTx" presStyleIdx="5" presStyleCnt="7"/>
      <dgm:spPr/>
    </dgm:pt>
    <dgm:pt modelId="{25808005-11E1-4F56-B1D5-FB48F072047F}" type="pres">
      <dgm:prSet presAssocID="{714FDDFC-B4A4-4373-8A8C-06B2DE2336CA}" presName="vert1" presStyleCnt="0"/>
      <dgm:spPr/>
    </dgm:pt>
    <dgm:pt modelId="{C26CEA56-353D-4BC0-BD0E-1E8B9DD40471}" type="pres">
      <dgm:prSet presAssocID="{E5798A57-EA73-4BBC-A531-D16C59B00558}" presName="thickLine" presStyleLbl="alignNode1" presStyleIdx="6" presStyleCnt="7"/>
      <dgm:spPr/>
    </dgm:pt>
    <dgm:pt modelId="{67D2BBCC-3A63-4DAE-8F20-D6FA1CD8AC94}" type="pres">
      <dgm:prSet presAssocID="{E5798A57-EA73-4BBC-A531-D16C59B00558}" presName="horz1" presStyleCnt="0"/>
      <dgm:spPr/>
    </dgm:pt>
    <dgm:pt modelId="{BA1DE532-9F33-40FB-9C18-083A1A221A45}" type="pres">
      <dgm:prSet presAssocID="{E5798A57-EA73-4BBC-A531-D16C59B00558}" presName="tx1" presStyleLbl="revTx" presStyleIdx="6" presStyleCnt="7"/>
      <dgm:spPr/>
    </dgm:pt>
    <dgm:pt modelId="{82C51769-24C9-4A20-9769-390FD2F09C31}" type="pres">
      <dgm:prSet presAssocID="{E5798A57-EA73-4BBC-A531-D16C59B00558}" presName="vert1" presStyleCnt="0"/>
      <dgm:spPr/>
    </dgm:pt>
  </dgm:ptLst>
  <dgm:cxnLst>
    <dgm:cxn modelId="{5C12FC0E-E849-4C8B-BE75-0BCD14450168}" type="presOf" srcId="{714FDDFC-B4A4-4373-8A8C-06B2DE2336CA}" destId="{2CD6A6C0-F362-4928-A2E5-B16292647952}" srcOrd="0" destOrd="0" presId="urn:microsoft.com/office/officeart/2008/layout/LinedList"/>
    <dgm:cxn modelId="{14446E1C-AA34-4CAD-9881-E91EC0A3AFB4}" type="presOf" srcId="{97174DDF-29FC-467D-B235-1939755D0035}" destId="{1EBE8680-E84E-433D-BE1C-A73B447C442B}" srcOrd="0" destOrd="0" presId="urn:microsoft.com/office/officeart/2008/layout/LinedList"/>
    <dgm:cxn modelId="{22DC5038-631C-49AC-AE93-E8F81D765831}" type="presOf" srcId="{52316D0B-2F15-4A88-A8FE-033327D93CF1}" destId="{9F25814A-8C94-4BED-9B83-619C3F3EE8D6}" srcOrd="0" destOrd="0" presId="urn:microsoft.com/office/officeart/2008/layout/LinedList"/>
    <dgm:cxn modelId="{1B3DDF5F-01BC-499C-B2CA-2BA12F3EEB34}" type="presOf" srcId="{62E16BD9-5B68-4C24-99F7-75DDE925F754}" destId="{FCCB9A86-48BA-40A4-8AF4-3D53D3E9A1D0}" srcOrd="0" destOrd="0" presId="urn:microsoft.com/office/officeart/2008/layout/LinedList"/>
    <dgm:cxn modelId="{AC169B4C-6D28-4E85-83A4-8EBFA36DF42D}" type="presOf" srcId="{223EB5C3-4970-4E9F-82B2-3DDEEB31304C}" destId="{9C9C0060-19E2-4078-980B-5993A4478C99}" srcOrd="0" destOrd="0" presId="urn:microsoft.com/office/officeart/2008/layout/LinedList"/>
    <dgm:cxn modelId="{D50EBA6E-00F6-4BA1-B0E0-5527E14896DB}" srcId="{A24D4FE8-4ED7-410E-BA66-978560497EC3}" destId="{223EB5C3-4970-4E9F-82B2-3DDEEB31304C}" srcOrd="1" destOrd="0" parTransId="{A1A53DD4-0809-4E03-8D11-711B7CC6938E}" sibTransId="{E7403256-9B3A-463C-8164-2638551F30D0}"/>
    <dgm:cxn modelId="{FEBD816F-7F89-40F0-930C-CD38434427DD}" type="presOf" srcId="{E5798A57-EA73-4BBC-A531-D16C59B00558}" destId="{BA1DE532-9F33-40FB-9C18-083A1A221A45}" srcOrd="0" destOrd="0" presId="urn:microsoft.com/office/officeart/2008/layout/LinedList"/>
    <dgm:cxn modelId="{BF3A3A7A-06C5-4E0B-80CB-C4D7CCB97AD9}" srcId="{A24D4FE8-4ED7-410E-BA66-978560497EC3}" destId="{62E16BD9-5B68-4C24-99F7-75DDE925F754}" srcOrd="0" destOrd="0" parTransId="{37ADEB43-2A40-42A1-9803-28F9D588779A}" sibTransId="{03AB1E8C-5DFD-498D-BD68-AA7A49A92D5B}"/>
    <dgm:cxn modelId="{5857307B-0D86-4C66-B35F-4F0878D0D1F5}" type="presOf" srcId="{A24D4FE8-4ED7-410E-BA66-978560497EC3}" destId="{8648F8A4-7199-48A2-BD85-61F907D7FEEB}" srcOrd="0" destOrd="0" presId="urn:microsoft.com/office/officeart/2008/layout/LinedList"/>
    <dgm:cxn modelId="{8E26B87B-ACEC-4653-86F1-ED7E19E262CC}" srcId="{A24D4FE8-4ED7-410E-BA66-978560497EC3}" destId="{52316D0B-2F15-4A88-A8FE-033327D93CF1}" srcOrd="3" destOrd="0" parTransId="{48023697-97B7-4274-8FF4-9F82C2C3F63C}" sibTransId="{646B491F-3AB4-4920-BE54-486903E1A191}"/>
    <dgm:cxn modelId="{2F09B09C-88E0-4A63-9A97-B16011C37067}" srcId="{A24D4FE8-4ED7-410E-BA66-978560497EC3}" destId="{97174DDF-29FC-467D-B235-1939755D0035}" srcOrd="2" destOrd="0" parTransId="{4D7F8C92-BF96-422E-BD40-626F15CC761D}" sibTransId="{0D9E43EC-DC8C-4948-BF28-304124576AE9}"/>
    <dgm:cxn modelId="{E3B2AFA1-F4E8-4508-A724-4AECDC272BE9}" srcId="{A24D4FE8-4ED7-410E-BA66-978560497EC3}" destId="{E5798A57-EA73-4BBC-A531-D16C59B00558}" srcOrd="6" destOrd="0" parTransId="{372F90FB-07B3-44E5-BBB2-129368C68CC9}" sibTransId="{6B7CFD4F-84A8-4A18-9C5D-BC1F54F5BD91}"/>
    <dgm:cxn modelId="{E47923A3-2D7A-4833-ABB6-432DF2EBA50A}" type="presOf" srcId="{D7074341-5785-4BAC-BE17-2BD336E66AF1}" destId="{3557CB05-52FE-4AEB-B92E-1225040AF018}" srcOrd="0" destOrd="0" presId="urn:microsoft.com/office/officeart/2008/layout/LinedList"/>
    <dgm:cxn modelId="{B4463AAB-47D1-45BD-B2E7-55B1ED387189}" srcId="{A24D4FE8-4ED7-410E-BA66-978560497EC3}" destId="{714FDDFC-B4A4-4373-8A8C-06B2DE2336CA}" srcOrd="5" destOrd="0" parTransId="{79AC21DA-3937-4580-A5D8-1D4C763602F1}" sibTransId="{783DB954-3042-4604-8FC2-A7D69EFB5CFC}"/>
    <dgm:cxn modelId="{D1107AF1-F082-4BCC-8F7A-82FFA9FB7E89}" srcId="{A24D4FE8-4ED7-410E-BA66-978560497EC3}" destId="{D7074341-5785-4BAC-BE17-2BD336E66AF1}" srcOrd="4" destOrd="0" parTransId="{FE50EB71-90A2-498C-A74D-250A3C32CE1E}" sibTransId="{FE449101-EE5E-49E7-9B10-2E99FC1BFA5A}"/>
    <dgm:cxn modelId="{2A3417DA-F071-4978-93F2-502328961FEF}" type="presParOf" srcId="{8648F8A4-7199-48A2-BD85-61F907D7FEEB}" destId="{429C2C17-89AC-481E-AF5B-54DDB3957E70}" srcOrd="0" destOrd="0" presId="urn:microsoft.com/office/officeart/2008/layout/LinedList"/>
    <dgm:cxn modelId="{1B18A0C2-B331-455D-AC7F-D9E28F80834E}" type="presParOf" srcId="{8648F8A4-7199-48A2-BD85-61F907D7FEEB}" destId="{731B0960-EB39-4209-92A5-ECF6A3CF67D4}" srcOrd="1" destOrd="0" presId="urn:microsoft.com/office/officeart/2008/layout/LinedList"/>
    <dgm:cxn modelId="{0145CEC4-BBAC-46DE-A52A-3B74C0F3AFAA}" type="presParOf" srcId="{731B0960-EB39-4209-92A5-ECF6A3CF67D4}" destId="{FCCB9A86-48BA-40A4-8AF4-3D53D3E9A1D0}" srcOrd="0" destOrd="0" presId="urn:microsoft.com/office/officeart/2008/layout/LinedList"/>
    <dgm:cxn modelId="{576D0A00-4A69-49E4-BADC-15E312290003}" type="presParOf" srcId="{731B0960-EB39-4209-92A5-ECF6A3CF67D4}" destId="{A368CC85-7CBB-4C70-90C3-CBF363234A43}" srcOrd="1" destOrd="0" presId="urn:microsoft.com/office/officeart/2008/layout/LinedList"/>
    <dgm:cxn modelId="{55AEEBA0-6211-484B-ABC7-F32A16748864}" type="presParOf" srcId="{8648F8A4-7199-48A2-BD85-61F907D7FEEB}" destId="{90EEEB4B-24BA-43C8-B8E5-4C5D912D098B}" srcOrd="2" destOrd="0" presId="urn:microsoft.com/office/officeart/2008/layout/LinedList"/>
    <dgm:cxn modelId="{988B4C38-BEA0-4E28-A055-1CEAC7A6A7BC}" type="presParOf" srcId="{8648F8A4-7199-48A2-BD85-61F907D7FEEB}" destId="{FEC58963-7AAE-4481-A868-1ADC2DD76795}" srcOrd="3" destOrd="0" presId="urn:microsoft.com/office/officeart/2008/layout/LinedList"/>
    <dgm:cxn modelId="{CBA6F93F-22AA-4BCC-AF86-CA445C5AE0CA}" type="presParOf" srcId="{FEC58963-7AAE-4481-A868-1ADC2DD76795}" destId="{9C9C0060-19E2-4078-980B-5993A4478C99}" srcOrd="0" destOrd="0" presId="urn:microsoft.com/office/officeart/2008/layout/LinedList"/>
    <dgm:cxn modelId="{B1E24D55-82D7-4BAD-96DD-3C61187C59A6}" type="presParOf" srcId="{FEC58963-7AAE-4481-A868-1ADC2DD76795}" destId="{40113890-DA29-4545-BF71-E72942A607E5}" srcOrd="1" destOrd="0" presId="urn:microsoft.com/office/officeart/2008/layout/LinedList"/>
    <dgm:cxn modelId="{A339038D-29F8-4623-A899-E24E21603669}" type="presParOf" srcId="{8648F8A4-7199-48A2-BD85-61F907D7FEEB}" destId="{2F5CEF90-E7C1-44BC-A9D5-D46B50B13D09}" srcOrd="4" destOrd="0" presId="urn:microsoft.com/office/officeart/2008/layout/LinedList"/>
    <dgm:cxn modelId="{936E436D-4F46-4985-89DD-4E0F5EE8A0DA}" type="presParOf" srcId="{8648F8A4-7199-48A2-BD85-61F907D7FEEB}" destId="{4FE54E87-8FFB-41F3-A083-54DA27AEFDA9}" srcOrd="5" destOrd="0" presId="urn:microsoft.com/office/officeart/2008/layout/LinedList"/>
    <dgm:cxn modelId="{A601859E-EA49-4FF7-9CEA-5D53044E842E}" type="presParOf" srcId="{4FE54E87-8FFB-41F3-A083-54DA27AEFDA9}" destId="{1EBE8680-E84E-433D-BE1C-A73B447C442B}" srcOrd="0" destOrd="0" presId="urn:microsoft.com/office/officeart/2008/layout/LinedList"/>
    <dgm:cxn modelId="{93B7E63D-EAB1-4A08-99AA-BF3DCD8433C1}" type="presParOf" srcId="{4FE54E87-8FFB-41F3-A083-54DA27AEFDA9}" destId="{B4734B95-FC50-4892-9ACB-4AA35E86E009}" srcOrd="1" destOrd="0" presId="urn:microsoft.com/office/officeart/2008/layout/LinedList"/>
    <dgm:cxn modelId="{462E9C75-CBE1-4ACD-AB56-1F16F574C115}" type="presParOf" srcId="{8648F8A4-7199-48A2-BD85-61F907D7FEEB}" destId="{EABAA18F-8201-4B9A-BE12-2BB77F090DAA}" srcOrd="6" destOrd="0" presId="urn:microsoft.com/office/officeart/2008/layout/LinedList"/>
    <dgm:cxn modelId="{38BF122E-8CF7-4DB7-9093-CB18FFB5B9A8}" type="presParOf" srcId="{8648F8A4-7199-48A2-BD85-61F907D7FEEB}" destId="{C671AD7D-C172-4F7B-9744-34EBFE5A0052}" srcOrd="7" destOrd="0" presId="urn:microsoft.com/office/officeart/2008/layout/LinedList"/>
    <dgm:cxn modelId="{BE69BCB2-EAFB-4AF0-81D9-ED6B38CCC31B}" type="presParOf" srcId="{C671AD7D-C172-4F7B-9744-34EBFE5A0052}" destId="{9F25814A-8C94-4BED-9B83-619C3F3EE8D6}" srcOrd="0" destOrd="0" presId="urn:microsoft.com/office/officeart/2008/layout/LinedList"/>
    <dgm:cxn modelId="{0C0C4089-9F55-43A2-8A05-3E8D9EFB2ED0}" type="presParOf" srcId="{C671AD7D-C172-4F7B-9744-34EBFE5A0052}" destId="{C9037AEB-6A84-4FFD-9705-BAF546EE7C55}" srcOrd="1" destOrd="0" presId="urn:microsoft.com/office/officeart/2008/layout/LinedList"/>
    <dgm:cxn modelId="{2A042FCB-8C4C-4C50-9ED4-CD381A87E1CC}" type="presParOf" srcId="{8648F8A4-7199-48A2-BD85-61F907D7FEEB}" destId="{3003C468-5973-4C80-BB7B-DBC60B221965}" srcOrd="8" destOrd="0" presId="urn:microsoft.com/office/officeart/2008/layout/LinedList"/>
    <dgm:cxn modelId="{FF849169-4025-47A2-8A0B-0B4A15981C73}" type="presParOf" srcId="{8648F8A4-7199-48A2-BD85-61F907D7FEEB}" destId="{D2A7C693-AE75-49BD-BE88-616A34143C0F}" srcOrd="9" destOrd="0" presId="urn:microsoft.com/office/officeart/2008/layout/LinedList"/>
    <dgm:cxn modelId="{82EC47F8-7529-41ED-B90C-E5074F8FC78A}" type="presParOf" srcId="{D2A7C693-AE75-49BD-BE88-616A34143C0F}" destId="{3557CB05-52FE-4AEB-B92E-1225040AF018}" srcOrd="0" destOrd="0" presId="urn:microsoft.com/office/officeart/2008/layout/LinedList"/>
    <dgm:cxn modelId="{30E4BDA4-EAAC-4F26-A6BE-D7DE80EFF239}" type="presParOf" srcId="{D2A7C693-AE75-49BD-BE88-616A34143C0F}" destId="{C894191E-AA0D-4471-8BBF-6846FCEDE53E}" srcOrd="1" destOrd="0" presId="urn:microsoft.com/office/officeart/2008/layout/LinedList"/>
    <dgm:cxn modelId="{624EBD71-D37B-42B6-A632-094603FEFDA0}" type="presParOf" srcId="{8648F8A4-7199-48A2-BD85-61F907D7FEEB}" destId="{02EE77A0-B228-4B0E-9B1A-E20BAFD1DA90}" srcOrd="10" destOrd="0" presId="urn:microsoft.com/office/officeart/2008/layout/LinedList"/>
    <dgm:cxn modelId="{C4EAFBF1-3212-4269-8089-D1A396EDADA6}" type="presParOf" srcId="{8648F8A4-7199-48A2-BD85-61F907D7FEEB}" destId="{FF010300-9FDE-4355-8BB3-956354B88CAE}" srcOrd="11" destOrd="0" presId="urn:microsoft.com/office/officeart/2008/layout/LinedList"/>
    <dgm:cxn modelId="{1A5570EC-CE2C-45C4-AF42-BE4FAECF00DE}" type="presParOf" srcId="{FF010300-9FDE-4355-8BB3-956354B88CAE}" destId="{2CD6A6C0-F362-4928-A2E5-B16292647952}" srcOrd="0" destOrd="0" presId="urn:microsoft.com/office/officeart/2008/layout/LinedList"/>
    <dgm:cxn modelId="{E04CF8E9-1C0A-4658-8C11-C8DC951EB104}" type="presParOf" srcId="{FF010300-9FDE-4355-8BB3-956354B88CAE}" destId="{25808005-11E1-4F56-B1D5-FB48F072047F}" srcOrd="1" destOrd="0" presId="urn:microsoft.com/office/officeart/2008/layout/LinedList"/>
    <dgm:cxn modelId="{9F8D33C1-8A8D-4E16-826F-C932A69D42B9}" type="presParOf" srcId="{8648F8A4-7199-48A2-BD85-61F907D7FEEB}" destId="{C26CEA56-353D-4BC0-BD0E-1E8B9DD40471}" srcOrd="12" destOrd="0" presId="urn:microsoft.com/office/officeart/2008/layout/LinedList"/>
    <dgm:cxn modelId="{2DA67F10-73EF-4F95-82C2-A7AB09440334}" type="presParOf" srcId="{8648F8A4-7199-48A2-BD85-61F907D7FEEB}" destId="{67D2BBCC-3A63-4DAE-8F20-D6FA1CD8AC94}" srcOrd="13" destOrd="0" presId="urn:microsoft.com/office/officeart/2008/layout/LinedList"/>
    <dgm:cxn modelId="{B828EAF9-8A2A-44D4-B2C0-1AE8E0EE5B8A}" type="presParOf" srcId="{67D2BBCC-3A63-4DAE-8F20-D6FA1CD8AC94}" destId="{BA1DE532-9F33-40FB-9C18-083A1A221A45}" srcOrd="0" destOrd="0" presId="urn:microsoft.com/office/officeart/2008/layout/LinedList"/>
    <dgm:cxn modelId="{146D1140-68E4-423F-B338-8051D13101B3}" type="presParOf" srcId="{67D2BBCC-3A63-4DAE-8F20-D6FA1CD8AC94}" destId="{82C51769-24C9-4A20-9769-390FD2F09C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9D4FE0E-D2D9-4F07-8D42-9856F1A4041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B40D0F-2D65-42CF-97B4-B82802E003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/>
            <a:t>Integration with Advanced Technologies</a:t>
          </a:r>
          <a:r>
            <a:rPr lang="en-US" b="0" i="0"/>
            <a:t>:</a:t>
          </a:r>
          <a:endParaRPr lang="en-US"/>
        </a:p>
      </dgm:t>
    </dgm:pt>
    <dgm:pt modelId="{98A4F52B-C758-4F4D-923E-E3AAC093D1D3}" type="parTrans" cxnId="{9F48406A-6C6C-46EB-895F-8C849579BD69}">
      <dgm:prSet/>
      <dgm:spPr/>
      <dgm:t>
        <a:bodyPr/>
        <a:lstStyle/>
        <a:p>
          <a:endParaRPr lang="en-US"/>
        </a:p>
      </dgm:t>
    </dgm:pt>
    <dgm:pt modelId="{1DC28CFF-A7D2-4921-8F9A-3643DA7DD3C4}" type="sibTrans" cxnId="{9F48406A-6C6C-46EB-895F-8C849579BD69}">
      <dgm:prSet/>
      <dgm:spPr/>
      <dgm:t>
        <a:bodyPr/>
        <a:lstStyle/>
        <a:p>
          <a:endParaRPr lang="en-US"/>
        </a:p>
      </dgm:t>
    </dgm:pt>
    <dgm:pt modelId="{1F9546F4-CF4B-469B-ACAA-968C06A100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Enhance capabilities by integrating with deep learning frameworks or edge computing platforms.</a:t>
          </a:r>
          <a:endParaRPr lang="en-US" dirty="0"/>
        </a:p>
      </dgm:t>
    </dgm:pt>
    <dgm:pt modelId="{D41E9251-F65B-453E-948C-C2251287B4FC}" type="parTrans" cxnId="{928D3657-9F3A-41A5-8BA1-06D4B2F0EB72}">
      <dgm:prSet/>
      <dgm:spPr/>
      <dgm:t>
        <a:bodyPr/>
        <a:lstStyle/>
        <a:p>
          <a:endParaRPr lang="en-US"/>
        </a:p>
      </dgm:t>
    </dgm:pt>
    <dgm:pt modelId="{E7D2C5B8-C3E8-41D6-93EA-83E9000A1140}" type="sibTrans" cxnId="{928D3657-9F3A-41A5-8BA1-06D4B2F0EB72}">
      <dgm:prSet/>
      <dgm:spPr/>
      <dgm:t>
        <a:bodyPr/>
        <a:lstStyle/>
        <a:p>
          <a:endParaRPr lang="en-US"/>
        </a:p>
      </dgm:t>
    </dgm:pt>
    <dgm:pt modelId="{57D104E9-017D-40DB-9FB9-612872CCD1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Explore compatibility with newer FPGA architectures and tools.</a:t>
          </a:r>
          <a:endParaRPr lang="en-US"/>
        </a:p>
      </dgm:t>
    </dgm:pt>
    <dgm:pt modelId="{3F843B98-A484-42FE-8856-34553904BC3D}" type="parTrans" cxnId="{E0BBB897-5E87-4108-A090-8B38C7A43D76}">
      <dgm:prSet/>
      <dgm:spPr/>
      <dgm:t>
        <a:bodyPr/>
        <a:lstStyle/>
        <a:p>
          <a:endParaRPr lang="en-US"/>
        </a:p>
      </dgm:t>
    </dgm:pt>
    <dgm:pt modelId="{7C458818-AB6F-43D9-8653-8E2159B90579}" type="sibTrans" cxnId="{E0BBB897-5E87-4108-A090-8B38C7A43D76}">
      <dgm:prSet/>
      <dgm:spPr/>
      <dgm:t>
        <a:bodyPr/>
        <a:lstStyle/>
        <a:p>
          <a:endParaRPr lang="en-US"/>
        </a:p>
      </dgm:t>
    </dgm:pt>
    <dgm:pt modelId="{5FED0B27-E35D-473A-AFDA-5CCA04F6523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/>
            <a:t>Validation and Benchmarking</a:t>
          </a:r>
          <a:r>
            <a:rPr lang="en-US" b="0" i="0"/>
            <a:t>:</a:t>
          </a:r>
          <a:endParaRPr lang="en-US"/>
        </a:p>
      </dgm:t>
    </dgm:pt>
    <dgm:pt modelId="{BE675308-425D-4BE4-A89B-6EE4DFD36967}" type="parTrans" cxnId="{500F652E-BD5C-49C8-86BD-6CADDB510EA6}">
      <dgm:prSet/>
      <dgm:spPr/>
      <dgm:t>
        <a:bodyPr/>
        <a:lstStyle/>
        <a:p>
          <a:endParaRPr lang="en-US"/>
        </a:p>
      </dgm:t>
    </dgm:pt>
    <dgm:pt modelId="{32968111-DCCF-4DCF-8548-58FF7B4FB2C4}" type="sibTrans" cxnId="{500F652E-BD5C-49C8-86BD-6CADDB510EA6}">
      <dgm:prSet/>
      <dgm:spPr/>
      <dgm:t>
        <a:bodyPr/>
        <a:lstStyle/>
        <a:p>
          <a:endParaRPr lang="en-US"/>
        </a:p>
      </dgm:t>
    </dgm:pt>
    <dgm:pt modelId="{0321D068-7349-43D3-A70A-3326EBDFB6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Conduct thorough validation studies.</a:t>
          </a:r>
          <a:endParaRPr lang="en-US"/>
        </a:p>
      </dgm:t>
    </dgm:pt>
    <dgm:pt modelId="{349E4F03-2CEE-4A0F-96A9-D9A5C68EEFCE}" type="parTrans" cxnId="{FADC42AC-D611-4473-93F5-521592E4AC05}">
      <dgm:prSet/>
      <dgm:spPr/>
      <dgm:t>
        <a:bodyPr/>
        <a:lstStyle/>
        <a:p>
          <a:endParaRPr lang="en-US"/>
        </a:p>
      </dgm:t>
    </dgm:pt>
    <dgm:pt modelId="{97B8C18F-ED87-4056-90E7-DBC61063DC1A}" type="sibTrans" cxnId="{FADC42AC-D611-4473-93F5-521592E4AC05}">
      <dgm:prSet/>
      <dgm:spPr/>
      <dgm:t>
        <a:bodyPr/>
        <a:lstStyle/>
        <a:p>
          <a:endParaRPr lang="en-US"/>
        </a:p>
      </dgm:t>
    </dgm:pt>
    <dgm:pt modelId="{D6E1476A-2E8E-4757-8024-277457DF2A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Compare against existing solutions to assess competitiveness and uniqueness.</a:t>
          </a:r>
          <a:endParaRPr lang="en-US"/>
        </a:p>
      </dgm:t>
    </dgm:pt>
    <dgm:pt modelId="{F4DE25EA-5F66-41CF-819D-C2EA6DA4047F}" type="parTrans" cxnId="{7C5F96A2-8720-4634-A56B-D373A44B9A3E}">
      <dgm:prSet/>
      <dgm:spPr/>
      <dgm:t>
        <a:bodyPr/>
        <a:lstStyle/>
        <a:p>
          <a:endParaRPr lang="en-US"/>
        </a:p>
      </dgm:t>
    </dgm:pt>
    <dgm:pt modelId="{F91F7EB9-895B-40EE-B6F3-3EAEE3D3EBB5}" type="sibTrans" cxnId="{7C5F96A2-8720-4634-A56B-D373A44B9A3E}">
      <dgm:prSet/>
      <dgm:spPr/>
      <dgm:t>
        <a:bodyPr/>
        <a:lstStyle/>
        <a:p>
          <a:endParaRPr lang="en-US"/>
        </a:p>
      </dgm:t>
    </dgm:pt>
    <dgm:pt modelId="{5B411060-FA1C-4E90-84E8-3AFBC0D5C9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dirty="0"/>
            <a:t>Optimization and Performance Enhancement</a:t>
          </a:r>
          <a:r>
            <a:rPr lang="en-US" b="0" i="0" dirty="0"/>
            <a:t>:</a:t>
          </a:r>
          <a:endParaRPr lang="en-US" dirty="0"/>
        </a:p>
      </dgm:t>
    </dgm:pt>
    <dgm:pt modelId="{CF07C4F2-2384-4DE9-91EE-A2C13522B876}" type="sibTrans" cxnId="{9990CC4C-92F0-4EB4-BEF4-5CC6C5B9212A}">
      <dgm:prSet/>
      <dgm:spPr/>
      <dgm:t>
        <a:bodyPr/>
        <a:lstStyle/>
        <a:p>
          <a:endParaRPr lang="en-US"/>
        </a:p>
      </dgm:t>
    </dgm:pt>
    <dgm:pt modelId="{6B9A202A-8D83-487A-B5CD-0445995623CA}" type="parTrans" cxnId="{9990CC4C-92F0-4EB4-BEF4-5CC6C5B9212A}">
      <dgm:prSet/>
      <dgm:spPr/>
      <dgm:t>
        <a:bodyPr/>
        <a:lstStyle/>
        <a:p>
          <a:endParaRPr lang="en-US"/>
        </a:p>
      </dgm:t>
    </dgm:pt>
    <dgm:pt modelId="{984B06AD-2023-4C2C-BA50-08B86E6300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Further optimize the design to improve latency and resource utilization.</a:t>
          </a:r>
          <a:endParaRPr lang="en-US" dirty="0"/>
        </a:p>
      </dgm:t>
    </dgm:pt>
    <dgm:pt modelId="{E940961A-2761-40B9-A75E-A23217871216}" type="sibTrans" cxnId="{C2506C3F-8AD0-4AE9-9346-A853CC2A2F7B}">
      <dgm:prSet/>
      <dgm:spPr/>
      <dgm:t>
        <a:bodyPr/>
        <a:lstStyle/>
        <a:p>
          <a:endParaRPr lang="en-US"/>
        </a:p>
      </dgm:t>
    </dgm:pt>
    <dgm:pt modelId="{09DE1F1A-B313-4D43-9733-9FF91859AF97}" type="parTrans" cxnId="{C2506C3F-8AD0-4AE9-9346-A853CC2A2F7B}">
      <dgm:prSet/>
      <dgm:spPr/>
      <dgm:t>
        <a:bodyPr/>
        <a:lstStyle/>
        <a:p>
          <a:endParaRPr lang="en-US"/>
        </a:p>
      </dgm:t>
    </dgm:pt>
    <dgm:pt modelId="{DC1BE0F8-3245-4530-89CC-ED55FAB2AD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Explore advanced algorithms for more efficient decision tree construction.</a:t>
          </a:r>
          <a:endParaRPr lang="en-US"/>
        </a:p>
      </dgm:t>
    </dgm:pt>
    <dgm:pt modelId="{43533AF5-C2B0-4751-A2B7-C28B53732186}" type="sibTrans" cxnId="{806032B1-B74A-4FFB-A3F7-D9A1F24DC42E}">
      <dgm:prSet/>
      <dgm:spPr/>
      <dgm:t>
        <a:bodyPr/>
        <a:lstStyle/>
        <a:p>
          <a:endParaRPr lang="en-US"/>
        </a:p>
      </dgm:t>
    </dgm:pt>
    <dgm:pt modelId="{8B8ADF49-D4DC-4D2F-9464-3CCC5AAD9521}" type="parTrans" cxnId="{806032B1-B74A-4FFB-A3F7-D9A1F24DC42E}">
      <dgm:prSet/>
      <dgm:spPr/>
      <dgm:t>
        <a:bodyPr/>
        <a:lstStyle/>
        <a:p>
          <a:endParaRPr lang="en-US"/>
        </a:p>
      </dgm:t>
    </dgm:pt>
    <dgm:pt modelId="{68686649-B06F-4566-BB4F-50F5D0789B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/>
            <a:t>Scalability and Versatility</a:t>
          </a:r>
          <a:r>
            <a:rPr lang="en-US" b="0" i="0"/>
            <a:t>:</a:t>
          </a:r>
          <a:endParaRPr lang="en-US"/>
        </a:p>
      </dgm:t>
    </dgm:pt>
    <dgm:pt modelId="{2E0FCB38-BB26-4897-8680-7F54E41A5C5E}" type="sibTrans" cxnId="{C95428B9-7DEA-4C10-AFD9-D1C9B4E21838}">
      <dgm:prSet/>
      <dgm:spPr/>
      <dgm:t>
        <a:bodyPr/>
        <a:lstStyle/>
        <a:p>
          <a:endParaRPr lang="en-US"/>
        </a:p>
      </dgm:t>
    </dgm:pt>
    <dgm:pt modelId="{79EAE147-CBA5-47D5-91C1-3013DC9907E9}" type="parTrans" cxnId="{C95428B9-7DEA-4C10-AFD9-D1C9B4E21838}">
      <dgm:prSet/>
      <dgm:spPr/>
      <dgm:t>
        <a:bodyPr/>
        <a:lstStyle/>
        <a:p>
          <a:endParaRPr lang="en-US"/>
        </a:p>
      </dgm:t>
    </dgm:pt>
    <dgm:pt modelId="{51112605-EB09-48C8-8B46-74CBF7CEA5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Extend the system to handle larger datasets and complex tree structures.</a:t>
          </a:r>
          <a:endParaRPr lang="en-US"/>
        </a:p>
      </dgm:t>
    </dgm:pt>
    <dgm:pt modelId="{5B42BBB3-E52B-4A4A-B09E-991EB16EF672}" type="sibTrans" cxnId="{D8E965AB-A06E-4121-8BCE-DC0F3C4195FD}">
      <dgm:prSet/>
      <dgm:spPr/>
      <dgm:t>
        <a:bodyPr/>
        <a:lstStyle/>
        <a:p>
          <a:endParaRPr lang="en-US"/>
        </a:p>
      </dgm:t>
    </dgm:pt>
    <dgm:pt modelId="{0520E9E9-7427-45FD-88D4-0E13A7FF3DD0}" type="parTrans" cxnId="{D8E965AB-A06E-4121-8BCE-DC0F3C4195FD}">
      <dgm:prSet/>
      <dgm:spPr/>
      <dgm:t>
        <a:bodyPr/>
        <a:lstStyle/>
        <a:p>
          <a:endParaRPr lang="en-US"/>
        </a:p>
      </dgm:t>
    </dgm:pt>
    <dgm:pt modelId="{C5A0F404-2AFD-4CB8-8687-B7A396E2E4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Investigate scalability for diverse machine learning tasks and algorithms.</a:t>
          </a:r>
          <a:endParaRPr lang="en-US"/>
        </a:p>
      </dgm:t>
    </dgm:pt>
    <dgm:pt modelId="{E0A7939A-02E9-448D-B2E0-70CFC9EF6C83}" type="sibTrans" cxnId="{5A37836C-DE7A-4C4C-BB01-A6CE3191B5C0}">
      <dgm:prSet/>
      <dgm:spPr/>
      <dgm:t>
        <a:bodyPr/>
        <a:lstStyle/>
        <a:p>
          <a:endParaRPr lang="en-US"/>
        </a:p>
      </dgm:t>
    </dgm:pt>
    <dgm:pt modelId="{FA81E77E-BB04-4E49-8BCC-56A4422CB8AF}" type="parTrans" cxnId="{5A37836C-DE7A-4C4C-BB01-A6CE3191B5C0}">
      <dgm:prSet/>
      <dgm:spPr/>
      <dgm:t>
        <a:bodyPr/>
        <a:lstStyle/>
        <a:p>
          <a:endParaRPr lang="en-US"/>
        </a:p>
      </dgm:t>
    </dgm:pt>
    <dgm:pt modelId="{1A93B9A1-4A57-4AA8-8E43-926846C4662E}" type="pres">
      <dgm:prSet presAssocID="{39D4FE0E-D2D9-4F07-8D42-9856F1A40417}" presName="root" presStyleCnt="0">
        <dgm:presLayoutVars>
          <dgm:dir/>
          <dgm:resizeHandles val="exact"/>
        </dgm:presLayoutVars>
      </dgm:prSet>
      <dgm:spPr/>
    </dgm:pt>
    <dgm:pt modelId="{5D8DD99C-D465-4BAB-80EC-7DFE7FB22688}" type="pres">
      <dgm:prSet presAssocID="{5B411060-FA1C-4E90-84E8-3AFBC0D5C998}" presName="compNode" presStyleCnt="0"/>
      <dgm:spPr/>
    </dgm:pt>
    <dgm:pt modelId="{0E02B7C4-6A28-40FE-9EE4-92DCA9685845}" type="pres">
      <dgm:prSet presAssocID="{5B411060-FA1C-4E90-84E8-3AFBC0D5C9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C6BE632-7766-4336-AB1A-7B1D14BC1866}" type="pres">
      <dgm:prSet presAssocID="{5B411060-FA1C-4E90-84E8-3AFBC0D5C998}" presName="iconSpace" presStyleCnt="0"/>
      <dgm:spPr/>
    </dgm:pt>
    <dgm:pt modelId="{CFCDFECF-63AC-403B-B078-5CB630A360C9}" type="pres">
      <dgm:prSet presAssocID="{5B411060-FA1C-4E90-84E8-3AFBC0D5C998}" presName="parTx" presStyleLbl="revTx" presStyleIdx="0" presStyleCnt="8">
        <dgm:presLayoutVars>
          <dgm:chMax val="0"/>
          <dgm:chPref val="0"/>
        </dgm:presLayoutVars>
      </dgm:prSet>
      <dgm:spPr/>
    </dgm:pt>
    <dgm:pt modelId="{E04901F6-C544-4EEE-B6AE-C5486BD01114}" type="pres">
      <dgm:prSet presAssocID="{5B411060-FA1C-4E90-84E8-3AFBC0D5C998}" presName="txSpace" presStyleCnt="0"/>
      <dgm:spPr/>
    </dgm:pt>
    <dgm:pt modelId="{76DFCA06-8819-4786-9A1F-B3A6D8B1DD40}" type="pres">
      <dgm:prSet presAssocID="{5B411060-FA1C-4E90-84E8-3AFBC0D5C998}" presName="desTx" presStyleLbl="revTx" presStyleIdx="1" presStyleCnt="8">
        <dgm:presLayoutVars/>
      </dgm:prSet>
      <dgm:spPr/>
    </dgm:pt>
    <dgm:pt modelId="{9BD245F8-49A9-45E6-A652-48AD8E88315A}" type="pres">
      <dgm:prSet presAssocID="{CF07C4F2-2384-4DE9-91EE-A2C13522B876}" presName="sibTrans" presStyleCnt="0"/>
      <dgm:spPr/>
    </dgm:pt>
    <dgm:pt modelId="{CB664507-6AED-46E0-B5B5-C5CB91785E9C}" type="pres">
      <dgm:prSet presAssocID="{68686649-B06F-4566-BB4F-50F5D0789BB8}" presName="compNode" presStyleCnt="0"/>
      <dgm:spPr/>
    </dgm:pt>
    <dgm:pt modelId="{54843584-C92D-4C17-A601-828312882A4C}" type="pres">
      <dgm:prSet presAssocID="{68686649-B06F-4566-BB4F-50F5D0789B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8BE79E1-5BCE-4DD8-98A8-33D1A7D94B9F}" type="pres">
      <dgm:prSet presAssocID="{68686649-B06F-4566-BB4F-50F5D0789BB8}" presName="iconSpace" presStyleCnt="0"/>
      <dgm:spPr/>
    </dgm:pt>
    <dgm:pt modelId="{B7594879-A653-41FA-84AA-28A36B7D084B}" type="pres">
      <dgm:prSet presAssocID="{68686649-B06F-4566-BB4F-50F5D0789BB8}" presName="parTx" presStyleLbl="revTx" presStyleIdx="2" presStyleCnt="8">
        <dgm:presLayoutVars>
          <dgm:chMax val="0"/>
          <dgm:chPref val="0"/>
        </dgm:presLayoutVars>
      </dgm:prSet>
      <dgm:spPr/>
    </dgm:pt>
    <dgm:pt modelId="{8A43C9AE-FE0F-4C70-8EBB-F67378EFB2B4}" type="pres">
      <dgm:prSet presAssocID="{68686649-B06F-4566-BB4F-50F5D0789BB8}" presName="txSpace" presStyleCnt="0"/>
      <dgm:spPr/>
    </dgm:pt>
    <dgm:pt modelId="{3093E1F4-2A59-49F7-9E48-568740839D69}" type="pres">
      <dgm:prSet presAssocID="{68686649-B06F-4566-BB4F-50F5D0789BB8}" presName="desTx" presStyleLbl="revTx" presStyleIdx="3" presStyleCnt="8">
        <dgm:presLayoutVars/>
      </dgm:prSet>
      <dgm:spPr/>
    </dgm:pt>
    <dgm:pt modelId="{1171AC79-FB11-488E-8ECA-255803AD7A0C}" type="pres">
      <dgm:prSet presAssocID="{2E0FCB38-BB26-4897-8680-7F54E41A5C5E}" presName="sibTrans" presStyleCnt="0"/>
      <dgm:spPr/>
    </dgm:pt>
    <dgm:pt modelId="{8F426B86-E8F8-4B64-9502-6E3A95F451CF}" type="pres">
      <dgm:prSet presAssocID="{C1B40D0F-2D65-42CF-97B4-B82802E003BD}" presName="compNode" presStyleCnt="0"/>
      <dgm:spPr/>
    </dgm:pt>
    <dgm:pt modelId="{DF8FBFDC-A181-4E71-A5CA-94868720E1DE}" type="pres">
      <dgm:prSet presAssocID="{C1B40D0F-2D65-42CF-97B4-B82802E003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149FE3C4-264B-40CF-B070-3B637AD27787}" type="pres">
      <dgm:prSet presAssocID="{C1B40D0F-2D65-42CF-97B4-B82802E003BD}" presName="iconSpace" presStyleCnt="0"/>
      <dgm:spPr/>
    </dgm:pt>
    <dgm:pt modelId="{EACB8E2F-A3AF-47FC-8EAC-E33A5437E558}" type="pres">
      <dgm:prSet presAssocID="{C1B40D0F-2D65-42CF-97B4-B82802E003BD}" presName="parTx" presStyleLbl="revTx" presStyleIdx="4" presStyleCnt="8">
        <dgm:presLayoutVars>
          <dgm:chMax val="0"/>
          <dgm:chPref val="0"/>
        </dgm:presLayoutVars>
      </dgm:prSet>
      <dgm:spPr/>
    </dgm:pt>
    <dgm:pt modelId="{9D897E21-9549-4853-96CE-F321FC71E4D1}" type="pres">
      <dgm:prSet presAssocID="{C1B40D0F-2D65-42CF-97B4-B82802E003BD}" presName="txSpace" presStyleCnt="0"/>
      <dgm:spPr/>
    </dgm:pt>
    <dgm:pt modelId="{36269DB8-0587-4EC2-9FD1-9B29B9F16DF6}" type="pres">
      <dgm:prSet presAssocID="{C1B40D0F-2D65-42CF-97B4-B82802E003BD}" presName="desTx" presStyleLbl="revTx" presStyleIdx="5" presStyleCnt="8">
        <dgm:presLayoutVars/>
      </dgm:prSet>
      <dgm:spPr/>
    </dgm:pt>
    <dgm:pt modelId="{6D571D55-4260-4DC1-AD76-C0AA0205CACD}" type="pres">
      <dgm:prSet presAssocID="{1DC28CFF-A7D2-4921-8F9A-3643DA7DD3C4}" presName="sibTrans" presStyleCnt="0"/>
      <dgm:spPr/>
    </dgm:pt>
    <dgm:pt modelId="{1F4DF9AD-E065-476E-BA7E-AD25C6E7524D}" type="pres">
      <dgm:prSet presAssocID="{5FED0B27-E35D-473A-AFDA-5CCA04F65238}" presName="compNode" presStyleCnt="0"/>
      <dgm:spPr/>
    </dgm:pt>
    <dgm:pt modelId="{D86BCF8A-6DFF-4496-B68D-832BDAD9F598}" type="pres">
      <dgm:prSet presAssocID="{5FED0B27-E35D-473A-AFDA-5CCA04F6523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B1AE4EE-0B16-4CDF-9DF1-8785802E81F0}" type="pres">
      <dgm:prSet presAssocID="{5FED0B27-E35D-473A-AFDA-5CCA04F65238}" presName="iconSpace" presStyleCnt="0"/>
      <dgm:spPr/>
    </dgm:pt>
    <dgm:pt modelId="{27D34201-5037-40F6-AE02-D68677A1FDD1}" type="pres">
      <dgm:prSet presAssocID="{5FED0B27-E35D-473A-AFDA-5CCA04F65238}" presName="parTx" presStyleLbl="revTx" presStyleIdx="6" presStyleCnt="8">
        <dgm:presLayoutVars>
          <dgm:chMax val="0"/>
          <dgm:chPref val="0"/>
        </dgm:presLayoutVars>
      </dgm:prSet>
      <dgm:spPr/>
    </dgm:pt>
    <dgm:pt modelId="{9C913FC6-2295-4101-ACC2-75569C1734D7}" type="pres">
      <dgm:prSet presAssocID="{5FED0B27-E35D-473A-AFDA-5CCA04F65238}" presName="txSpace" presStyleCnt="0"/>
      <dgm:spPr/>
    </dgm:pt>
    <dgm:pt modelId="{1E1BE4BB-58BF-4FF8-953F-C98FE833F06E}" type="pres">
      <dgm:prSet presAssocID="{5FED0B27-E35D-473A-AFDA-5CCA04F65238}" presName="desTx" presStyleLbl="revTx" presStyleIdx="7" presStyleCnt="8">
        <dgm:presLayoutVars/>
      </dgm:prSet>
      <dgm:spPr/>
    </dgm:pt>
  </dgm:ptLst>
  <dgm:cxnLst>
    <dgm:cxn modelId="{B7705900-C142-4303-95B7-39F4C18CB4E3}" type="presOf" srcId="{39D4FE0E-D2D9-4F07-8D42-9856F1A40417}" destId="{1A93B9A1-4A57-4AA8-8E43-926846C4662E}" srcOrd="0" destOrd="0" presId="urn:microsoft.com/office/officeart/2018/2/layout/IconLabelDescriptionList"/>
    <dgm:cxn modelId="{8211EE00-1F2B-4A06-B94C-F903F1C35115}" type="presOf" srcId="{D6E1476A-2E8E-4757-8024-277457DF2AA0}" destId="{1E1BE4BB-58BF-4FF8-953F-C98FE833F06E}" srcOrd="0" destOrd="1" presId="urn:microsoft.com/office/officeart/2018/2/layout/IconLabelDescriptionList"/>
    <dgm:cxn modelId="{E5946D03-2E65-4494-A2ED-D156805AB518}" type="presOf" srcId="{DC1BE0F8-3245-4530-89CC-ED55FAB2AD4D}" destId="{76DFCA06-8819-4786-9A1F-B3A6D8B1DD40}" srcOrd="0" destOrd="1" presId="urn:microsoft.com/office/officeart/2018/2/layout/IconLabelDescriptionList"/>
    <dgm:cxn modelId="{14E8D00D-B99D-4DC1-A2D9-94E5B86B5C62}" type="presOf" srcId="{0321D068-7349-43D3-A70A-3326EBDFB63D}" destId="{1E1BE4BB-58BF-4FF8-953F-C98FE833F06E}" srcOrd="0" destOrd="0" presId="urn:microsoft.com/office/officeart/2018/2/layout/IconLabelDescriptionList"/>
    <dgm:cxn modelId="{B51B3823-618E-4C72-8F06-48070C12A14D}" type="presOf" srcId="{C1B40D0F-2D65-42CF-97B4-B82802E003BD}" destId="{EACB8E2F-A3AF-47FC-8EAC-E33A5437E558}" srcOrd="0" destOrd="0" presId="urn:microsoft.com/office/officeart/2018/2/layout/IconLabelDescriptionList"/>
    <dgm:cxn modelId="{778D1827-EED2-483F-BFF1-D21729B68BD3}" type="presOf" srcId="{5B411060-FA1C-4E90-84E8-3AFBC0D5C998}" destId="{CFCDFECF-63AC-403B-B078-5CB630A360C9}" srcOrd="0" destOrd="0" presId="urn:microsoft.com/office/officeart/2018/2/layout/IconLabelDescriptionList"/>
    <dgm:cxn modelId="{500F652E-BD5C-49C8-86BD-6CADDB510EA6}" srcId="{39D4FE0E-D2D9-4F07-8D42-9856F1A40417}" destId="{5FED0B27-E35D-473A-AFDA-5CCA04F65238}" srcOrd="3" destOrd="0" parTransId="{BE675308-425D-4BE4-A89B-6EE4DFD36967}" sibTransId="{32968111-DCCF-4DCF-8548-58FF7B4FB2C4}"/>
    <dgm:cxn modelId="{C2506C3F-8AD0-4AE9-9346-A853CC2A2F7B}" srcId="{5B411060-FA1C-4E90-84E8-3AFBC0D5C998}" destId="{984B06AD-2023-4C2C-BA50-08B86E6300EC}" srcOrd="0" destOrd="0" parTransId="{09DE1F1A-B313-4D43-9733-9FF91859AF97}" sibTransId="{E940961A-2761-40B9-A75E-A23217871216}"/>
    <dgm:cxn modelId="{824B6940-E351-4EE5-AC85-467B3A59F3E4}" type="presOf" srcId="{57D104E9-017D-40DB-9FB9-612872CCD194}" destId="{36269DB8-0587-4EC2-9FD1-9B29B9F16DF6}" srcOrd="0" destOrd="1" presId="urn:microsoft.com/office/officeart/2018/2/layout/IconLabelDescriptionList"/>
    <dgm:cxn modelId="{C96EA160-0765-4AC5-89E7-E98E9D1AEC0A}" type="presOf" srcId="{68686649-B06F-4566-BB4F-50F5D0789BB8}" destId="{B7594879-A653-41FA-84AA-28A36B7D084B}" srcOrd="0" destOrd="0" presId="urn:microsoft.com/office/officeart/2018/2/layout/IconLabelDescriptionList"/>
    <dgm:cxn modelId="{F3D51346-9E95-4341-9D73-68E8504E5A73}" type="presOf" srcId="{1F9546F4-CF4B-469B-ACAA-968C06A10086}" destId="{36269DB8-0587-4EC2-9FD1-9B29B9F16DF6}" srcOrd="0" destOrd="0" presId="urn:microsoft.com/office/officeart/2018/2/layout/IconLabelDescriptionList"/>
    <dgm:cxn modelId="{9F48406A-6C6C-46EB-895F-8C849579BD69}" srcId="{39D4FE0E-D2D9-4F07-8D42-9856F1A40417}" destId="{C1B40D0F-2D65-42CF-97B4-B82802E003BD}" srcOrd="2" destOrd="0" parTransId="{98A4F52B-C758-4F4D-923E-E3AAC093D1D3}" sibTransId="{1DC28CFF-A7D2-4921-8F9A-3643DA7DD3C4}"/>
    <dgm:cxn modelId="{5A37836C-DE7A-4C4C-BB01-A6CE3191B5C0}" srcId="{68686649-B06F-4566-BB4F-50F5D0789BB8}" destId="{C5A0F404-2AFD-4CB8-8687-B7A396E2E4A7}" srcOrd="1" destOrd="0" parTransId="{FA81E77E-BB04-4E49-8BCC-56A4422CB8AF}" sibTransId="{E0A7939A-02E9-448D-B2E0-70CFC9EF6C83}"/>
    <dgm:cxn modelId="{9990CC4C-92F0-4EB4-BEF4-5CC6C5B9212A}" srcId="{39D4FE0E-D2D9-4F07-8D42-9856F1A40417}" destId="{5B411060-FA1C-4E90-84E8-3AFBC0D5C998}" srcOrd="0" destOrd="0" parTransId="{6B9A202A-8D83-487A-B5CD-0445995623CA}" sibTransId="{CF07C4F2-2384-4DE9-91EE-A2C13522B876}"/>
    <dgm:cxn modelId="{03BACB75-501C-43AF-874E-EEFA982A60DF}" type="presOf" srcId="{5FED0B27-E35D-473A-AFDA-5CCA04F65238}" destId="{27D34201-5037-40F6-AE02-D68677A1FDD1}" srcOrd="0" destOrd="0" presId="urn:microsoft.com/office/officeart/2018/2/layout/IconLabelDescriptionList"/>
    <dgm:cxn modelId="{928D3657-9F3A-41A5-8BA1-06D4B2F0EB72}" srcId="{C1B40D0F-2D65-42CF-97B4-B82802E003BD}" destId="{1F9546F4-CF4B-469B-ACAA-968C06A10086}" srcOrd="0" destOrd="0" parTransId="{D41E9251-F65B-453E-948C-C2251287B4FC}" sibTransId="{E7D2C5B8-C3E8-41D6-93EA-83E9000A1140}"/>
    <dgm:cxn modelId="{E0BBB897-5E87-4108-A090-8B38C7A43D76}" srcId="{C1B40D0F-2D65-42CF-97B4-B82802E003BD}" destId="{57D104E9-017D-40DB-9FB9-612872CCD194}" srcOrd="1" destOrd="0" parTransId="{3F843B98-A484-42FE-8856-34553904BC3D}" sibTransId="{7C458818-AB6F-43D9-8653-8E2159B90579}"/>
    <dgm:cxn modelId="{7C5F96A2-8720-4634-A56B-D373A44B9A3E}" srcId="{5FED0B27-E35D-473A-AFDA-5CCA04F65238}" destId="{D6E1476A-2E8E-4757-8024-277457DF2AA0}" srcOrd="1" destOrd="0" parTransId="{F4DE25EA-5F66-41CF-819D-C2EA6DA4047F}" sibTransId="{F91F7EB9-895B-40EE-B6F3-3EAEE3D3EBB5}"/>
    <dgm:cxn modelId="{D8E965AB-A06E-4121-8BCE-DC0F3C4195FD}" srcId="{68686649-B06F-4566-BB4F-50F5D0789BB8}" destId="{51112605-EB09-48C8-8B46-74CBF7CEA5A1}" srcOrd="0" destOrd="0" parTransId="{0520E9E9-7427-45FD-88D4-0E13A7FF3DD0}" sibTransId="{5B42BBB3-E52B-4A4A-B09E-991EB16EF672}"/>
    <dgm:cxn modelId="{FADC42AC-D611-4473-93F5-521592E4AC05}" srcId="{5FED0B27-E35D-473A-AFDA-5CCA04F65238}" destId="{0321D068-7349-43D3-A70A-3326EBDFB63D}" srcOrd="0" destOrd="0" parTransId="{349E4F03-2CEE-4A0F-96A9-D9A5C68EEFCE}" sibTransId="{97B8C18F-ED87-4056-90E7-DBC61063DC1A}"/>
    <dgm:cxn modelId="{806032B1-B74A-4FFB-A3F7-D9A1F24DC42E}" srcId="{5B411060-FA1C-4E90-84E8-3AFBC0D5C998}" destId="{DC1BE0F8-3245-4530-89CC-ED55FAB2AD4D}" srcOrd="1" destOrd="0" parTransId="{8B8ADF49-D4DC-4D2F-9464-3CCC5AAD9521}" sibTransId="{43533AF5-C2B0-4751-A2B7-C28B53732186}"/>
    <dgm:cxn modelId="{B46A1DB7-B968-4704-81F7-C69674D1CFCE}" type="presOf" srcId="{C5A0F404-2AFD-4CB8-8687-B7A396E2E4A7}" destId="{3093E1F4-2A59-49F7-9E48-568740839D69}" srcOrd="0" destOrd="1" presId="urn:microsoft.com/office/officeart/2018/2/layout/IconLabelDescriptionList"/>
    <dgm:cxn modelId="{C95428B9-7DEA-4C10-AFD9-D1C9B4E21838}" srcId="{39D4FE0E-D2D9-4F07-8D42-9856F1A40417}" destId="{68686649-B06F-4566-BB4F-50F5D0789BB8}" srcOrd="1" destOrd="0" parTransId="{79EAE147-CBA5-47D5-91C1-3013DC9907E9}" sibTransId="{2E0FCB38-BB26-4897-8680-7F54E41A5C5E}"/>
    <dgm:cxn modelId="{9AA5EFE6-2484-4CED-99F3-99CEB7D6A511}" type="presOf" srcId="{51112605-EB09-48C8-8B46-74CBF7CEA5A1}" destId="{3093E1F4-2A59-49F7-9E48-568740839D69}" srcOrd="0" destOrd="0" presId="urn:microsoft.com/office/officeart/2018/2/layout/IconLabelDescriptionList"/>
    <dgm:cxn modelId="{11DBEAFE-CBAF-48DA-9BF1-A18D006B2C67}" type="presOf" srcId="{984B06AD-2023-4C2C-BA50-08B86E6300EC}" destId="{76DFCA06-8819-4786-9A1F-B3A6D8B1DD40}" srcOrd="0" destOrd="0" presId="urn:microsoft.com/office/officeart/2018/2/layout/IconLabelDescriptionList"/>
    <dgm:cxn modelId="{47E775C0-093E-4E11-87EE-F36A2891EFBB}" type="presParOf" srcId="{1A93B9A1-4A57-4AA8-8E43-926846C4662E}" destId="{5D8DD99C-D465-4BAB-80EC-7DFE7FB22688}" srcOrd="0" destOrd="0" presId="urn:microsoft.com/office/officeart/2018/2/layout/IconLabelDescriptionList"/>
    <dgm:cxn modelId="{D1D69735-D7B9-47D7-9EC9-9B7E4C1AC74D}" type="presParOf" srcId="{5D8DD99C-D465-4BAB-80EC-7DFE7FB22688}" destId="{0E02B7C4-6A28-40FE-9EE4-92DCA9685845}" srcOrd="0" destOrd="0" presId="urn:microsoft.com/office/officeart/2018/2/layout/IconLabelDescriptionList"/>
    <dgm:cxn modelId="{DB670934-A250-4423-A673-E489620DEAAD}" type="presParOf" srcId="{5D8DD99C-D465-4BAB-80EC-7DFE7FB22688}" destId="{BC6BE632-7766-4336-AB1A-7B1D14BC1866}" srcOrd="1" destOrd="0" presId="urn:microsoft.com/office/officeart/2018/2/layout/IconLabelDescriptionList"/>
    <dgm:cxn modelId="{4467466D-830B-4473-A1A6-CB5336B874E2}" type="presParOf" srcId="{5D8DD99C-D465-4BAB-80EC-7DFE7FB22688}" destId="{CFCDFECF-63AC-403B-B078-5CB630A360C9}" srcOrd="2" destOrd="0" presId="urn:microsoft.com/office/officeart/2018/2/layout/IconLabelDescriptionList"/>
    <dgm:cxn modelId="{79E5FBAA-FBDE-4679-B6D1-373B5166DDA0}" type="presParOf" srcId="{5D8DD99C-D465-4BAB-80EC-7DFE7FB22688}" destId="{E04901F6-C544-4EEE-B6AE-C5486BD01114}" srcOrd="3" destOrd="0" presId="urn:microsoft.com/office/officeart/2018/2/layout/IconLabelDescriptionList"/>
    <dgm:cxn modelId="{5FE335DB-A8F6-4D6B-8C66-6F32C9785CF6}" type="presParOf" srcId="{5D8DD99C-D465-4BAB-80EC-7DFE7FB22688}" destId="{76DFCA06-8819-4786-9A1F-B3A6D8B1DD40}" srcOrd="4" destOrd="0" presId="urn:microsoft.com/office/officeart/2018/2/layout/IconLabelDescriptionList"/>
    <dgm:cxn modelId="{3D4A4B57-D0CB-45F3-B7F3-5BFB83EC8B37}" type="presParOf" srcId="{1A93B9A1-4A57-4AA8-8E43-926846C4662E}" destId="{9BD245F8-49A9-45E6-A652-48AD8E88315A}" srcOrd="1" destOrd="0" presId="urn:microsoft.com/office/officeart/2018/2/layout/IconLabelDescriptionList"/>
    <dgm:cxn modelId="{22B14EE6-49DE-4ADC-A01D-769FDF1E4597}" type="presParOf" srcId="{1A93B9A1-4A57-4AA8-8E43-926846C4662E}" destId="{CB664507-6AED-46E0-B5B5-C5CB91785E9C}" srcOrd="2" destOrd="0" presId="urn:microsoft.com/office/officeart/2018/2/layout/IconLabelDescriptionList"/>
    <dgm:cxn modelId="{DC1218F9-8793-4A12-91AC-5D93E6B6E5F6}" type="presParOf" srcId="{CB664507-6AED-46E0-B5B5-C5CB91785E9C}" destId="{54843584-C92D-4C17-A601-828312882A4C}" srcOrd="0" destOrd="0" presId="urn:microsoft.com/office/officeart/2018/2/layout/IconLabelDescriptionList"/>
    <dgm:cxn modelId="{308DDC63-6718-435B-9601-F5250EA3F6A9}" type="presParOf" srcId="{CB664507-6AED-46E0-B5B5-C5CB91785E9C}" destId="{48BE79E1-5BCE-4DD8-98A8-33D1A7D94B9F}" srcOrd="1" destOrd="0" presId="urn:microsoft.com/office/officeart/2018/2/layout/IconLabelDescriptionList"/>
    <dgm:cxn modelId="{2A06CA8D-2F6E-4E1A-A3D6-65B9368AFC3E}" type="presParOf" srcId="{CB664507-6AED-46E0-B5B5-C5CB91785E9C}" destId="{B7594879-A653-41FA-84AA-28A36B7D084B}" srcOrd="2" destOrd="0" presId="urn:microsoft.com/office/officeart/2018/2/layout/IconLabelDescriptionList"/>
    <dgm:cxn modelId="{71031B12-516C-4986-B89D-3F1EAF1571A0}" type="presParOf" srcId="{CB664507-6AED-46E0-B5B5-C5CB91785E9C}" destId="{8A43C9AE-FE0F-4C70-8EBB-F67378EFB2B4}" srcOrd="3" destOrd="0" presId="urn:microsoft.com/office/officeart/2018/2/layout/IconLabelDescriptionList"/>
    <dgm:cxn modelId="{A4028504-6735-4538-8D64-0430F1FFED81}" type="presParOf" srcId="{CB664507-6AED-46E0-B5B5-C5CB91785E9C}" destId="{3093E1F4-2A59-49F7-9E48-568740839D69}" srcOrd="4" destOrd="0" presId="urn:microsoft.com/office/officeart/2018/2/layout/IconLabelDescriptionList"/>
    <dgm:cxn modelId="{982464B4-6222-40DA-B3A3-A6C19FC2C06A}" type="presParOf" srcId="{1A93B9A1-4A57-4AA8-8E43-926846C4662E}" destId="{1171AC79-FB11-488E-8ECA-255803AD7A0C}" srcOrd="3" destOrd="0" presId="urn:microsoft.com/office/officeart/2018/2/layout/IconLabelDescriptionList"/>
    <dgm:cxn modelId="{4522F679-9280-4268-9D05-6471D79B39BA}" type="presParOf" srcId="{1A93B9A1-4A57-4AA8-8E43-926846C4662E}" destId="{8F426B86-E8F8-4B64-9502-6E3A95F451CF}" srcOrd="4" destOrd="0" presId="urn:microsoft.com/office/officeart/2018/2/layout/IconLabelDescriptionList"/>
    <dgm:cxn modelId="{C1B26EEC-52BC-4C7A-B17A-8638962FEAB9}" type="presParOf" srcId="{8F426B86-E8F8-4B64-9502-6E3A95F451CF}" destId="{DF8FBFDC-A181-4E71-A5CA-94868720E1DE}" srcOrd="0" destOrd="0" presId="urn:microsoft.com/office/officeart/2018/2/layout/IconLabelDescriptionList"/>
    <dgm:cxn modelId="{209528E3-7844-4CE3-A02C-E2836F250ACA}" type="presParOf" srcId="{8F426B86-E8F8-4B64-9502-6E3A95F451CF}" destId="{149FE3C4-264B-40CF-B070-3B637AD27787}" srcOrd="1" destOrd="0" presId="urn:microsoft.com/office/officeart/2018/2/layout/IconLabelDescriptionList"/>
    <dgm:cxn modelId="{2C7FFFDB-4DE8-4BFB-B005-F61960E4F264}" type="presParOf" srcId="{8F426B86-E8F8-4B64-9502-6E3A95F451CF}" destId="{EACB8E2F-A3AF-47FC-8EAC-E33A5437E558}" srcOrd="2" destOrd="0" presId="urn:microsoft.com/office/officeart/2018/2/layout/IconLabelDescriptionList"/>
    <dgm:cxn modelId="{F84ECB2C-984F-44A7-A44C-213F784EBCEE}" type="presParOf" srcId="{8F426B86-E8F8-4B64-9502-6E3A95F451CF}" destId="{9D897E21-9549-4853-96CE-F321FC71E4D1}" srcOrd="3" destOrd="0" presId="urn:microsoft.com/office/officeart/2018/2/layout/IconLabelDescriptionList"/>
    <dgm:cxn modelId="{972D252C-3B53-4914-9BD4-FB5B4AD30035}" type="presParOf" srcId="{8F426B86-E8F8-4B64-9502-6E3A95F451CF}" destId="{36269DB8-0587-4EC2-9FD1-9B29B9F16DF6}" srcOrd="4" destOrd="0" presId="urn:microsoft.com/office/officeart/2018/2/layout/IconLabelDescriptionList"/>
    <dgm:cxn modelId="{354BEDAD-2B7D-4F4A-8598-A62A1DCCBC96}" type="presParOf" srcId="{1A93B9A1-4A57-4AA8-8E43-926846C4662E}" destId="{6D571D55-4260-4DC1-AD76-C0AA0205CACD}" srcOrd="5" destOrd="0" presId="urn:microsoft.com/office/officeart/2018/2/layout/IconLabelDescriptionList"/>
    <dgm:cxn modelId="{5C4015CB-AA69-462A-8E45-88046639E37F}" type="presParOf" srcId="{1A93B9A1-4A57-4AA8-8E43-926846C4662E}" destId="{1F4DF9AD-E065-476E-BA7E-AD25C6E7524D}" srcOrd="6" destOrd="0" presId="urn:microsoft.com/office/officeart/2018/2/layout/IconLabelDescriptionList"/>
    <dgm:cxn modelId="{C7C0AEDC-C8FE-46E3-BCA7-3C6BDA541A2F}" type="presParOf" srcId="{1F4DF9AD-E065-476E-BA7E-AD25C6E7524D}" destId="{D86BCF8A-6DFF-4496-B68D-832BDAD9F598}" srcOrd="0" destOrd="0" presId="urn:microsoft.com/office/officeart/2018/2/layout/IconLabelDescriptionList"/>
    <dgm:cxn modelId="{BA882DA9-987C-4725-9650-EA92CC3F0315}" type="presParOf" srcId="{1F4DF9AD-E065-476E-BA7E-AD25C6E7524D}" destId="{7B1AE4EE-0B16-4CDF-9DF1-8785802E81F0}" srcOrd="1" destOrd="0" presId="urn:microsoft.com/office/officeart/2018/2/layout/IconLabelDescriptionList"/>
    <dgm:cxn modelId="{969C7142-CB05-4AFB-BB9F-CB1A44D20EF5}" type="presParOf" srcId="{1F4DF9AD-E065-476E-BA7E-AD25C6E7524D}" destId="{27D34201-5037-40F6-AE02-D68677A1FDD1}" srcOrd="2" destOrd="0" presId="urn:microsoft.com/office/officeart/2018/2/layout/IconLabelDescriptionList"/>
    <dgm:cxn modelId="{FF37A356-9309-46FD-8E84-5BEA7EA7FB98}" type="presParOf" srcId="{1F4DF9AD-E065-476E-BA7E-AD25C6E7524D}" destId="{9C913FC6-2295-4101-ACC2-75569C1734D7}" srcOrd="3" destOrd="0" presId="urn:microsoft.com/office/officeart/2018/2/layout/IconLabelDescriptionList"/>
    <dgm:cxn modelId="{C8033E1D-1B5B-4DED-86E7-50522BBFFA7A}" type="presParOf" srcId="{1F4DF9AD-E065-476E-BA7E-AD25C6E7524D}" destId="{1E1BE4BB-58BF-4FF8-953F-C98FE833F06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F4B9A-0EEB-4C83-BFC0-2BCA57995D29}">
      <dsp:nvSpPr>
        <dsp:cNvPr id="0" name=""/>
        <dsp:cNvSpPr/>
      </dsp:nvSpPr>
      <dsp:spPr>
        <a:xfrm>
          <a:off x="213816" y="458078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55280-BBCB-424B-AB11-009F5DB009CE}">
      <dsp:nvSpPr>
        <dsp:cNvPr id="0" name=""/>
        <dsp:cNvSpPr/>
      </dsp:nvSpPr>
      <dsp:spPr>
        <a:xfrm>
          <a:off x="405472" y="649734"/>
          <a:ext cx="529336" cy="5293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5B18E-36AD-46C5-8839-64EEDC67D6CA}">
      <dsp:nvSpPr>
        <dsp:cNvPr id="0" name=""/>
        <dsp:cNvSpPr/>
      </dsp:nvSpPr>
      <dsp:spPr>
        <a:xfrm>
          <a:off x="1322033" y="458078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FPGA: </a:t>
          </a:r>
          <a:r>
            <a:rPr lang="en-US" sz="1800" kern="1200" dirty="0"/>
            <a:t>hardware for machine learning</a:t>
          </a:r>
        </a:p>
      </dsp:txBody>
      <dsp:txXfrm>
        <a:off x="1322033" y="458078"/>
        <a:ext cx="2151244" cy="912649"/>
      </dsp:txXfrm>
    </dsp:sp>
    <dsp:sp modelId="{FFA1A1D4-9AD5-4B1B-A002-5E58EF31C8D6}">
      <dsp:nvSpPr>
        <dsp:cNvPr id="0" name=""/>
        <dsp:cNvSpPr/>
      </dsp:nvSpPr>
      <dsp:spPr>
        <a:xfrm>
          <a:off x="3848116" y="458078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74D13-EDE2-42F3-8F82-771069928CEB}">
      <dsp:nvSpPr>
        <dsp:cNvPr id="0" name=""/>
        <dsp:cNvSpPr/>
      </dsp:nvSpPr>
      <dsp:spPr>
        <a:xfrm>
          <a:off x="4039772" y="649734"/>
          <a:ext cx="529336" cy="5293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DF0C3-F75B-4975-8431-81F1C2BA628C}">
      <dsp:nvSpPr>
        <dsp:cNvPr id="0" name=""/>
        <dsp:cNvSpPr/>
      </dsp:nvSpPr>
      <dsp:spPr>
        <a:xfrm>
          <a:off x="4956333" y="458078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FPGA advantages: </a:t>
          </a:r>
          <a:r>
            <a:rPr lang="en-US" sz="1800" kern="1200" dirty="0"/>
            <a:t>parallel, real-time, efficient</a:t>
          </a:r>
        </a:p>
      </dsp:txBody>
      <dsp:txXfrm>
        <a:off x="4956333" y="458078"/>
        <a:ext cx="2151244" cy="912649"/>
      </dsp:txXfrm>
    </dsp:sp>
    <dsp:sp modelId="{3C213CCE-1DB2-4071-BD88-31E277ABF3A1}">
      <dsp:nvSpPr>
        <dsp:cNvPr id="0" name=""/>
        <dsp:cNvSpPr/>
      </dsp:nvSpPr>
      <dsp:spPr>
        <a:xfrm>
          <a:off x="7482416" y="458078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81EC8C-4947-4FFA-8F89-3BC02F6FD5FF}">
      <dsp:nvSpPr>
        <dsp:cNvPr id="0" name=""/>
        <dsp:cNvSpPr/>
      </dsp:nvSpPr>
      <dsp:spPr>
        <a:xfrm>
          <a:off x="7674072" y="649734"/>
          <a:ext cx="529336" cy="5293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E46CB-8B96-43E1-B6A2-F58579D8FB7D}">
      <dsp:nvSpPr>
        <dsp:cNvPr id="0" name=""/>
        <dsp:cNvSpPr/>
      </dsp:nvSpPr>
      <dsp:spPr>
        <a:xfrm>
          <a:off x="8590633" y="458078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Research motivation: </a:t>
          </a:r>
          <a:r>
            <a:rPr lang="en-US" sz="1800" kern="1200"/>
            <a:t>co-design for tree classifier</a:t>
          </a:r>
        </a:p>
      </dsp:txBody>
      <dsp:txXfrm>
        <a:off x="8590633" y="458078"/>
        <a:ext cx="2151244" cy="912649"/>
      </dsp:txXfrm>
    </dsp:sp>
    <dsp:sp modelId="{1CF563D7-95A4-41D3-8E61-A1A0CE8A45A8}">
      <dsp:nvSpPr>
        <dsp:cNvPr id="0" name=""/>
        <dsp:cNvSpPr/>
      </dsp:nvSpPr>
      <dsp:spPr>
        <a:xfrm>
          <a:off x="213816" y="2311936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CE35F-6A32-4765-B494-281AE5ED0AE8}">
      <dsp:nvSpPr>
        <dsp:cNvPr id="0" name=""/>
        <dsp:cNvSpPr/>
      </dsp:nvSpPr>
      <dsp:spPr>
        <a:xfrm>
          <a:off x="405472" y="2503593"/>
          <a:ext cx="529336" cy="5293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1129A-7788-40DC-90FE-AE101AB8DD5C}">
      <dsp:nvSpPr>
        <dsp:cNvPr id="0" name=""/>
        <dsp:cNvSpPr/>
      </dsp:nvSpPr>
      <dsp:spPr>
        <a:xfrm>
          <a:off x="1322033" y="2311936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Research need: </a:t>
          </a:r>
          <a:r>
            <a:rPr lang="en-US" sz="1800" kern="1200"/>
            <a:t>efficient and optimized solutions</a:t>
          </a:r>
        </a:p>
      </dsp:txBody>
      <dsp:txXfrm>
        <a:off x="1322033" y="2311936"/>
        <a:ext cx="2151244" cy="912649"/>
      </dsp:txXfrm>
    </dsp:sp>
    <dsp:sp modelId="{45B71300-2685-412C-9CF0-22815C2FDE76}">
      <dsp:nvSpPr>
        <dsp:cNvPr id="0" name=""/>
        <dsp:cNvSpPr/>
      </dsp:nvSpPr>
      <dsp:spPr>
        <a:xfrm>
          <a:off x="3848116" y="2311936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7443D-ADDB-4EF1-BB8B-C0247A59AEA9}">
      <dsp:nvSpPr>
        <dsp:cNvPr id="0" name=""/>
        <dsp:cNvSpPr/>
      </dsp:nvSpPr>
      <dsp:spPr>
        <a:xfrm>
          <a:off x="4039772" y="2503593"/>
          <a:ext cx="529336" cy="52933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04B36-F1D5-454D-8929-775D26DC9B6C}">
      <dsp:nvSpPr>
        <dsp:cNvPr id="0" name=""/>
        <dsp:cNvSpPr/>
      </dsp:nvSpPr>
      <dsp:spPr>
        <a:xfrm>
          <a:off x="4956333" y="2311936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Research overview: </a:t>
          </a:r>
          <a:r>
            <a:rPr lang="en-US" sz="1800" kern="1200"/>
            <a:t>objectives, methods, components</a:t>
          </a:r>
        </a:p>
      </dsp:txBody>
      <dsp:txXfrm>
        <a:off x="4956333" y="2311936"/>
        <a:ext cx="2151244" cy="912649"/>
      </dsp:txXfrm>
    </dsp:sp>
    <dsp:sp modelId="{AB5C1227-BC15-4361-9E41-D2DF39FA7FE0}">
      <dsp:nvSpPr>
        <dsp:cNvPr id="0" name=""/>
        <dsp:cNvSpPr/>
      </dsp:nvSpPr>
      <dsp:spPr>
        <a:xfrm>
          <a:off x="7482416" y="2311936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09CDB7-8586-4B53-8AC8-7F157DB84749}">
      <dsp:nvSpPr>
        <dsp:cNvPr id="0" name=""/>
        <dsp:cNvSpPr/>
      </dsp:nvSpPr>
      <dsp:spPr>
        <a:xfrm>
          <a:off x="7674072" y="2503593"/>
          <a:ext cx="529336" cy="52933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836F40-E237-4A20-898F-BB621A4CB0B0}">
      <dsp:nvSpPr>
        <dsp:cNvPr id="0" name=""/>
        <dsp:cNvSpPr/>
      </dsp:nvSpPr>
      <dsp:spPr>
        <a:xfrm>
          <a:off x="8590633" y="2311936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Hardware challenges: </a:t>
          </a:r>
          <a:r>
            <a:rPr lang="en-US" sz="1800" kern="1200"/>
            <a:t>limitations of existing approaches</a:t>
          </a:r>
        </a:p>
      </dsp:txBody>
      <dsp:txXfrm>
        <a:off x="8590633" y="2311936"/>
        <a:ext cx="2151244" cy="912649"/>
      </dsp:txXfrm>
    </dsp:sp>
    <dsp:sp modelId="{4CB7CB75-41CD-44B9-B360-E271D5CB8C32}">
      <dsp:nvSpPr>
        <dsp:cNvPr id="0" name=""/>
        <dsp:cNvSpPr/>
      </dsp:nvSpPr>
      <dsp:spPr>
        <a:xfrm>
          <a:off x="213816" y="4165795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81CC2-D81B-4075-8CC1-A92D496C792E}">
      <dsp:nvSpPr>
        <dsp:cNvPr id="0" name=""/>
        <dsp:cNvSpPr/>
      </dsp:nvSpPr>
      <dsp:spPr>
        <a:xfrm>
          <a:off x="405472" y="4357451"/>
          <a:ext cx="529336" cy="52933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30F3C-6B26-426A-9DF4-A65534ED41D3}">
      <dsp:nvSpPr>
        <dsp:cNvPr id="0" name=""/>
        <dsp:cNvSpPr/>
      </dsp:nvSpPr>
      <dsp:spPr>
        <a:xfrm>
          <a:off x="1322033" y="4165795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Proposed approach: </a:t>
          </a:r>
          <a:r>
            <a:rPr lang="en-US" sz="1800" kern="1200"/>
            <a:t>benefits of software-hardware integration</a:t>
          </a:r>
        </a:p>
      </dsp:txBody>
      <dsp:txXfrm>
        <a:off x="1322033" y="4165795"/>
        <a:ext cx="2151244" cy="912649"/>
      </dsp:txXfrm>
    </dsp:sp>
    <dsp:sp modelId="{18DA1FD2-D3FC-453A-9526-D10B5C886D89}">
      <dsp:nvSpPr>
        <dsp:cNvPr id="0" name=""/>
        <dsp:cNvSpPr/>
      </dsp:nvSpPr>
      <dsp:spPr>
        <a:xfrm>
          <a:off x="3848116" y="4165795"/>
          <a:ext cx="912649" cy="91264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DF72A-41A3-4D1E-AD37-6CBFBDB5A8EF}">
      <dsp:nvSpPr>
        <dsp:cNvPr id="0" name=""/>
        <dsp:cNvSpPr/>
      </dsp:nvSpPr>
      <dsp:spPr>
        <a:xfrm>
          <a:off x="4039772" y="4357451"/>
          <a:ext cx="529336" cy="529336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A0636-8190-4F39-8F24-1551EF8CE91E}">
      <dsp:nvSpPr>
        <dsp:cNvPr id="0" name=""/>
        <dsp:cNvSpPr/>
      </dsp:nvSpPr>
      <dsp:spPr>
        <a:xfrm>
          <a:off x="4956333" y="4165795"/>
          <a:ext cx="2151244" cy="91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Presentation structure: </a:t>
          </a:r>
          <a:r>
            <a:rPr lang="en-US" sz="1800" kern="1200"/>
            <a:t>sections and insights</a:t>
          </a:r>
        </a:p>
      </dsp:txBody>
      <dsp:txXfrm>
        <a:off x="4956333" y="4165795"/>
        <a:ext cx="2151244" cy="9126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FCF28-FCA7-47A1-90EB-A98D59FFB64A}">
      <dsp:nvSpPr>
        <dsp:cNvPr id="0" name=""/>
        <dsp:cNvSpPr/>
      </dsp:nvSpPr>
      <dsp:spPr>
        <a:xfrm>
          <a:off x="1432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Literature Review</a:t>
          </a:r>
          <a:r>
            <a:rPr lang="en-US" sz="1400" b="0" i="0" kern="1200" dirty="0"/>
            <a:t>:</a:t>
          </a:r>
          <a:endParaRPr lang="en-US" sz="1400" kern="1200" dirty="0"/>
        </a:p>
      </dsp:txBody>
      <dsp:txXfrm>
        <a:off x="19050" y="1738454"/>
        <a:ext cx="1167817" cy="566290"/>
      </dsp:txXfrm>
    </dsp:sp>
    <dsp:sp modelId="{ECD72CC9-EB8D-4CD2-9C08-7A0A54BE3452}">
      <dsp:nvSpPr>
        <dsp:cNvPr id="0" name=""/>
        <dsp:cNvSpPr/>
      </dsp:nvSpPr>
      <dsp:spPr>
        <a:xfrm>
          <a:off x="121737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50ADC6-1527-4EF9-A5C5-F066C730257B}">
      <dsp:nvSpPr>
        <dsp:cNvPr id="0" name=""/>
        <dsp:cNvSpPr/>
      </dsp:nvSpPr>
      <dsp:spPr>
        <a:xfrm>
          <a:off x="242042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dirty="0"/>
            <a:t>Purpose: Explore existing research on FPGA-based classifier implementations.</a:t>
          </a:r>
          <a:endParaRPr lang="en-US" sz="800" kern="1200" dirty="0"/>
        </a:p>
      </dsp:txBody>
      <dsp:txXfrm>
        <a:off x="259660" y="2490363"/>
        <a:ext cx="927206" cy="566290"/>
      </dsp:txXfrm>
    </dsp:sp>
    <dsp:sp modelId="{F146804B-3ABD-4276-9E94-804F582483DE}">
      <dsp:nvSpPr>
        <dsp:cNvPr id="0" name=""/>
        <dsp:cNvSpPr/>
      </dsp:nvSpPr>
      <dsp:spPr>
        <a:xfrm>
          <a:off x="121737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ED9F7B-0825-4FC0-8E75-872D60B08B07}">
      <dsp:nvSpPr>
        <dsp:cNvPr id="0" name=""/>
        <dsp:cNvSpPr/>
      </dsp:nvSpPr>
      <dsp:spPr>
        <a:xfrm>
          <a:off x="242042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dirty="0"/>
            <a:t>Objective: Understand the landscape and identify gaps.</a:t>
          </a:r>
          <a:endParaRPr lang="en-US" sz="800" kern="1200" dirty="0"/>
        </a:p>
      </dsp:txBody>
      <dsp:txXfrm>
        <a:off x="259660" y="3242271"/>
        <a:ext cx="927206" cy="566290"/>
      </dsp:txXfrm>
    </dsp:sp>
    <dsp:sp modelId="{479C93CC-E8C4-496A-BB0B-8A7EACBEB12F}">
      <dsp:nvSpPr>
        <dsp:cNvPr id="0" name=""/>
        <dsp:cNvSpPr/>
      </dsp:nvSpPr>
      <dsp:spPr>
        <a:xfrm>
          <a:off x="1505249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Research on FPGA-Based Implementations</a:t>
          </a:r>
          <a:r>
            <a:rPr lang="en-US" sz="1100" b="0" i="0" kern="1200"/>
            <a:t>:</a:t>
          </a:r>
          <a:endParaRPr lang="en-US" sz="1100" kern="1200"/>
        </a:p>
      </dsp:txBody>
      <dsp:txXfrm>
        <a:off x="1522867" y="1738454"/>
        <a:ext cx="1167817" cy="566290"/>
      </dsp:txXfrm>
    </dsp:sp>
    <dsp:sp modelId="{2A897712-8878-4953-9B46-22370FF559C8}">
      <dsp:nvSpPr>
        <dsp:cNvPr id="0" name=""/>
        <dsp:cNvSpPr/>
      </dsp:nvSpPr>
      <dsp:spPr>
        <a:xfrm>
          <a:off x="1625554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94E070-4E22-4266-A821-938A201C1937}">
      <dsp:nvSpPr>
        <dsp:cNvPr id="0" name=""/>
        <dsp:cNvSpPr/>
      </dsp:nvSpPr>
      <dsp:spPr>
        <a:xfrm>
          <a:off x="1745859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Summarize studies and papers exploring FPGA-based machine learning classifiers.</a:t>
          </a:r>
          <a:endParaRPr lang="en-US" sz="800" kern="1200"/>
        </a:p>
      </dsp:txBody>
      <dsp:txXfrm>
        <a:off x="1763477" y="2490363"/>
        <a:ext cx="927206" cy="566290"/>
      </dsp:txXfrm>
    </dsp:sp>
    <dsp:sp modelId="{C2DA532C-21D1-4973-B62E-B4731FD69511}">
      <dsp:nvSpPr>
        <dsp:cNvPr id="0" name=""/>
        <dsp:cNvSpPr/>
      </dsp:nvSpPr>
      <dsp:spPr>
        <a:xfrm>
          <a:off x="1625554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A0A68-10D5-4D44-8604-C2BB5AFD4726}">
      <dsp:nvSpPr>
        <dsp:cNvPr id="0" name=""/>
        <dsp:cNvSpPr/>
      </dsp:nvSpPr>
      <dsp:spPr>
        <a:xfrm>
          <a:off x="1745859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Highlight diverse methodologies and approaches used.</a:t>
          </a:r>
          <a:endParaRPr lang="en-US" sz="800" kern="1200"/>
        </a:p>
      </dsp:txBody>
      <dsp:txXfrm>
        <a:off x="1763477" y="3242271"/>
        <a:ext cx="927206" cy="566290"/>
      </dsp:txXfrm>
    </dsp:sp>
    <dsp:sp modelId="{22983F45-A432-438C-9752-8833AE356516}">
      <dsp:nvSpPr>
        <dsp:cNvPr id="0" name=""/>
        <dsp:cNvSpPr/>
      </dsp:nvSpPr>
      <dsp:spPr>
        <a:xfrm>
          <a:off x="3009066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Advantages of FPGA in Machine Learning</a:t>
          </a:r>
          <a:r>
            <a:rPr lang="en-US" sz="1100" b="0" i="0" kern="1200"/>
            <a:t>:</a:t>
          </a:r>
          <a:endParaRPr lang="en-US" sz="1100" kern="1200"/>
        </a:p>
      </dsp:txBody>
      <dsp:txXfrm>
        <a:off x="3026684" y="1738454"/>
        <a:ext cx="1167817" cy="566290"/>
      </dsp:txXfrm>
    </dsp:sp>
    <dsp:sp modelId="{ADA0B659-FE7A-4C05-9756-5D3E519A0067}">
      <dsp:nvSpPr>
        <dsp:cNvPr id="0" name=""/>
        <dsp:cNvSpPr/>
      </dsp:nvSpPr>
      <dsp:spPr>
        <a:xfrm>
          <a:off x="3129371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55DDBF-D5D7-4063-A1C6-0CE66505DD55}">
      <dsp:nvSpPr>
        <dsp:cNvPr id="0" name=""/>
        <dsp:cNvSpPr/>
      </dsp:nvSpPr>
      <dsp:spPr>
        <a:xfrm>
          <a:off x="3249676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Parallel processing capabilities.</a:t>
          </a:r>
          <a:endParaRPr lang="en-US" sz="800" kern="1200"/>
        </a:p>
      </dsp:txBody>
      <dsp:txXfrm>
        <a:off x="3267294" y="2490363"/>
        <a:ext cx="927206" cy="566290"/>
      </dsp:txXfrm>
    </dsp:sp>
    <dsp:sp modelId="{7C4D294F-7436-477B-B7FA-24823784A3C4}">
      <dsp:nvSpPr>
        <dsp:cNvPr id="0" name=""/>
        <dsp:cNvSpPr/>
      </dsp:nvSpPr>
      <dsp:spPr>
        <a:xfrm>
          <a:off x="3129371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49D760-D0B7-4A25-BA4B-CA2BA2274CEC}">
      <dsp:nvSpPr>
        <dsp:cNvPr id="0" name=""/>
        <dsp:cNvSpPr/>
      </dsp:nvSpPr>
      <dsp:spPr>
        <a:xfrm>
          <a:off x="3249676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Real-time data processing.</a:t>
          </a:r>
          <a:endParaRPr lang="en-US" sz="800" kern="1200"/>
        </a:p>
      </dsp:txBody>
      <dsp:txXfrm>
        <a:off x="3267294" y="3242271"/>
        <a:ext cx="927206" cy="566290"/>
      </dsp:txXfrm>
    </dsp:sp>
    <dsp:sp modelId="{FD60AD1A-9587-4006-BEB2-96478299D3BA}">
      <dsp:nvSpPr>
        <dsp:cNvPr id="0" name=""/>
        <dsp:cNvSpPr/>
      </dsp:nvSpPr>
      <dsp:spPr>
        <a:xfrm>
          <a:off x="3129371" y="2322363"/>
          <a:ext cx="120305" cy="1954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4962"/>
              </a:lnTo>
              <a:lnTo>
                <a:pt x="120305" y="19549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43EB03-3FA0-4BCE-A1FB-31A28E42F32E}">
      <dsp:nvSpPr>
        <dsp:cNvPr id="0" name=""/>
        <dsp:cNvSpPr/>
      </dsp:nvSpPr>
      <dsp:spPr>
        <a:xfrm>
          <a:off x="3249676" y="3976562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Efficiency gains.</a:t>
          </a:r>
          <a:endParaRPr lang="en-US" sz="800" kern="1200"/>
        </a:p>
      </dsp:txBody>
      <dsp:txXfrm>
        <a:off x="3267294" y="3994180"/>
        <a:ext cx="927206" cy="566290"/>
      </dsp:txXfrm>
    </dsp:sp>
    <dsp:sp modelId="{943B8E4D-104A-417D-8C24-6B5FFAC8A3F1}">
      <dsp:nvSpPr>
        <dsp:cNvPr id="0" name=""/>
        <dsp:cNvSpPr/>
      </dsp:nvSpPr>
      <dsp:spPr>
        <a:xfrm>
          <a:off x="4512883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Existing Approaches in Literature</a:t>
          </a:r>
          <a:r>
            <a:rPr lang="en-US" sz="1100" b="0" i="0" kern="1200"/>
            <a:t>:</a:t>
          </a:r>
          <a:endParaRPr lang="en-US" sz="1100" kern="1200"/>
        </a:p>
      </dsp:txBody>
      <dsp:txXfrm>
        <a:off x="4530501" y="1738454"/>
        <a:ext cx="1167817" cy="566290"/>
      </dsp:txXfrm>
    </dsp:sp>
    <dsp:sp modelId="{679BD5AE-AE94-442F-8185-4DDCA138692F}">
      <dsp:nvSpPr>
        <dsp:cNvPr id="0" name=""/>
        <dsp:cNvSpPr/>
      </dsp:nvSpPr>
      <dsp:spPr>
        <a:xfrm>
          <a:off x="4633188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29E34-B382-4F4F-94A8-3CAC3438813D}">
      <dsp:nvSpPr>
        <dsp:cNvPr id="0" name=""/>
        <dsp:cNvSpPr/>
      </dsp:nvSpPr>
      <dsp:spPr>
        <a:xfrm>
          <a:off x="4753493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Hardware-only designs.</a:t>
          </a:r>
          <a:endParaRPr lang="en-US" sz="800" kern="1200"/>
        </a:p>
      </dsp:txBody>
      <dsp:txXfrm>
        <a:off x="4771111" y="2490363"/>
        <a:ext cx="927206" cy="566290"/>
      </dsp:txXfrm>
    </dsp:sp>
    <dsp:sp modelId="{363BDF28-58B9-440E-839A-EE980FA63272}">
      <dsp:nvSpPr>
        <dsp:cNvPr id="0" name=""/>
        <dsp:cNvSpPr/>
      </dsp:nvSpPr>
      <dsp:spPr>
        <a:xfrm>
          <a:off x="4633188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9EDD60-D0D0-452F-9182-67464B73D5A2}">
      <dsp:nvSpPr>
        <dsp:cNvPr id="0" name=""/>
        <dsp:cNvSpPr/>
      </dsp:nvSpPr>
      <dsp:spPr>
        <a:xfrm>
          <a:off x="4753493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Software-only designs.</a:t>
          </a:r>
          <a:endParaRPr lang="en-US" sz="800" kern="1200"/>
        </a:p>
      </dsp:txBody>
      <dsp:txXfrm>
        <a:off x="4771111" y="3242271"/>
        <a:ext cx="927206" cy="566290"/>
      </dsp:txXfrm>
    </dsp:sp>
    <dsp:sp modelId="{2404AC13-A28B-42DE-AC69-A92E5AA11A53}">
      <dsp:nvSpPr>
        <dsp:cNvPr id="0" name=""/>
        <dsp:cNvSpPr/>
      </dsp:nvSpPr>
      <dsp:spPr>
        <a:xfrm>
          <a:off x="6016700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Challenges and Limitations</a:t>
          </a:r>
          <a:r>
            <a:rPr lang="en-US" sz="1100" b="0" i="0" kern="1200"/>
            <a:t>:</a:t>
          </a:r>
          <a:endParaRPr lang="en-US" sz="1100" kern="1200"/>
        </a:p>
      </dsp:txBody>
      <dsp:txXfrm>
        <a:off x="6034318" y="1738454"/>
        <a:ext cx="1167817" cy="566290"/>
      </dsp:txXfrm>
    </dsp:sp>
    <dsp:sp modelId="{B26F9B3E-10A4-4355-BFBA-1F939AE1BF4D}">
      <dsp:nvSpPr>
        <dsp:cNvPr id="0" name=""/>
        <dsp:cNvSpPr/>
      </dsp:nvSpPr>
      <dsp:spPr>
        <a:xfrm>
          <a:off x="6137005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3C285E-A01B-4D8C-AEE4-08508B931CC9}">
      <dsp:nvSpPr>
        <dsp:cNvPr id="0" name=""/>
        <dsp:cNvSpPr/>
      </dsp:nvSpPr>
      <dsp:spPr>
        <a:xfrm>
          <a:off x="6257310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Area overhead.</a:t>
          </a:r>
          <a:endParaRPr lang="en-US" sz="800" kern="1200"/>
        </a:p>
      </dsp:txBody>
      <dsp:txXfrm>
        <a:off x="6274928" y="2490363"/>
        <a:ext cx="927206" cy="566290"/>
      </dsp:txXfrm>
    </dsp:sp>
    <dsp:sp modelId="{2E4A5D8E-4DC1-49E7-B0CF-4B9490ADD495}">
      <dsp:nvSpPr>
        <dsp:cNvPr id="0" name=""/>
        <dsp:cNvSpPr/>
      </dsp:nvSpPr>
      <dsp:spPr>
        <a:xfrm>
          <a:off x="6137005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0CA26-3D7A-42E6-A5DA-16EFE560D36F}">
      <dsp:nvSpPr>
        <dsp:cNvPr id="0" name=""/>
        <dsp:cNvSpPr/>
      </dsp:nvSpPr>
      <dsp:spPr>
        <a:xfrm>
          <a:off x="6257310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Power consumption.</a:t>
          </a:r>
          <a:endParaRPr lang="en-US" sz="800" kern="1200"/>
        </a:p>
      </dsp:txBody>
      <dsp:txXfrm>
        <a:off x="6274928" y="3242271"/>
        <a:ext cx="927206" cy="566290"/>
      </dsp:txXfrm>
    </dsp:sp>
    <dsp:sp modelId="{9B9FC129-7F19-47A8-9CA0-DF768D7E4D57}">
      <dsp:nvSpPr>
        <dsp:cNvPr id="0" name=""/>
        <dsp:cNvSpPr/>
      </dsp:nvSpPr>
      <dsp:spPr>
        <a:xfrm>
          <a:off x="6137005" y="2322363"/>
          <a:ext cx="120305" cy="1954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4962"/>
              </a:lnTo>
              <a:lnTo>
                <a:pt x="120305" y="19549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BEF027-E09A-482C-B905-C222534A26AC}">
      <dsp:nvSpPr>
        <dsp:cNvPr id="0" name=""/>
        <dsp:cNvSpPr/>
      </dsp:nvSpPr>
      <dsp:spPr>
        <a:xfrm>
          <a:off x="6257310" y="3976562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Technology dependencies.</a:t>
          </a:r>
          <a:endParaRPr lang="en-US" sz="800" kern="1200"/>
        </a:p>
      </dsp:txBody>
      <dsp:txXfrm>
        <a:off x="6274928" y="3994180"/>
        <a:ext cx="927206" cy="566290"/>
      </dsp:txXfrm>
    </dsp:sp>
    <dsp:sp modelId="{CA148D76-2BF4-48FE-B40B-8AF539ECE249}">
      <dsp:nvSpPr>
        <dsp:cNvPr id="0" name=""/>
        <dsp:cNvSpPr/>
      </dsp:nvSpPr>
      <dsp:spPr>
        <a:xfrm>
          <a:off x="7520517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Comparison of Approaches</a:t>
          </a:r>
          <a:r>
            <a:rPr lang="en-US" sz="1100" b="0" i="0" kern="1200"/>
            <a:t>:</a:t>
          </a:r>
          <a:endParaRPr lang="en-US" sz="1100" kern="1200"/>
        </a:p>
      </dsp:txBody>
      <dsp:txXfrm>
        <a:off x="7538135" y="1738454"/>
        <a:ext cx="1167817" cy="566290"/>
      </dsp:txXfrm>
    </dsp:sp>
    <dsp:sp modelId="{1753987E-C745-4679-A6DF-39852FD3E90D}">
      <dsp:nvSpPr>
        <dsp:cNvPr id="0" name=""/>
        <dsp:cNvSpPr/>
      </dsp:nvSpPr>
      <dsp:spPr>
        <a:xfrm>
          <a:off x="7640822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A5AA33-EF50-49EE-BD15-FC0D4E42D060}">
      <dsp:nvSpPr>
        <dsp:cNvPr id="0" name=""/>
        <dsp:cNvSpPr/>
      </dsp:nvSpPr>
      <dsp:spPr>
        <a:xfrm>
          <a:off x="7761127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Analyze strengths and weaknesses.</a:t>
          </a:r>
          <a:endParaRPr lang="en-US" sz="800" kern="1200"/>
        </a:p>
      </dsp:txBody>
      <dsp:txXfrm>
        <a:off x="7778745" y="2490363"/>
        <a:ext cx="927206" cy="566290"/>
      </dsp:txXfrm>
    </dsp:sp>
    <dsp:sp modelId="{420B4650-B67F-4B4B-802D-DBA1DDB4BCE5}">
      <dsp:nvSpPr>
        <dsp:cNvPr id="0" name=""/>
        <dsp:cNvSpPr/>
      </dsp:nvSpPr>
      <dsp:spPr>
        <a:xfrm>
          <a:off x="7640822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9E61D1-836E-4C32-83F9-19DAF9B8747E}">
      <dsp:nvSpPr>
        <dsp:cNvPr id="0" name=""/>
        <dsp:cNvSpPr/>
      </dsp:nvSpPr>
      <dsp:spPr>
        <a:xfrm>
          <a:off x="7761127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Consider scalability and reusability.</a:t>
          </a:r>
          <a:endParaRPr lang="en-US" sz="800" kern="1200"/>
        </a:p>
      </dsp:txBody>
      <dsp:txXfrm>
        <a:off x="7778745" y="3242271"/>
        <a:ext cx="927206" cy="566290"/>
      </dsp:txXfrm>
    </dsp:sp>
    <dsp:sp modelId="{C3DABCF1-E46A-4E89-B689-250F9DB7F034}">
      <dsp:nvSpPr>
        <dsp:cNvPr id="0" name=""/>
        <dsp:cNvSpPr/>
      </dsp:nvSpPr>
      <dsp:spPr>
        <a:xfrm>
          <a:off x="9024334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Relevant Studies and Findings</a:t>
          </a:r>
          <a:r>
            <a:rPr lang="en-US" sz="1100" b="0" i="0" kern="1200"/>
            <a:t>:</a:t>
          </a:r>
          <a:endParaRPr lang="en-US" sz="1100" kern="1200"/>
        </a:p>
      </dsp:txBody>
      <dsp:txXfrm>
        <a:off x="9041952" y="1738454"/>
        <a:ext cx="1167817" cy="566290"/>
      </dsp:txXfrm>
    </dsp:sp>
    <dsp:sp modelId="{0D9CD6DD-799B-4BC3-9A56-B27440028DBE}">
      <dsp:nvSpPr>
        <dsp:cNvPr id="0" name=""/>
        <dsp:cNvSpPr/>
      </dsp:nvSpPr>
      <dsp:spPr>
        <a:xfrm>
          <a:off x="9144639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8ADC85-42FD-4A7D-B47B-8972513FA20C}">
      <dsp:nvSpPr>
        <dsp:cNvPr id="0" name=""/>
        <dsp:cNvSpPr/>
      </dsp:nvSpPr>
      <dsp:spPr>
        <a:xfrm>
          <a:off x="9264944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Summarize studies related to hardware-software co-design for tree classifiers.</a:t>
          </a:r>
          <a:endParaRPr lang="en-US" sz="800" kern="1200"/>
        </a:p>
      </dsp:txBody>
      <dsp:txXfrm>
        <a:off x="9282562" y="2490363"/>
        <a:ext cx="927206" cy="566290"/>
      </dsp:txXfrm>
    </dsp:sp>
    <dsp:sp modelId="{43ABABEE-E7F7-4E1A-8CA2-83A51F9036FB}">
      <dsp:nvSpPr>
        <dsp:cNvPr id="0" name=""/>
        <dsp:cNvSpPr/>
      </dsp:nvSpPr>
      <dsp:spPr>
        <a:xfrm>
          <a:off x="9144639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ED0B4-3118-4409-82D3-89B9E7B3A911}">
      <dsp:nvSpPr>
        <dsp:cNvPr id="0" name=""/>
        <dsp:cNvSpPr/>
      </dsp:nvSpPr>
      <dsp:spPr>
        <a:xfrm>
          <a:off x="9264944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Discuss outcomes in the context of FPGA implementations.</a:t>
          </a:r>
          <a:endParaRPr lang="en-US" sz="800" kern="1200"/>
        </a:p>
      </dsp:txBody>
      <dsp:txXfrm>
        <a:off x="9282562" y="3242271"/>
        <a:ext cx="927206" cy="566290"/>
      </dsp:txXfrm>
    </dsp:sp>
    <dsp:sp modelId="{59D1F98B-7128-46BD-B7C1-0133DF2E876B}">
      <dsp:nvSpPr>
        <dsp:cNvPr id="0" name=""/>
        <dsp:cNvSpPr/>
      </dsp:nvSpPr>
      <dsp:spPr>
        <a:xfrm>
          <a:off x="10528151" y="1720836"/>
          <a:ext cx="1203053" cy="601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Significance of Proposed Approach</a:t>
          </a:r>
          <a:r>
            <a:rPr lang="en-US" sz="1100" b="0" i="0" kern="1200"/>
            <a:t>:</a:t>
          </a:r>
          <a:endParaRPr lang="en-US" sz="1100" kern="1200"/>
        </a:p>
      </dsp:txBody>
      <dsp:txXfrm>
        <a:off x="10545769" y="1738454"/>
        <a:ext cx="1167817" cy="566290"/>
      </dsp:txXfrm>
    </dsp:sp>
    <dsp:sp modelId="{5A8AC118-E7CD-4DF7-B972-FF7DE2926730}">
      <dsp:nvSpPr>
        <dsp:cNvPr id="0" name=""/>
        <dsp:cNvSpPr/>
      </dsp:nvSpPr>
      <dsp:spPr>
        <a:xfrm>
          <a:off x="10648456" y="2322363"/>
          <a:ext cx="120305" cy="451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1145"/>
              </a:lnTo>
              <a:lnTo>
                <a:pt x="120305" y="4511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CBD45D-B671-448C-95B9-7A5637C1B232}">
      <dsp:nvSpPr>
        <dsp:cNvPr id="0" name=""/>
        <dsp:cNvSpPr/>
      </dsp:nvSpPr>
      <dsp:spPr>
        <a:xfrm>
          <a:off x="10768761" y="2472745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Address limitations from existing literature.</a:t>
          </a:r>
          <a:endParaRPr lang="en-US" sz="800" kern="1200"/>
        </a:p>
      </dsp:txBody>
      <dsp:txXfrm>
        <a:off x="10786379" y="2490363"/>
        <a:ext cx="927206" cy="566290"/>
      </dsp:txXfrm>
    </dsp:sp>
    <dsp:sp modelId="{38180589-69CC-4571-BC51-A95E120B5228}">
      <dsp:nvSpPr>
        <dsp:cNvPr id="0" name=""/>
        <dsp:cNvSpPr/>
      </dsp:nvSpPr>
      <dsp:spPr>
        <a:xfrm>
          <a:off x="10648456" y="2322363"/>
          <a:ext cx="120305" cy="1203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3053"/>
              </a:lnTo>
              <a:lnTo>
                <a:pt x="120305" y="12030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B6D5D-79E5-4C38-AC1F-E2835102B677}">
      <dsp:nvSpPr>
        <dsp:cNvPr id="0" name=""/>
        <dsp:cNvSpPr/>
      </dsp:nvSpPr>
      <dsp:spPr>
        <a:xfrm>
          <a:off x="10768761" y="3224653"/>
          <a:ext cx="962442" cy="6015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0160" rIns="1524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/>
            <a:t>Emphasize benefits of software-hardware integration.</a:t>
          </a:r>
          <a:endParaRPr lang="en-US" sz="800" kern="1200"/>
        </a:p>
      </dsp:txBody>
      <dsp:txXfrm>
        <a:off x="10786379" y="3242271"/>
        <a:ext cx="927206" cy="566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905E8B-FD98-421B-A545-F9A4ED755BB4}">
      <dsp:nvSpPr>
        <dsp:cNvPr id="0" name=""/>
        <dsp:cNvSpPr/>
      </dsp:nvSpPr>
      <dsp:spPr>
        <a:xfrm>
          <a:off x="0" y="4396"/>
          <a:ext cx="10515600" cy="746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67C73-5067-4105-846F-2FC60D82A36B}">
      <dsp:nvSpPr>
        <dsp:cNvPr id="0" name=""/>
        <dsp:cNvSpPr/>
      </dsp:nvSpPr>
      <dsp:spPr>
        <a:xfrm>
          <a:off x="225712" y="172281"/>
          <a:ext cx="410385" cy="4103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9F7CA-88DF-44FD-B626-69417477FFCC}">
      <dsp:nvSpPr>
        <dsp:cNvPr id="0" name=""/>
        <dsp:cNvSpPr/>
      </dsp:nvSpPr>
      <dsp:spPr>
        <a:xfrm>
          <a:off x="861810" y="4396"/>
          <a:ext cx="4732020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Research Objectives</a:t>
          </a:r>
          <a:endParaRPr lang="en-US" sz="1900" kern="1200" dirty="0"/>
        </a:p>
      </dsp:txBody>
      <dsp:txXfrm>
        <a:off x="861810" y="4396"/>
        <a:ext cx="4732020" cy="746156"/>
      </dsp:txXfrm>
    </dsp:sp>
    <dsp:sp modelId="{5F488AAF-8F37-4EC3-8672-CAB774F10A87}">
      <dsp:nvSpPr>
        <dsp:cNvPr id="0" name=""/>
        <dsp:cNvSpPr/>
      </dsp:nvSpPr>
      <dsp:spPr>
        <a:xfrm>
          <a:off x="5593830" y="4396"/>
          <a:ext cx="4920927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Propose a hardware-software co-design approach.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Optimize tree-based classifiers using FPGA.</a:t>
          </a:r>
          <a:endParaRPr lang="en-US" sz="1600" kern="1200" dirty="0"/>
        </a:p>
      </dsp:txBody>
      <dsp:txXfrm>
        <a:off x="5593830" y="4396"/>
        <a:ext cx="4920927" cy="746156"/>
      </dsp:txXfrm>
    </dsp:sp>
    <dsp:sp modelId="{7AB39F31-4BEC-4547-9F56-ECC6CE451181}">
      <dsp:nvSpPr>
        <dsp:cNvPr id="0" name=""/>
        <dsp:cNvSpPr/>
      </dsp:nvSpPr>
      <dsp:spPr>
        <a:xfrm>
          <a:off x="0" y="937092"/>
          <a:ext cx="10515600" cy="746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FAA62-B7C3-4EFB-85F4-1A700243A413}">
      <dsp:nvSpPr>
        <dsp:cNvPr id="0" name=""/>
        <dsp:cNvSpPr/>
      </dsp:nvSpPr>
      <dsp:spPr>
        <a:xfrm>
          <a:off x="225712" y="1104977"/>
          <a:ext cx="410385" cy="4103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08745-4B5C-493B-8985-3C7AF2FA6217}">
      <dsp:nvSpPr>
        <dsp:cNvPr id="0" name=""/>
        <dsp:cNvSpPr/>
      </dsp:nvSpPr>
      <dsp:spPr>
        <a:xfrm>
          <a:off x="861810" y="937092"/>
          <a:ext cx="4732020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Existing Approaches in Literature</a:t>
          </a:r>
          <a:endParaRPr lang="en-US" sz="1900" kern="1200" dirty="0"/>
        </a:p>
      </dsp:txBody>
      <dsp:txXfrm>
        <a:off x="861810" y="937092"/>
        <a:ext cx="4732020" cy="746156"/>
      </dsp:txXfrm>
    </dsp:sp>
    <dsp:sp modelId="{79E1AA43-25F3-4DF6-9222-F7111D8C2C25}">
      <dsp:nvSpPr>
        <dsp:cNvPr id="0" name=""/>
        <dsp:cNvSpPr/>
      </dsp:nvSpPr>
      <dsp:spPr>
        <a:xfrm>
          <a:off x="5593830" y="937092"/>
          <a:ext cx="4920927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Hardware-only designs.</a:t>
          </a:r>
          <a:endParaRPr lang="en-US" sz="1600" kern="120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Software-only designs.</a:t>
          </a:r>
          <a:endParaRPr lang="en-US" sz="1600" kern="1200" dirty="0"/>
        </a:p>
      </dsp:txBody>
      <dsp:txXfrm>
        <a:off x="5593830" y="937092"/>
        <a:ext cx="4920927" cy="746156"/>
      </dsp:txXfrm>
    </dsp:sp>
    <dsp:sp modelId="{AD7552DC-94CC-49FD-97E3-1D90B9CA2BB2}">
      <dsp:nvSpPr>
        <dsp:cNvPr id="0" name=""/>
        <dsp:cNvSpPr/>
      </dsp:nvSpPr>
      <dsp:spPr>
        <a:xfrm>
          <a:off x="0" y="1869787"/>
          <a:ext cx="10515600" cy="746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0DC07F-EADA-4045-ABC9-C8D4F262D533}">
      <dsp:nvSpPr>
        <dsp:cNvPr id="0" name=""/>
        <dsp:cNvSpPr/>
      </dsp:nvSpPr>
      <dsp:spPr>
        <a:xfrm>
          <a:off x="225712" y="2037672"/>
          <a:ext cx="410385" cy="4103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96720-6691-4F04-B102-6A6FAB53FCAC}">
      <dsp:nvSpPr>
        <dsp:cNvPr id="0" name=""/>
        <dsp:cNvSpPr/>
      </dsp:nvSpPr>
      <dsp:spPr>
        <a:xfrm>
          <a:off x="861810" y="1869787"/>
          <a:ext cx="4732020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Challenges and Limitations</a:t>
          </a:r>
          <a:endParaRPr lang="en-US" sz="1900" kern="1200" dirty="0"/>
        </a:p>
      </dsp:txBody>
      <dsp:txXfrm>
        <a:off x="861810" y="1869787"/>
        <a:ext cx="4732020" cy="746156"/>
      </dsp:txXfrm>
    </dsp:sp>
    <dsp:sp modelId="{331796D0-29B5-4A11-B0E4-378AAF71EDB0}">
      <dsp:nvSpPr>
        <dsp:cNvPr id="0" name=""/>
        <dsp:cNvSpPr/>
      </dsp:nvSpPr>
      <dsp:spPr>
        <a:xfrm>
          <a:off x="5593830" y="1869787"/>
          <a:ext cx="4920927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Area overhead.</a:t>
          </a:r>
          <a:endParaRPr lang="en-US" sz="1600" kern="120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Power consumption, Technology dependencies.</a:t>
          </a:r>
          <a:endParaRPr lang="en-US" sz="1600" kern="1200" dirty="0"/>
        </a:p>
      </dsp:txBody>
      <dsp:txXfrm>
        <a:off x="5593830" y="1869787"/>
        <a:ext cx="4920927" cy="746156"/>
      </dsp:txXfrm>
    </dsp:sp>
    <dsp:sp modelId="{2DB619AA-1DE0-4E98-B0B2-36552535F712}">
      <dsp:nvSpPr>
        <dsp:cNvPr id="0" name=""/>
        <dsp:cNvSpPr/>
      </dsp:nvSpPr>
      <dsp:spPr>
        <a:xfrm>
          <a:off x="0" y="2802483"/>
          <a:ext cx="10515600" cy="746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1A01F-A479-4844-9D01-D003114FF12E}">
      <dsp:nvSpPr>
        <dsp:cNvPr id="0" name=""/>
        <dsp:cNvSpPr/>
      </dsp:nvSpPr>
      <dsp:spPr>
        <a:xfrm>
          <a:off x="225712" y="2970368"/>
          <a:ext cx="410385" cy="4103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F0C85-8726-4037-A4EB-40109A18C62C}">
      <dsp:nvSpPr>
        <dsp:cNvPr id="0" name=""/>
        <dsp:cNvSpPr/>
      </dsp:nvSpPr>
      <dsp:spPr>
        <a:xfrm>
          <a:off x="861810" y="2802483"/>
          <a:ext cx="4732020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Comparison of Approaches</a:t>
          </a:r>
          <a:endParaRPr lang="en-US" sz="1900" kern="1200" dirty="0"/>
        </a:p>
      </dsp:txBody>
      <dsp:txXfrm>
        <a:off x="861810" y="2802483"/>
        <a:ext cx="4732020" cy="746156"/>
      </dsp:txXfrm>
    </dsp:sp>
    <dsp:sp modelId="{FAC7A719-82A6-4D8C-834A-3BBCEDEB6123}">
      <dsp:nvSpPr>
        <dsp:cNvPr id="0" name=""/>
        <dsp:cNvSpPr/>
      </dsp:nvSpPr>
      <dsp:spPr>
        <a:xfrm>
          <a:off x="5593830" y="2802483"/>
          <a:ext cx="4920927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Analyze strengths and weaknesses.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Consider scalability and reusability.</a:t>
          </a:r>
          <a:endParaRPr lang="en-US" sz="1600" kern="1200" dirty="0"/>
        </a:p>
      </dsp:txBody>
      <dsp:txXfrm>
        <a:off x="5593830" y="2802483"/>
        <a:ext cx="4920927" cy="746156"/>
      </dsp:txXfrm>
    </dsp:sp>
    <dsp:sp modelId="{AADE3873-232C-49BC-A3B2-1E2C661A779C}">
      <dsp:nvSpPr>
        <dsp:cNvPr id="0" name=""/>
        <dsp:cNvSpPr/>
      </dsp:nvSpPr>
      <dsp:spPr>
        <a:xfrm>
          <a:off x="0" y="3735178"/>
          <a:ext cx="10515600" cy="746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DEF772-9CBA-4F43-BDBD-637077244FD1}">
      <dsp:nvSpPr>
        <dsp:cNvPr id="0" name=""/>
        <dsp:cNvSpPr/>
      </dsp:nvSpPr>
      <dsp:spPr>
        <a:xfrm>
          <a:off x="225712" y="3903063"/>
          <a:ext cx="410385" cy="41038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E5752-2E8D-497E-968F-93AAD7781F8E}">
      <dsp:nvSpPr>
        <dsp:cNvPr id="0" name=""/>
        <dsp:cNvSpPr/>
      </dsp:nvSpPr>
      <dsp:spPr>
        <a:xfrm>
          <a:off x="861810" y="3735178"/>
          <a:ext cx="4732020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Relevant Studies and Findings</a:t>
          </a:r>
          <a:endParaRPr lang="en-US" sz="1900" kern="1200" dirty="0"/>
        </a:p>
      </dsp:txBody>
      <dsp:txXfrm>
        <a:off x="861810" y="3735178"/>
        <a:ext cx="4732020" cy="746156"/>
      </dsp:txXfrm>
    </dsp:sp>
    <dsp:sp modelId="{CB70841B-D281-4D84-A983-A2AD700CA5BC}">
      <dsp:nvSpPr>
        <dsp:cNvPr id="0" name=""/>
        <dsp:cNvSpPr/>
      </dsp:nvSpPr>
      <dsp:spPr>
        <a:xfrm>
          <a:off x="5593830" y="3735178"/>
          <a:ext cx="4920927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Summarize studies related to hardware-software co-design for tree classifiers.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Discuss outcomes in the context of FPGA implementations.</a:t>
          </a:r>
          <a:endParaRPr lang="en-US" sz="1400" kern="1200" dirty="0"/>
        </a:p>
      </dsp:txBody>
      <dsp:txXfrm>
        <a:off x="5593830" y="3735178"/>
        <a:ext cx="4920927" cy="746156"/>
      </dsp:txXfrm>
    </dsp:sp>
    <dsp:sp modelId="{495B9CCB-471E-4B84-9D65-D8B2890CF49E}">
      <dsp:nvSpPr>
        <dsp:cNvPr id="0" name=""/>
        <dsp:cNvSpPr/>
      </dsp:nvSpPr>
      <dsp:spPr>
        <a:xfrm>
          <a:off x="0" y="4667873"/>
          <a:ext cx="10515600" cy="7461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3BDEF7-EA10-4A7E-98E4-C78B5118DD32}">
      <dsp:nvSpPr>
        <dsp:cNvPr id="0" name=""/>
        <dsp:cNvSpPr/>
      </dsp:nvSpPr>
      <dsp:spPr>
        <a:xfrm>
          <a:off x="225712" y="4835759"/>
          <a:ext cx="410385" cy="41038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D3C47-8865-48C7-B490-524C7A3D1157}">
      <dsp:nvSpPr>
        <dsp:cNvPr id="0" name=""/>
        <dsp:cNvSpPr/>
      </dsp:nvSpPr>
      <dsp:spPr>
        <a:xfrm>
          <a:off x="861810" y="4667873"/>
          <a:ext cx="4732020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Significance of Proposed Approach</a:t>
          </a:r>
          <a:endParaRPr lang="en-US" sz="1900" kern="1200" dirty="0"/>
        </a:p>
      </dsp:txBody>
      <dsp:txXfrm>
        <a:off x="861810" y="4667873"/>
        <a:ext cx="4732020" cy="746156"/>
      </dsp:txXfrm>
    </dsp:sp>
    <dsp:sp modelId="{7DD10AA4-271D-4D2C-AB7E-2F737F377B7D}">
      <dsp:nvSpPr>
        <dsp:cNvPr id="0" name=""/>
        <dsp:cNvSpPr/>
      </dsp:nvSpPr>
      <dsp:spPr>
        <a:xfrm>
          <a:off x="5593830" y="4667873"/>
          <a:ext cx="4920927" cy="746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968" tIns="78968" rIns="78968" bIns="7896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Address limitations from existing literature.</a:t>
          </a:r>
          <a:endParaRPr lang="en-US" sz="1600" kern="120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Emphasize benefits of software-hardware integration.</a:t>
          </a:r>
          <a:endParaRPr lang="en-US" sz="1600" kern="1200" dirty="0"/>
        </a:p>
      </dsp:txBody>
      <dsp:txXfrm>
        <a:off x="5593830" y="4667873"/>
        <a:ext cx="4920927" cy="7461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845AB-D9E0-4A05-B87E-BDD61C81EA9C}">
      <dsp:nvSpPr>
        <dsp:cNvPr id="0" name=""/>
        <dsp:cNvSpPr/>
      </dsp:nvSpPr>
      <dsp:spPr>
        <a:xfrm rot="5400000">
          <a:off x="7596702" y="-3364778"/>
          <a:ext cx="776139" cy="751507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Objective</a:t>
          </a:r>
          <a:r>
            <a:rPr lang="en-US" sz="1600" b="0" i="0" kern="1200" dirty="0"/>
            <a:t>: Develop a hardware-software co-design approach for implementing a tree-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b="0" i="0" kern="1200" dirty="0"/>
            <a:t>                        based classifier.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Rationale</a:t>
          </a:r>
          <a:r>
            <a:rPr lang="en-US" sz="1600" b="0" i="0" kern="1200" dirty="0"/>
            <a:t>: Address limitations of existing FPGA implementations.</a:t>
          </a:r>
          <a:endParaRPr lang="en-US" sz="1600" kern="1200" dirty="0"/>
        </a:p>
      </dsp:txBody>
      <dsp:txXfrm rot="-5400000">
        <a:off x="4227232" y="42580"/>
        <a:ext cx="7477191" cy="700363"/>
      </dsp:txXfrm>
    </dsp:sp>
    <dsp:sp modelId="{B60FB389-34BA-4C3B-94AA-2CB1ECD0C67D}">
      <dsp:nvSpPr>
        <dsp:cNvPr id="0" name=""/>
        <dsp:cNvSpPr/>
      </dsp:nvSpPr>
      <dsp:spPr>
        <a:xfrm>
          <a:off x="0" y="0"/>
          <a:ext cx="4227232" cy="76896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i="0" kern="1200" dirty="0"/>
            <a:t>Research Design</a:t>
          </a:r>
          <a:endParaRPr lang="en-US" sz="2100" kern="1200" dirty="0"/>
        </a:p>
      </dsp:txBody>
      <dsp:txXfrm>
        <a:off x="37538" y="37538"/>
        <a:ext cx="4152156" cy="693890"/>
      </dsp:txXfrm>
    </dsp:sp>
    <dsp:sp modelId="{A559C5CD-B3B7-45AD-BFA4-2317EC69DD21}">
      <dsp:nvSpPr>
        <dsp:cNvPr id="0" name=""/>
        <dsp:cNvSpPr/>
      </dsp:nvSpPr>
      <dsp:spPr>
        <a:xfrm rot="5400000">
          <a:off x="7511777" y="-2465265"/>
          <a:ext cx="945989" cy="7515079"/>
        </a:xfrm>
        <a:prstGeom prst="round2SameRect">
          <a:avLst/>
        </a:prstGeom>
        <a:solidFill>
          <a:schemeClr val="accent2">
            <a:tint val="40000"/>
            <a:alpha val="90000"/>
            <a:hueOff val="-141538"/>
            <a:satOff val="-12558"/>
            <a:lumOff val="-12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1538"/>
              <a:satOff val="-12558"/>
              <a:lumOff val="-1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/>
            <a:t>FPGA Platform</a:t>
          </a:r>
          <a:r>
            <a:rPr lang="en-US" sz="1600" b="0" i="0" kern="1200"/>
            <a:t>: Utilize platforms like Xilinx Vertix-5.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Micro-blaze Processor</a:t>
          </a:r>
          <a:r>
            <a:rPr lang="en-US" sz="1600" b="0" i="0" kern="1200" dirty="0"/>
            <a:t>: Core component for executing software functions.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Additional Modules</a:t>
          </a:r>
          <a:r>
            <a:rPr lang="en-US" sz="1600" b="0" i="0" kern="1200" dirty="0"/>
            <a:t>: Include pre-processing and feature engineering units.</a:t>
          </a:r>
          <a:endParaRPr lang="en-US" sz="1600" kern="1200" dirty="0"/>
        </a:p>
      </dsp:txBody>
      <dsp:txXfrm rot="-5400000">
        <a:off x="4227233" y="865458"/>
        <a:ext cx="7468900" cy="853631"/>
      </dsp:txXfrm>
    </dsp:sp>
    <dsp:sp modelId="{9A28126A-3075-478D-88B0-020E23EF126A}">
      <dsp:nvSpPr>
        <dsp:cNvPr id="0" name=""/>
        <dsp:cNvSpPr/>
      </dsp:nvSpPr>
      <dsp:spPr>
        <a:xfrm>
          <a:off x="0" y="907790"/>
          <a:ext cx="4227232" cy="768966"/>
        </a:xfrm>
        <a:prstGeom prst="round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i="0" kern="1200" dirty="0"/>
            <a:t>Hardware Components</a:t>
          </a:r>
          <a:endParaRPr lang="en-US" sz="2100" kern="1200" dirty="0"/>
        </a:p>
      </dsp:txBody>
      <dsp:txXfrm>
        <a:off x="37538" y="945328"/>
        <a:ext cx="4152156" cy="693890"/>
      </dsp:txXfrm>
    </dsp:sp>
    <dsp:sp modelId="{69EFBF5E-7594-4405-90A0-9EDDD8A193F0}">
      <dsp:nvSpPr>
        <dsp:cNvPr id="0" name=""/>
        <dsp:cNvSpPr/>
      </dsp:nvSpPr>
      <dsp:spPr>
        <a:xfrm rot="5400000">
          <a:off x="7692803" y="-1576689"/>
          <a:ext cx="615173" cy="7529779"/>
        </a:xfrm>
        <a:prstGeom prst="round2Same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ID3 Algorithm Functions</a:t>
          </a:r>
          <a:r>
            <a:rPr lang="en-US" sz="1600" b="0" i="0" kern="1200" dirty="0"/>
            <a:t>: Executed on the Micro-blaze processor.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Software Cores</a:t>
          </a:r>
          <a:r>
            <a:rPr lang="en-US" sz="1600" b="0" i="0" kern="1200" dirty="0"/>
            <a:t>: Run on FPGA for dataset pre-processing and metric evaluation.</a:t>
          </a:r>
          <a:endParaRPr lang="en-US" sz="1600" kern="1200" dirty="0"/>
        </a:p>
      </dsp:txBody>
      <dsp:txXfrm rot="-5400000">
        <a:off x="4235500" y="1910644"/>
        <a:ext cx="7499749" cy="555113"/>
      </dsp:txXfrm>
    </dsp:sp>
    <dsp:sp modelId="{DC95F24F-707D-47F8-9C7B-9B93B286927F}">
      <dsp:nvSpPr>
        <dsp:cNvPr id="0" name=""/>
        <dsp:cNvSpPr/>
      </dsp:nvSpPr>
      <dsp:spPr>
        <a:xfrm>
          <a:off x="0" y="1803716"/>
          <a:ext cx="4235500" cy="768966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i="0" kern="1200" dirty="0"/>
            <a:t>Software Components</a:t>
          </a:r>
          <a:endParaRPr lang="en-US" sz="2100" kern="1200" dirty="0"/>
        </a:p>
      </dsp:txBody>
      <dsp:txXfrm>
        <a:off x="37538" y="1841254"/>
        <a:ext cx="4160424" cy="693890"/>
      </dsp:txXfrm>
    </dsp:sp>
    <dsp:sp modelId="{8D0FE3E4-2BC9-4019-B210-1219CB3A76CB}">
      <dsp:nvSpPr>
        <dsp:cNvPr id="0" name=""/>
        <dsp:cNvSpPr/>
      </dsp:nvSpPr>
      <dsp:spPr>
        <a:xfrm rot="5400000">
          <a:off x="7692803" y="-769274"/>
          <a:ext cx="615173" cy="7529779"/>
        </a:xfrm>
        <a:prstGeom prst="round2Same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/>
            <a:t>Cohesive System</a:t>
          </a:r>
          <a:r>
            <a:rPr lang="en-US" sz="1400" b="0" i="0" kern="1200"/>
            <a:t>: Combine hardware and software elements.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dirty="0"/>
            <a:t>Communication Protocols</a:t>
          </a:r>
          <a:r>
            <a:rPr lang="en-US" sz="1400" b="0" i="0" kern="1200" dirty="0"/>
            <a:t>: Define data exchange between components.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dirty="0"/>
            <a:t>Data Flow</a:t>
          </a:r>
          <a:r>
            <a:rPr lang="en-US" sz="1400" b="0" i="0" kern="1200" dirty="0"/>
            <a:t>: Ensure seamless interaction.</a:t>
          </a:r>
          <a:endParaRPr lang="en-US" sz="1400" kern="1200" dirty="0"/>
        </a:p>
      </dsp:txBody>
      <dsp:txXfrm rot="-5400000">
        <a:off x="4235500" y="2718059"/>
        <a:ext cx="7499749" cy="555113"/>
      </dsp:txXfrm>
    </dsp:sp>
    <dsp:sp modelId="{EDD400D2-E07F-4CA5-86BD-8C7DAF86002A}">
      <dsp:nvSpPr>
        <dsp:cNvPr id="0" name=""/>
        <dsp:cNvSpPr/>
      </dsp:nvSpPr>
      <dsp:spPr>
        <a:xfrm>
          <a:off x="0" y="2611132"/>
          <a:ext cx="4235500" cy="768966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i="0" kern="1200" dirty="0"/>
            <a:t>Integration of Hardware and Software</a:t>
          </a:r>
          <a:endParaRPr lang="en-US" sz="2100" kern="1200" dirty="0"/>
        </a:p>
      </dsp:txBody>
      <dsp:txXfrm>
        <a:off x="37538" y="2648670"/>
        <a:ext cx="4160424" cy="693890"/>
      </dsp:txXfrm>
    </dsp:sp>
    <dsp:sp modelId="{1E8E9DAC-96FF-4783-A84E-502EF35BFB23}">
      <dsp:nvSpPr>
        <dsp:cNvPr id="0" name=""/>
        <dsp:cNvSpPr/>
      </dsp:nvSpPr>
      <dsp:spPr>
        <a:xfrm rot="5400000">
          <a:off x="7589823" y="60088"/>
          <a:ext cx="805508" cy="7522425"/>
        </a:xfrm>
        <a:prstGeom prst="round2Same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dirty="0"/>
            <a:t>Micro-blaze Configuration</a:t>
          </a:r>
          <a:r>
            <a:rPr lang="en-US" sz="1200" b="0" i="0" kern="1200" dirty="0"/>
            <a:t>: Set up the soft-core processor.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/>
            <a:t>Dataset Pre-processing Unit</a:t>
          </a:r>
          <a:r>
            <a:rPr lang="en-US" sz="1200" b="0" i="0" kern="1200"/>
            <a:t>: Integrate for data preparation.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dirty="0"/>
            <a:t>Metric Evaluation Units</a:t>
          </a:r>
          <a:r>
            <a:rPr lang="en-US" sz="1200" b="0" i="0" kern="1200" dirty="0"/>
            <a:t>: Incorporate for performance assessment.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dirty="0"/>
            <a:t>Tree-Construction Unit</a:t>
          </a:r>
          <a:r>
            <a:rPr lang="en-US" sz="1200" b="0" i="0" kern="1200" dirty="0"/>
            <a:t>: Implement the ID3 algorithm.</a:t>
          </a:r>
          <a:endParaRPr lang="en-US" sz="1200" kern="1200" dirty="0"/>
        </a:p>
      </dsp:txBody>
      <dsp:txXfrm rot="-5400000">
        <a:off x="4231365" y="3457868"/>
        <a:ext cx="7483103" cy="726864"/>
      </dsp:txXfrm>
    </dsp:sp>
    <dsp:sp modelId="{BB634D9E-38EC-4C3B-9F2B-0EAAE53C7444}">
      <dsp:nvSpPr>
        <dsp:cNvPr id="0" name=""/>
        <dsp:cNvSpPr/>
      </dsp:nvSpPr>
      <dsp:spPr>
        <a:xfrm>
          <a:off x="0" y="3436817"/>
          <a:ext cx="4231364" cy="768966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i="0" kern="1200" dirty="0"/>
            <a:t>Implementation Steps</a:t>
          </a:r>
          <a:endParaRPr lang="en-US" sz="2100" kern="1200" dirty="0"/>
        </a:p>
      </dsp:txBody>
      <dsp:txXfrm>
        <a:off x="37538" y="3474355"/>
        <a:ext cx="4156288" cy="693890"/>
      </dsp:txXfrm>
    </dsp:sp>
    <dsp:sp modelId="{79FFD5F7-56C1-4ED8-86F1-A0CBA52D406A}">
      <dsp:nvSpPr>
        <dsp:cNvPr id="0" name=""/>
        <dsp:cNvSpPr/>
      </dsp:nvSpPr>
      <dsp:spPr>
        <a:xfrm rot="5400000">
          <a:off x="7692803" y="882097"/>
          <a:ext cx="615173" cy="7529779"/>
        </a:xfrm>
        <a:prstGeom prst="round2SameRect">
          <a:avLst/>
        </a:prstGeom>
        <a:solidFill>
          <a:schemeClr val="accent2">
            <a:tint val="40000"/>
            <a:alpha val="90000"/>
            <a:hueOff val="-707688"/>
            <a:satOff val="-62788"/>
            <a:lumOff val="-64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07688"/>
              <a:satOff val="-62788"/>
              <a:lumOff val="-6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Functional Testing</a:t>
          </a:r>
          <a:r>
            <a:rPr lang="en-US" sz="1600" b="0" i="0" kern="1200" dirty="0"/>
            <a:t>: Validate classifier functionality.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Performance Evaluation</a:t>
          </a:r>
          <a:r>
            <a:rPr lang="en-US" sz="1600" b="0" i="0" kern="1200" dirty="0"/>
            <a:t>: Assess latency, area overhead, and power consumption.</a:t>
          </a:r>
          <a:endParaRPr lang="en-US" sz="1600" kern="1200" dirty="0"/>
        </a:p>
      </dsp:txBody>
      <dsp:txXfrm rot="-5400000">
        <a:off x="4235500" y="4369430"/>
        <a:ext cx="7499749" cy="555113"/>
      </dsp:txXfrm>
    </dsp:sp>
    <dsp:sp modelId="{BBBBD1A4-8632-4920-B83E-03B5BF40AF0D}">
      <dsp:nvSpPr>
        <dsp:cNvPr id="0" name=""/>
        <dsp:cNvSpPr/>
      </dsp:nvSpPr>
      <dsp:spPr>
        <a:xfrm>
          <a:off x="0" y="4262503"/>
          <a:ext cx="4235500" cy="768966"/>
        </a:xfrm>
        <a:prstGeom prst="round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i="0" kern="1200" dirty="0"/>
            <a:t>Testing and Validation</a:t>
          </a:r>
          <a:endParaRPr lang="en-US" sz="2100" kern="1200" dirty="0"/>
        </a:p>
      </dsp:txBody>
      <dsp:txXfrm>
        <a:off x="37538" y="4300041"/>
        <a:ext cx="4160424" cy="693890"/>
      </dsp:txXfrm>
    </dsp:sp>
    <dsp:sp modelId="{EAE32B10-E50B-4F40-96B4-9B2126511A90}">
      <dsp:nvSpPr>
        <dsp:cNvPr id="0" name=""/>
        <dsp:cNvSpPr/>
      </dsp:nvSpPr>
      <dsp:spPr>
        <a:xfrm rot="5400000">
          <a:off x="7692803" y="1689512"/>
          <a:ext cx="615173" cy="7529779"/>
        </a:xfrm>
        <a:prstGeom prst="round2Same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/>
            <a:t>Advantages</a:t>
          </a:r>
          <a:r>
            <a:rPr lang="en-US" sz="1600" b="0" i="0" kern="1200"/>
            <a:t>: Highlight improvements over other FPGA-based classifiers.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i="0" kern="1200" dirty="0"/>
            <a:t>Innovative Aspects</a:t>
          </a:r>
          <a:r>
            <a:rPr lang="en-US" sz="1600" b="0" i="0" kern="1200" dirty="0"/>
            <a:t>: Emphasize benefits of your co-design approach.</a:t>
          </a:r>
          <a:endParaRPr lang="en-US" sz="1600" kern="1200" dirty="0"/>
        </a:p>
      </dsp:txBody>
      <dsp:txXfrm rot="-5400000">
        <a:off x="4235500" y="5176845"/>
        <a:ext cx="7499749" cy="555113"/>
      </dsp:txXfrm>
    </dsp:sp>
    <dsp:sp modelId="{F2D18F70-DD2B-4935-A9DF-3798ABE9ED78}">
      <dsp:nvSpPr>
        <dsp:cNvPr id="0" name=""/>
        <dsp:cNvSpPr/>
      </dsp:nvSpPr>
      <dsp:spPr>
        <a:xfrm>
          <a:off x="0" y="5069918"/>
          <a:ext cx="4235500" cy="768966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1" i="0" kern="1200" dirty="0"/>
            <a:t>Comparison with Existing Approaches</a:t>
          </a:r>
          <a:endParaRPr lang="en-US" sz="2100" kern="1200" dirty="0"/>
        </a:p>
      </dsp:txBody>
      <dsp:txXfrm>
        <a:off x="37538" y="5107456"/>
        <a:ext cx="4160424" cy="6938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82987-4BB6-4562-80E5-1C0E0A0A863A}">
      <dsp:nvSpPr>
        <dsp:cNvPr id="0" name=""/>
        <dsp:cNvSpPr/>
      </dsp:nvSpPr>
      <dsp:spPr>
        <a:xfrm rot="5400000">
          <a:off x="5527968" y="-2319413"/>
          <a:ext cx="719615" cy="5541436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dirty="0"/>
            <a:t>Decision tree classification: Constructing a tree from labeled training data (supervised learning).</a:t>
          </a:r>
          <a:endParaRPr lang="en-US" sz="12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i="0" kern="1200" dirty="0"/>
            <a:t>Tree components: Root node, children nodes, branches (test outcomes), leaf nodes (class labels).</a:t>
          </a:r>
          <a:endParaRPr lang="en-US" sz="1200" b="1" kern="1200" dirty="0"/>
        </a:p>
      </dsp:txBody>
      <dsp:txXfrm rot="-5400000">
        <a:off x="3117058" y="126626"/>
        <a:ext cx="5506307" cy="649357"/>
      </dsp:txXfrm>
    </dsp:sp>
    <dsp:sp modelId="{E6708632-E201-43D9-B7FC-52CEA0BE755E}">
      <dsp:nvSpPr>
        <dsp:cNvPr id="0" name=""/>
        <dsp:cNvSpPr/>
      </dsp:nvSpPr>
      <dsp:spPr>
        <a:xfrm>
          <a:off x="0" y="1544"/>
          <a:ext cx="3117057" cy="8995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Definition and Structure</a:t>
          </a:r>
          <a:r>
            <a:rPr lang="en-US" sz="2500" b="0" i="0" kern="1200"/>
            <a:t>:</a:t>
          </a:r>
          <a:endParaRPr lang="en-US" sz="2500" kern="1200"/>
        </a:p>
      </dsp:txBody>
      <dsp:txXfrm>
        <a:off x="43911" y="45455"/>
        <a:ext cx="3029235" cy="811697"/>
      </dsp:txXfrm>
    </dsp:sp>
    <dsp:sp modelId="{CFAB2088-6A06-424A-9A36-4102720A71DF}">
      <dsp:nvSpPr>
        <dsp:cNvPr id="0" name=""/>
        <dsp:cNvSpPr/>
      </dsp:nvSpPr>
      <dsp:spPr>
        <a:xfrm rot="5400000">
          <a:off x="5527968" y="-1374917"/>
          <a:ext cx="719615" cy="5541436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dirty="0"/>
            <a:t>Algorithm selection: Attributes at each node split the dataset.</a:t>
          </a:r>
          <a:endParaRPr lang="en-US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dirty="0"/>
            <a:t>Evaluation metrics: Gini index, information gain (entropy-based).</a:t>
          </a:r>
          <a:endParaRPr lang="en-US" sz="1400" b="1" kern="1200" dirty="0"/>
        </a:p>
      </dsp:txBody>
      <dsp:txXfrm rot="-5400000">
        <a:off x="3117058" y="1071122"/>
        <a:ext cx="5506307" cy="649357"/>
      </dsp:txXfrm>
    </dsp:sp>
    <dsp:sp modelId="{2B139685-5C00-4AF5-B91F-ACEEC635AEC3}">
      <dsp:nvSpPr>
        <dsp:cNvPr id="0" name=""/>
        <dsp:cNvSpPr/>
      </dsp:nvSpPr>
      <dsp:spPr>
        <a:xfrm>
          <a:off x="0" y="946040"/>
          <a:ext cx="3117057" cy="8995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Algorithms and Metrics</a:t>
          </a:r>
          <a:r>
            <a:rPr lang="en-US" sz="2500" b="0" i="0" kern="1200"/>
            <a:t>:</a:t>
          </a:r>
          <a:endParaRPr lang="en-US" sz="2500" kern="1200"/>
        </a:p>
      </dsp:txBody>
      <dsp:txXfrm>
        <a:off x="43911" y="989951"/>
        <a:ext cx="3029235" cy="811697"/>
      </dsp:txXfrm>
    </dsp:sp>
    <dsp:sp modelId="{14E746EA-7294-41B3-A955-15CA55ECDB63}">
      <dsp:nvSpPr>
        <dsp:cNvPr id="0" name=""/>
        <dsp:cNvSpPr/>
      </dsp:nvSpPr>
      <dsp:spPr>
        <a:xfrm rot="5400000">
          <a:off x="5527968" y="-319450"/>
          <a:ext cx="719615" cy="5541436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dirty="0"/>
            <a:t>ID3, C4.5, CART, CHAID, MARS.</a:t>
          </a:r>
          <a:endParaRPr lang="en-US" sz="2000" kern="1200" dirty="0"/>
        </a:p>
      </dsp:txBody>
      <dsp:txXfrm rot="-5400000">
        <a:off x="3117058" y="2126589"/>
        <a:ext cx="5506307" cy="649357"/>
      </dsp:txXfrm>
    </dsp:sp>
    <dsp:sp modelId="{38A35383-BA12-4C90-9E09-CC3C33ABE5C7}">
      <dsp:nvSpPr>
        <dsp:cNvPr id="0" name=""/>
        <dsp:cNvSpPr/>
      </dsp:nvSpPr>
      <dsp:spPr>
        <a:xfrm>
          <a:off x="0" y="1890535"/>
          <a:ext cx="3117057" cy="8995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Examples of Decision Tree Algorithms</a:t>
          </a:r>
          <a:r>
            <a:rPr lang="en-US" sz="2500" b="0" i="0" kern="1200"/>
            <a:t>:</a:t>
          </a:r>
          <a:endParaRPr lang="en-US" sz="2500" kern="1200"/>
        </a:p>
      </dsp:txBody>
      <dsp:txXfrm>
        <a:off x="43911" y="1934446"/>
        <a:ext cx="3029235" cy="811697"/>
      </dsp:txXfrm>
    </dsp:sp>
    <dsp:sp modelId="{021A75E9-823E-4487-A234-64381F76106D}">
      <dsp:nvSpPr>
        <dsp:cNvPr id="0" name=""/>
        <dsp:cNvSpPr/>
      </dsp:nvSpPr>
      <dsp:spPr>
        <a:xfrm rot="5400000">
          <a:off x="5527968" y="514073"/>
          <a:ext cx="719615" cy="5541436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/>
            <a:t>Software-Based Tools</a:t>
          </a:r>
          <a:r>
            <a:rPr lang="en-US" sz="1400" b="0" i="0" kern="1200"/>
            <a:t>: Utilize existing software libraries.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dirty="0"/>
            <a:t>Hardware Design</a:t>
          </a:r>
          <a:r>
            <a:rPr lang="en-US" sz="1400" b="0" i="0" kern="1200" dirty="0"/>
            <a:t>: Structural implementation with modules.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i="0" kern="1200" dirty="0"/>
            <a:t>Hardware-Software Co-Design</a:t>
          </a:r>
          <a:r>
            <a:rPr lang="en-US" sz="1400" b="0" i="0" kern="1200" dirty="0"/>
            <a:t>: Concurrency, recursive functions.</a:t>
          </a:r>
          <a:endParaRPr lang="en-US" sz="1400" kern="1200" dirty="0"/>
        </a:p>
      </dsp:txBody>
      <dsp:txXfrm rot="-5400000">
        <a:off x="3117058" y="2960113"/>
        <a:ext cx="5506307" cy="649357"/>
      </dsp:txXfrm>
    </dsp:sp>
    <dsp:sp modelId="{B1D8D937-F4BD-42CF-A087-2866C181ABDD}">
      <dsp:nvSpPr>
        <dsp:cNvPr id="0" name=""/>
        <dsp:cNvSpPr/>
      </dsp:nvSpPr>
      <dsp:spPr>
        <a:xfrm>
          <a:off x="0" y="2835031"/>
          <a:ext cx="3117057" cy="8995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Implementation Approaches</a:t>
          </a:r>
          <a:r>
            <a:rPr lang="en-US" sz="2500" b="0" i="0" kern="1200"/>
            <a:t>:</a:t>
          </a:r>
          <a:endParaRPr lang="en-US" sz="2500" kern="1200"/>
        </a:p>
      </dsp:txBody>
      <dsp:txXfrm>
        <a:off x="43911" y="2878942"/>
        <a:ext cx="3029235" cy="811697"/>
      </dsp:txXfrm>
    </dsp:sp>
    <dsp:sp modelId="{04C6E285-4ACC-4649-A058-ECF6A2FEED96}">
      <dsp:nvSpPr>
        <dsp:cNvPr id="0" name=""/>
        <dsp:cNvSpPr/>
      </dsp:nvSpPr>
      <dsp:spPr>
        <a:xfrm rot="5400000">
          <a:off x="5527968" y="1458568"/>
          <a:ext cx="719615" cy="5541436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Combine CPU and FPGA shared memory.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Address limitations of on-chip FPGA memory for large ensembles and deep trees.</a:t>
          </a:r>
          <a:endParaRPr lang="en-US" sz="1400" kern="1200" dirty="0"/>
        </a:p>
      </dsp:txBody>
      <dsp:txXfrm rot="-5400000">
        <a:off x="3117058" y="3904608"/>
        <a:ext cx="5506307" cy="649357"/>
      </dsp:txXfrm>
    </dsp:sp>
    <dsp:sp modelId="{01663CD2-11F4-487D-90B8-334D0FC89814}">
      <dsp:nvSpPr>
        <dsp:cNvPr id="0" name=""/>
        <dsp:cNvSpPr/>
      </dsp:nvSpPr>
      <dsp:spPr>
        <a:xfrm>
          <a:off x="0" y="3779526"/>
          <a:ext cx="3117057" cy="8995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Hybrid Classification Engineering</a:t>
          </a:r>
          <a:r>
            <a:rPr lang="en-US" sz="2500" b="0" i="0" kern="1200" dirty="0"/>
            <a:t>:</a:t>
          </a:r>
          <a:endParaRPr lang="en-US" sz="2500" kern="1200" dirty="0"/>
        </a:p>
      </dsp:txBody>
      <dsp:txXfrm>
        <a:off x="43911" y="3823437"/>
        <a:ext cx="3029235" cy="811697"/>
      </dsp:txXfrm>
    </dsp:sp>
    <dsp:sp modelId="{C89B1540-9DF7-44FE-8CC9-7D6EB623B72A}">
      <dsp:nvSpPr>
        <dsp:cNvPr id="0" name=""/>
        <dsp:cNvSpPr/>
      </dsp:nvSpPr>
      <dsp:spPr>
        <a:xfrm rot="5400000">
          <a:off x="5527968" y="2403064"/>
          <a:ext cx="719615" cy="5541436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/>
            <a:t>Lack of FPGA design details hinders replication and understanding.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/>
            <a:t>Missing performance evaluation (latency, area overhead, power consumption).</a:t>
          </a:r>
          <a:endParaRPr lang="en-US" sz="1400" kern="1200" dirty="0"/>
        </a:p>
      </dsp:txBody>
      <dsp:txXfrm rot="-5400000">
        <a:off x="3117058" y="4849104"/>
        <a:ext cx="5506307" cy="649357"/>
      </dsp:txXfrm>
    </dsp:sp>
    <dsp:sp modelId="{6A0824A1-24FE-467F-A176-9A89A25DD0E7}">
      <dsp:nvSpPr>
        <dsp:cNvPr id="0" name=""/>
        <dsp:cNvSpPr/>
      </dsp:nvSpPr>
      <dsp:spPr>
        <a:xfrm>
          <a:off x="0" y="4724022"/>
          <a:ext cx="3117057" cy="8995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Challenges and Research Gaps</a:t>
          </a:r>
          <a:r>
            <a:rPr lang="en-US" sz="2500" b="0" i="0" kern="1200"/>
            <a:t>:</a:t>
          </a:r>
          <a:endParaRPr lang="en-US" sz="2500" kern="1200"/>
        </a:p>
      </dsp:txBody>
      <dsp:txXfrm>
        <a:off x="43911" y="4767933"/>
        <a:ext cx="3029235" cy="8116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9806FC-16B1-4A3E-847E-097D79390020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0B979A-6969-4AF1-BA58-29D3554347D3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2ABDB-6617-43DE-9757-88700A05466E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Software-Based Tools</a:t>
          </a:r>
          <a:endParaRPr lang="en-US" sz="1900" kern="1200"/>
        </a:p>
      </dsp:txBody>
      <dsp:txXfrm>
        <a:off x="1059754" y="4307"/>
        <a:ext cx="5304469" cy="917536"/>
      </dsp:txXfrm>
    </dsp:sp>
    <dsp:sp modelId="{FD5BD191-06AA-4A10-A726-0DEACF2BBDDB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66CD7-5DFD-4CC8-B285-6E68549AAC9D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86EDD-B10E-4560-8A56-0DB5CD473826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Hardware Design</a:t>
          </a:r>
          <a:endParaRPr lang="en-US" sz="1900" kern="1200" dirty="0"/>
        </a:p>
      </dsp:txBody>
      <dsp:txXfrm>
        <a:off x="1059754" y="1151227"/>
        <a:ext cx="5304469" cy="917536"/>
      </dsp:txXfrm>
    </dsp:sp>
    <dsp:sp modelId="{9AA829D3-E74F-4B68-8270-0599B6FF01DF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D39B4-0845-439B-B417-64BDD4856235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80A57-D71E-4C72-B944-6F587AF0F81C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Hardware-Software Co-Design</a:t>
          </a:r>
          <a:endParaRPr lang="en-US" sz="1900" kern="1200"/>
        </a:p>
      </dsp:txBody>
      <dsp:txXfrm>
        <a:off x="1059754" y="2298147"/>
        <a:ext cx="5304469" cy="917536"/>
      </dsp:txXfrm>
    </dsp:sp>
    <dsp:sp modelId="{55071A1E-3796-467A-9334-4E522376D8E3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24931-6E2F-40F1-9C0B-F8F39D002ABB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488B6-DD03-41C7-956B-901D900FFCDA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Hybrid Classification Engine</a:t>
          </a:r>
          <a:endParaRPr lang="en-US" sz="1900" kern="1200"/>
        </a:p>
      </dsp:txBody>
      <dsp:txXfrm>
        <a:off x="1059754" y="3445068"/>
        <a:ext cx="5304469" cy="917536"/>
      </dsp:txXfrm>
    </dsp:sp>
    <dsp:sp modelId="{4CD37EDF-91E2-4C73-98EF-2F65ADAF610C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C553D-3E6C-4CC2-BCF8-326C36B21AD0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5B4A4-77F4-4AA9-8769-A4DECEC96B78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Performance Evaluation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3B9CB-B3E1-4B7B-A86A-C5EDB1217B11}">
      <dsp:nvSpPr>
        <dsp:cNvPr id="0" name=""/>
        <dsp:cNvSpPr/>
      </dsp:nvSpPr>
      <dsp:spPr>
        <a:xfrm>
          <a:off x="2316479" y="697"/>
          <a:ext cx="9265920" cy="90738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785" tIns="230476" rIns="179785" bIns="23047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Address latency vs. area &amp; power trade-off.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Combine hardware concurrency with software flexibility.</a:t>
          </a:r>
          <a:endParaRPr lang="en-US" sz="1800" kern="1200" dirty="0"/>
        </a:p>
      </dsp:txBody>
      <dsp:txXfrm>
        <a:off x="2316479" y="697"/>
        <a:ext cx="9265920" cy="907387"/>
      </dsp:txXfrm>
    </dsp:sp>
    <dsp:sp modelId="{46FC1BBF-10E6-4C86-B85B-378406137975}">
      <dsp:nvSpPr>
        <dsp:cNvPr id="0" name=""/>
        <dsp:cNvSpPr/>
      </dsp:nvSpPr>
      <dsp:spPr>
        <a:xfrm>
          <a:off x="0" y="697"/>
          <a:ext cx="2316480" cy="90738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2580" tIns="89630" rIns="122580" bIns="8963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Hardware-Software Co-Design</a:t>
          </a:r>
          <a:r>
            <a:rPr lang="en-US" sz="1700" b="0" i="0" kern="1200" dirty="0"/>
            <a:t>:</a:t>
          </a:r>
          <a:endParaRPr lang="en-US" sz="1700" kern="1200" dirty="0"/>
        </a:p>
      </dsp:txBody>
      <dsp:txXfrm>
        <a:off x="0" y="697"/>
        <a:ext cx="2316480" cy="907387"/>
      </dsp:txXfrm>
    </dsp:sp>
    <dsp:sp modelId="{7A2B743C-D6BA-4F94-9A02-B395DB2A6B5D}">
      <dsp:nvSpPr>
        <dsp:cNvPr id="0" name=""/>
        <dsp:cNvSpPr/>
      </dsp:nvSpPr>
      <dsp:spPr>
        <a:xfrm>
          <a:off x="2316479" y="962528"/>
          <a:ext cx="9265920" cy="907387"/>
        </a:xfrm>
        <a:prstGeom prst="rect">
          <a:avLst/>
        </a:prstGeom>
        <a:solidFill>
          <a:schemeClr val="accent5">
            <a:tint val="40000"/>
            <a:alpha val="90000"/>
            <a:hueOff val="-1478351"/>
            <a:satOff val="-2563"/>
            <a:lumOff val="-258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785" tIns="230476" rIns="179785" bIns="23047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Xilinx Micro-blaze IP core as the main processor.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Configured using Xilinx tools and wrapped in VHDL code.</a:t>
          </a:r>
          <a:endParaRPr lang="en-US" sz="1600" kern="1200" dirty="0"/>
        </a:p>
      </dsp:txBody>
      <dsp:txXfrm>
        <a:off x="2316479" y="962528"/>
        <a:ext cx="9265920" cy="907387"/>
      </dsp:txXfrm>
    </dsp:sp>
    <dsp:sp modelId="{BA1E72F7-839A-43FC-86AC-941F66F4ECD9}">
      <dsp:nvSpPr>
        <dsp:cNvPr id="0" name=""/>
        <dsp:cNvSpPr/>
      </dsp:nvSpPr>
      <dsp:spPr>
        <a:xfrm>
          <a:off x="0" y="962528"/>
          <a:ext cx="2316480" cy="907387"/>
        </a:xfrm>
        <a:prstGeom prst="rect">
          <a:avLst/>
        </a:prstGeom>
        <a:gradFill rotWithShape="0">
          <a:gsLst>
            <a:gs pos="0">
              <a:schemeClr val="accent5">
                <a:hueOff val="-1470669"/>
                <a:satOff val="-2046"/>
                <a:lumOff val="-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470669"/>
                <a:satOff val="-2046"/>
                <a:lumOff val="-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470669"/>
                <a:satOff val="-2046"/>
                <a:lumOff val="-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470669"/>
              <a:satOff val="-2046"/>
              <a:lumOff val="-78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2580" tIns="89630" rIns="122580" bIns="8963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Micro-blaze Processor</a:t>
          </a:r>
          <a:r>
            <a:rPr lang="en-US" sz="1700" b="0" i="0" kern="1200"/>
            <a:t>:</a:t>
          </a:r>
          <a:endParaRPr lang="en-US" sz="1700" kern="1200"/>
        </a:p>
      </dsp:txBody>
      <dsp:txXfrm>
        <a:off x="0" y="962528"/>
        <a:ext cx="2316480" cy="907387"/>
      </dsp:txXfrm>
    </dsp:sp>
    <dsp:sp modelId="{E2C438D2-EF22-4547-9104-4CE6AC4A3343}">
      <dsp:nvSpPr>
        <dsp:cNvPr id="0" name=""/>
        <dsp:cNvSpPr/>
      </dsp:nvSpPr>
      <dsp:spPr>
        <a:xfrm>
          <a:off x="2316479" y="1924359"/>
          <a:ext cx="9265920" cy="907387"/>
        </a:xfrm>
        <a:prstGeom prst="rect">
          <a:avLst/>
        </a:prstGeom>
        <a:solidFill>
          <a:schemeClr val="accent5">
            <a:tint val="40000"/>
            <a:alpha val="90000"/>
            <a:hueOff val="-2956702"/>
            <a:satOff val="-5126"/>
            <a:lumOff val="-516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785" tIns="230476" rIns="179785" bIns="23047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Three main blocks: dataset pre-processing, metric evaluation, tree construction.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Software core for dataset handling.</a:t>
          </a:r>
          <a:endParaRPr lang="en-US" sz="1600" kern="1200" dirty="0"/>
        </a:p>
      </dsp:txBody>
      <dsp:txXfrm>
        <a:off x="2316479" y="1924359"/>
        <a:ext cx="9265920" cy="907387"/>
      </dsp:txXfrm>
    </dsp:sp>
    <dsp:sp modelId="{658D7215-4F69-4B8B-A83F-DF737F58EA62}">
      <dsp:nvSpPr>
        <dsp:cNvPr id="0" name=""/>
        <dsp:cNvSpPr/>
      </dsp:nvSpPr>
      <dsp:spPr>
        <a:xfrm>
          <a:off x="0" y="1924359"/>
          <a:ext cx="2316480" cy="907387"/>
        </a:xfrm>
        <a:prstGeom prst="rect">
          <a:avLst/>
        </a:prstGeom>
        <a:gradFill rotWithShape="0">
          <a:gsLst>
            <a:gs pos="0">
              <a:schemeClr val="accent5">
                <a:hueOff val="-2941338"/>
                <a:satOff val="-4091"/>
                <a:lumOff val="-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941338"/>
                <a:satOff val="-4091"/>
                <a:lumOff val="-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941338"/>
                <a:satOff val="-4091"/>
                <a:lumOff val="-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941338"/>
              <a:satOff val="-4091"/>
              <a:lumOff val="-156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2580" tIns="89630" rIns="122580" bIns="8963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Block Diagram</a:t>
          </a:r>
          <a:r>
            <a:rPr lang="en-US" sz="1700" b="0" i="0" kern="1200"/>
            <a:t>:</a:t>
          </a:r>
          <a:endParaRPr lang="en-US" sz="1700" kern="1200"/>
        </a:p>
      </dsp:txBody>
      <dsp:txXfrm>
        <a:off x="0" y="1924359"/>
        <a:ext cx="2316480" cy="907387"/>
      </dsp:txXfrm>
    </dsp:sp>
    <dsp:sp modelId="{C0207C5D-8D98-4512-9FF0-315539B93DAC}">
      <dsp:nvSpPr>
        <dsp:cNvPr id="0" name=""/>
        <dsp:cNvSpPr/>
      </dsp:nvSpPr>
      <dsp:spPr>
        <a:xfrm>
          <a:off x="2316479" y="2886190"/>
          <a:ext cx="9265920" cy="907387"/>
        </a:xfrm>
        <a:prstGeom prst="rect">
          <a:avLst/>
        </a:prstGeom>
        <a:solidFill>
          <a:schemeClr val="accent5">
            <a:tint val="40000"/>
            <a:alpha val="90000"/>
            <a:hueOff val="-4435053"/>
            <a:satOff val="-7690"/>
            <a:lumOff val="-773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4435053"/>
              <a:satOff val="-7690"/>
              <a:lumOff val="-77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785" tIns="230476" rIns="179785" bIns="23047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Parallel information gain qualifiers.</a:t>
          </a:r>
          <a:endParaRPr lang="en-US" sz="1600" kern="120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Calculate entropy and information gain.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Input for tree construction.</a:t>
          </a:r>
          <a:endParaRPr lang="en-US" sz="1600" kern="1200" dirty="0"/>
        </a:p>
      </dsp:txBody>
      <dsp:txXfrm>
        <a:off x="2316479" y="2886190"/>
        <a:ext cx="9265920" cy="907387"/>
      </dsp:txXfrm>
    </dsp:sp>
    <dsp:sp modelId="{BF1F1867-CD50-4207-93E1-98F54AB23730}">
      <dsp:nvSpPr>
        <dsp:cNvPr id="0" name=""/>
        <dsp:cNvSpPr/>
      </dsp:nvSpPr>
      <dsp:spPr>
        <a:xfrm>
          <a:off x="0" y="2886190"/>
          <a:ext cx="2316480" cy="907387"/>
        </a:xfrm>
        <a:prstGeom prst="rect">
          <a:avLst/>
        </a:prstGeom>
        <a:gradFill rotWithShape="0">
          <a:gsLst>
            <a:gs pos="0">
              <a:schemeClr val="accent5">
                <a:hueOff val="-4412007"/>
                <a:satOff val="-6137"/>
                <a:lumOff val="-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412007"/>
                <a:satOff val="-6137"/>
                <a:lumOff val="-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412007"/>
                <a:satOff val="-6137"/>
                <a:lumOff val="-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412007"/>
              <a:satOff val="-6137"/>
              <a:lumOff val="-235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2580" tIns="89630" rIns="122580" bIns="8963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Metric Evaluation Unit</a:t>
          </a:r>
          <a:r>
            <a:rPr lang="en-US" sz="1700" b="0" i="0" kern="1200"/>
            <a:t>:</a:t>
          </a:r>
          <a:endParaRPr lang="en-US" sz="1700" kern="1200"/>
        </a:p>
      </dsp:txBody>
      <dsp:txXfrm>
        <a:off x="0" y="2886190"/>
        <a:ext cx="2316480" cy="907387"/>
      </dsp:txXfrm>
    </dsp:sp>
    <dsp:sp modelId="{B17003D5-8672-4BD6-B21F-0008948E375D}">
      <dsp:nvSpPr>
        <dsp:cNvPr id="0" name=""/>
        <dsp:cNvSpPr/>
      </dsp:nvSpPr>
      <dsp:spPr>
        <a:xfrm>
          <a:off x="2316479" y="3848020"/>
          <a:ext cx="9265920" cy="907387"/>
        </a:xfrm>
        <a:prstGeom prst="rect">
          <a:avLst/>
        </a:prstGeom>
        <a:solidFill>
          <a:schemeClr val="accent5">
            <a:tint val="40000"/>
            <a:alpha val="90000"/>
            <a:hueOff val="-5913404"/>
            <a:satOff val="-10253"/>
            <a:lumOff val="-1031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5913404"/>
              <a:satOff val="-10253"/>
              <a:lumOff val="-103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785" tIns="230476" rIns="179785" bIns="23047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Validate functionality and performance.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Evaluate latency, area, and power.</a:t>
          </a:r>
          <a:endParaRPr lang="en-US" sz="1600" kern="1200" dirty="0"/>
        </a:p>
      </dsp:txBody>
      <dsp:txXfrm>
        <a:off x="2316479" y="3848020"/>
        <a:ext cx="9265920" cy="907387"/>
      </dsp:txXfrm>
    </dsp:sp>
    <dsp:sp modelId="{4497F641-D01A-4E17-9F9E-58D850F2427E}">
      <dsp:nvSpPr>
        <dsp:cNvPr id="0" name=""/>
        <dsp:cNvSpPr/>
      </dsp:nvSpPr>
      <dsp:spPr>
        <a:xfrm>
          <a:off x="0" y="3848020"/>
          <a:ext cx="2316480" cy="907387"/>
        </a:xfrm>
        <a:prstGeom prst="rect">
          <a:avLst/>
        </a:prstGeom>
        <a:gradFill rotWithShape="0">
          <a:gsLst>
            <a:gs pos="0">
              <a:schemeClr val="accent5">
                <a:hueOff val="-5882676"/>
                <a:satOff val="-8182"/>
                <a:lumOff val="-31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882676"/>
                <a:satOff val="-8182"/>
                <a:lumOff val="-31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882676"/>
                <a:satOff val="-8182"/>
                <a:lumOff val="-31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5882676"/>
              <a:satOff val="-8182"/>
              <a:lumOff val="-3138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2580" tIns="89630" rIns="122580" bIns="8963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Testing and Validation</a:t>
          </a:r>
          <a:r>
            <a:rPr lang="en-US" sz="1700" b="0" i="0" kern="1200"/>
            <a:t>:</a:t>
          </a:r>
          <a:endParaRPr lang="en-US" sz="1700" kern="1200"/>
        </a:p>
      </dsp:txBody>
      <dsp:txXfrm>
        <a:off x="0" y="3848020"/>
        <a:ext cx="2316480" cy="907387"/>
      </dsp:txXfrm>
    </dsp:sp>
    <dsp:sp modelId="{3D31093C-888E-440B-ABDF-8A4F387BBEB7}">
      <dsp:nvSpPr>
        <dsp:cNvPr id="0" name=""/>
        <dsp:cNvSpPr/>
      </dsp:nvSpPr>
      <dsp:spPr>
        <a:xfrm>
          <a:off x="2316479" y="4809851"/>
          <a:ext cx="9265920" cy="907387"/>
        </a:xfrm>
        <a:prstGeom prst="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9785" tIns="230476" rIns="179785" bIns="23047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Optimized performance and modularity.</a:t>
          </a:r>
          <a:endParaRPr lang="en-US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Efficient execution of complex ML algorithms on FPGA.</a:t>
          </a:r>
          <a:endParaRPr lang="en-US" sz="1600" kern="1200" dirty="0"/>
        </a:p>
      </dsp:txBody>
      <dsp:txXfrm>
        <a:off x="2316479" y="4809851"/>
        <a:ext cx="9265920" cy="907387"/>
      </dsp:txXfrm>
    </dsp:sp>
    <dsp:sp modelId="{D920521E-7291-49BB-A253-377436949D7E}">
      <dsp:nvSpPr>
        <dsp:cNvPr id="0" name=""/>
        <dsp:cNvSpPr/>
      </dsp:nvSpPr>
      <dsp:spPr>
        <a:xfrm>
          <a:off x="0" y="4809851"/>
          <a:ext cx="2316480" cy="907387"/>
        </a:xfrm>
        <a:prstGeom prst="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2580" tIns="89630" rIns="122580" bIns="8963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Advantages of Proposed Implementation</a:t>
          </a:r>
          <a:r>
            <a:rPr lang="en-US" sz="1700" b="0" i="0" kern="1200"/>
            <a:t>:</a:t>
          </a:r>
          <a:endParaRPr lang="en-US" sz="1700" kern="1200"/>
        </a:p>
      </dsp:txBody>
      <dsp:txXfrm>
        <a:off x="0" y="4809851"/>
        <a:ext cx="2316480" cy="9073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62D85-6690-4E82-9EEF-D53F25B79682}">
      <dsp:nvSpPr>
        <dsp:cNvPr id="0" name=""/>
        <dsp:cNvSpPr/>
      </dsp:nvSpPr>
      <dsp:spPr>
        <a:xfrm>
          <a:off x="0" y="6418"/>
          <a:ext cx="7240588" cy="6090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2767D-6DB9-46F0-A387-23B4E2478434}">
      <dsp:nvSpPr>
        <dsp:cNvPr id="0" name=""/>
        <dsp:cNvSpPr/>
      </dsp:nvSpPr>
      <dsp:spPr>
        <a:xfrm>
          <a:off x="184226" y="143446"/>
          <a:ext cx="334956" cy="3349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4CE3B-5CF4-41B2-975F-3626E0987D4F}">
      <dsp:nvSpPr>
        <dsp:cNvPr id="0" name=""/>
        <dsp:cNvSpPr/>
      </dsp:nvSpPr>
      <dsp:spPr>
        <a:xfrm>
          <a:off x="703409" y="6418"/>
          <a:ext cx="3258264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Pre-Processing</a:t>
          </a:r>
          <a:r>
            <a:rPr lang="en-US" sz="1600" b="0" i="0" kern="1200"/>
            <a:t>:</a:t>
          </a:r>
          <a:endParaRPr lang="en-US" sz="1600" kern="1200"/>
        </a:p>
      </dsp:txBody>
      <dsp:txXfrm>
        <a:off x="703409" y="6418"/>
        <a:ext cx="3258264" cy="609012"/>
      </dsp:txXfrm>
    </dsp:sp>
    <dsp:sp modelId="{46EFBCE1-CA17-4AEB-95FC-0E9A14756D5E}">
      <dsp:nvSpPr>
        <dsp:cNvPr id="0" name=""/>
        <dsp:cNvSpPr/>
      </dsp:nvSpPr>
      <dsp:spPr>
        <a:xfrm>
          <a:off x="3961674" y="6418"/>
          <a:ext cx="3278226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Convert attribute values to boolean format.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Facilitate input for the hardware classifier.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Ensure machine-friendly binary representation.</a:t>
          </a:r>
          <a:endParaRPr lang="en-US" sz="1100" kern="1200"/>
        </a:p>
      </dsp:txBody>
      <dsp:txXfrm>
        <a:off x="3961674" y="6418"/>
        <a:ext cx="3278226" cy="609012"/>
      </dsp:txXfrm>
    </dsp:sp>
    <dsp:sp modelId="{B7C9E7E7-5960-438F-A027-7B33F3BC698E}">
      <dsp:nvSpPr>
        <dsp:cNvPr id="0" name=""/>
        <dsp:cNvSpPr/>
      </dsp:nvSpPr>
      <dsp:spPr>
        <a:xfrm>
          <a:off x="0" y="768622"/>
          <a:ext cx="7240588" cy="61730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D3D5B-F712-4C8E-8251-C13C6B577B17}">
      <dsp:nvSpPr>
        <dsp:cNvPr id="0" name=""/>
        <dsp:cNvSpPr/>
      </dsp:nvSpPr>
      <dsp:spPr>
        <a:xfrm>
          <a:off x="184226" y="1005869"/>
          <a:ext cx="334956" cy="3349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ABB68-9851-4FF8-89C9-E7EB06EA927F}">
      <dsp:nvSpPr>
        <dsp:cNvPr id="0" name=""/>
        <dsp:cNvSpPr/>
      </dsp:nvSpPr>
      <dsp:spPr>
        <a:xfrm>
          <a:off x="703409" y="868841"/>
          <a:ext cx="3258264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Decision Trees Construction</a:t>
          </a:r>
          <a:r>
            <a:rPr lang="en-US" sz="1600" b="0" i="0" kern="1200"/>
            <a:t>:</a:t>
          </a:r>
          <a:endParaRPr lang="en-US" sz="1600" kern="1200"/>
        </a:p>
      </dsp:txBody>
      <dsp:txXfrm>
        <a:off x="703409" y="868841"/>
        <a:ext cx="3258264" cy="609012"/>
      </dsp:txXfrm>
    </dsp:sp>
    <dsp:sp modelId="{07568F62-A4B7-46E6-A8DE-6213B910A375}">
      <dsp:nvSpPr>
        <dsp:cNvPr id="0" name=""/>
        <dsp:cNvSpPr/>
      </dsp:nvSpPr>
      <dsp:spPr>
        <a:xfrm>
          <a:off x="3930694" y="663598"/>
          <a:ext cx="3278226" cy="811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Root element selection based on information gain.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Recursive generation of child nodes.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Top-down tree building for class prediction.</a:t>
          </a:r>
          <a:endParaRPr lang="en-US" sz="1100" kern="1200" dirty="0"/>
        </a:p>
      </dsp:txBody>
      <dsp:txXfrm>
        <a:off x="3930694" y="663598"/>
        <a:ext cx="3278226" cy="811326"/>
      </dsp:txXfrm>
    </dsp:sp>
    <dsp:sp modelId="{9F5CB3FA-742B-480B-8275-CE0BB61430EF}">
      <dsp:nvSpPr>
        <dsp:cNvPr id="0" name=""/>
        <dsp:cNvSpPr/>
      </dsp:nvSpPr>
      <dsp:spPr>
        <a:xfrm>
          <a:off x="0" y="1624534"/>
          <a:ext cx="7240588" cy="10052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0C11A-D146-41FE-B162-158F1A88958E}">
      <dsp:nvSpPr>
        <dsp:cNvPr id="0" name=""/>
        <dsp:cNvSpPr/>
      </dsp:nvSpPr>
      <dsp:spPr>
        <a:xfrm>
          <a:off x="184226" y="2066425"/>
          <a:ext cx="334956" cy="3349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C213B-FB3D-499F-81B1-0D1E2807368F}">
      <dsp:nvSpPr>
        <dsp:cNvPr id="0" name=""/>
        <dsp:cNvSpPr/>
      </dsp:nvSpPr>
      <dsp:spPr>
        <a:xfrm>
          <a:off x="703409" y="1929397"/>
          <a:ext cx="3258264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Experimental Setup</a:t>
          </a:r>
          <a:r>
            <a:rPr lang="en-US" sz="1600" b="0" i="0" kern="1200"/>
            <a:t>:</a:t>
          </a:r>
          <a:endParaRPr lang="en-US" sz="1600" kern="1200"/>
        </a:p>
      </dsp:txBody>
      <dsp:txXfrm>
        <a:off x="703409" y="1929397"/>
        <a:ext cx="3258264" cy="609012"/>
      </dsp:txXfrm>
    </dsp:sp>
    <dsp:sp modelId="{A2B33E3E-5D2A-4F47-99BB-1EF458034E22}">
      <dsp:nvSpPr>
        <dsp:cNvPr id="0" name=""/>
        <dsp:cNvSpPr/>
      </dsp:nvSpPr>
      <dsp:spPr>
        <a:xfrm>
          <a:off x="3901092" y="1812996"/>
          <a:ext cx="3278226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0" i="0" kern="1200" dirty="0"/>
            <a:t>Test proposed implementation on FPGA.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Evaluate performance metrics: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dirty="0"/>
            <a:t>Static and dynamic power consumption.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dirty="0"/>
            <a:t>Latency.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/>
            <a:t>Area overhead.</a:t>
          </a:r>
          <a:endParaRPr lang="en-US" sz="1100" kern="1200"/>
        </a:p>
      </dsp:txBody>
      <dsp:txXfrm>
        <a:off x="3901092" y="1812996"/>
        <a:ext cx="3278226" cy="609012"/>
      </dsp:txXfrm>
    </dsp:sp>
    <dsp:sp modelId="{EDC771B8-3CA2-4259-9E42-997A55531B8D}">
      <dsp:nvSpPr>
        <dsp:cNvPr id="0" name=""/>
        <dsp:cNvSpPr/>
      </dsp:nvSpPr>
      <dsp:spPr>
        <a:xfrm>
          <a:off x="0" y="2888796"/>
          <a:ext cx="7240588" cy="6090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476C6-9201-4C1B-ABD8-7ED64365DA7C}">
      <dsp:nvSpPr>
        <dsp:cNvPr id="0" name=""/>
        <dsp:cNvSpPr/>
      </dsp:nvSpPr>
      <dsp:spPr>
        <a:xfrm>
          <a:off x="184226" y="3025824"/>
          <a:ext cx="334956" cy="3349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10364-7790-411F-A953-429E2B0BF3FA}">
      <dsp:nvSpPr>
        <dsp:cNvPr id="0" name=""/>
        <dsp:cNvSpPr/>
      </dsp:nvSpPr>
      <dsp:spPr>
        <a:xfrm>
          <a:off x="703409" y="2888796"/>
          <a:ext cx="3258264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Dataset Processing</a:t>
          </a:r>
          <a:r>
            <a:rPr lang="en-US" sz="1600" b="0" i="0" kern="1200"/>
            <a:t>:</a:t>
          </a:r>
          <a:endParaRPr lang="en-US" sz="1600" kern="1200"/>
        </a:p>
      </dsp:txBody>
      <dsp:txXfrm>
        <a:off x="703409" y="2888796"/>
        <a:ext cx="3258264" cy="609012"/>
      </dsp:txXfrm>
    </dsp:sp>
    <dsp:sp modelId="{1A44450A-0962-47B1-A84A-39BE54CBC2DC}">
      <dsp:nvSpPr>
        <dsp:cNvPr id="0" name=""/>
        <dsp:cNvSpPr/>
      </dsp:nvSpPr>
      <dsp:spPr>
        <a:xfrm>
          <a:off x="3961674" y="2888796"/>
          <a:ext cx="3278226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Read dataset file.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Convert nominal to numeric values.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Normalize dataset for decision tree input.</a:t>
          </a:r>
          <a:endParaRPr lang="en-US" sz="1100" kern="1200"/>
        </a:p>
      </dsp:txBody>
      <dsp:txXfrm>
        <a:off x="3961674" y="2888796"/>
        <a:ext cx="3278226" cy="609012"/>
      </dsp:txXfrm>
    </dsp:sp>
    <dsp:sp modelId="{6AF30DFD-081E-424E-B360-41B34A57C5CD}">
      <dsp:nvSpPr>
        <dsp:cNvPr id="0" name=""/>
        <dsp:cNvSpPr/>
      </dsp:nvSpPr>
      <dsp:spPr>
        <a:xfrm>
          <a:off x="0" y="3650062"/>
          <a:ext cx="7240588" cy="6090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487ED1-C1E5-4792-A675-C5C67850B789}">
      <dsp:nvSpPr>
        <dsp:cNvPr id="0" name=""/>
        <dsp:cNvSpPr/>
      </dsp:nvSpPr>
      <dsp:spPr>
        <a:xfrm>
          <a:off x="184226" y="3787089"/>
          <a:ext cx="334956" cy="3349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69191-3DE3-450A-B3E6-01781C717748}">
      <dsp:nvSpPr>
        <dsp:cNvPr id="0" name=""/>
        <dsp:cNvSpPr/>
      </dsp:nvSpPr>
      <dsp:spPr>
        <a:xfrm>
          <a:off x="703409" y="3650062"/>
          <a:ext cx="3258264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Performance Evaluation</a:t>
          </a:r>
          <a:r>
            <a:rPr lang="en-US" sz="1600" b="0" i="0" kern="1200"/>
            <a:t>:</a:t>
          </a:r>
          <a:endParaRPr lang="en-US" sz="1600" kern="1200"/>
        </a:p>
      </dsp:txBody>
      <dsp:txXfrm>
        <a:off x="703409" y="3650062"/>
        <a:ext cx="3258264" cy="609012"/>
      </dsp:txXfrm>
    </dsp:sp>
    <dsp:sp modelId="{0057A85D-661B-491E-A2D6-69B7ACF9C0C3}">
      <dsp:nvSpPr>
        <dsp:cNvPr id="0" name=""/>
        <dsp:cNvSpPr/>
      </dsp:nvSpPr>
      <dsp:spPr>
        <a:xfrm>
          <a:off x="3961674" y="3650062"/>
          <a:ext cx="3278226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Assess decision tree classifier efficiency.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Metrics: Power consumption, speed, resource utilization.</a:t>
          </a:r>
          <a:endParaRPr lang="en-US" sz="1100" kern="1200"/>
        </a:p>
      </dsp:txBody>
      <dsp:txXfrm>
        <a:off x="3961674" y="3650062"/>
        <a:ext cx="3278226" cy="609012"/>
      </dsp:txXfrm>
    </dsp:sp>
    <dsp:sp modelId="{54C34AC4-0F42-4FB5-BC44-9A40D2C26408}">
      <dsp:nvSpPr>
        <dsp:cNvPr id="0" name=""/>
        <dsp:cNvSpPr/>
      </dsp:nvSpPr>
      <dsp:spPr>
        <a:xfrm>
          <a:off x="0" y="4411327"/>
          <a:ext cx="7240588" cy="6090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D51A59-7826-474D-AA44-8D21FD6FC0B9}">
      <dsp:nvSpPr>
        <dsp:cNvPr id="0" name=""/>
        <dsp:cNvSpPr/>
      </dsp:nvSpPr>
      <dsp:spPr>
        <a:xfrm>
          <a:off x="184226" y="4548355"/>
          <a:ext cx="334956" cy="3349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FCFF1-C2FB-496B-9781-527C3F0414BF}">
      <dsp:nvSpPr>
        <dsp:cNvPr id="0" name=""/>
        <dsp:cNvSpPr/>
      </dsp:nvSpPr>
      <dsp:spPr>
        <a:xfrm>
          <a:off x="703409" y="4411327"/>
          <a:ext cx="3258264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Validation of Results</a:t>
          </a:r>
          <a:r>
            <a:rPr lang="en-US" sz="1600" b="0" i="0" kern="1200"/>
            <a:t>:</a:t>
          </a:r>
          <a:endParaRPr lang="en-US" sz="1600" kern="1200"/>
        </a:p>
      </dsp:txBody>
      <dsp:txXfrm>
        <a:off x="703409" y="4411327"/>
        <a:ext cx="3258264" cy="609012"/>
      </dsp:txXfrm>
    </dsp:sp>
    <dsp:sp modelId="{16AF2ECC-6367-4DEC-AD2E-4C9F950B4F61}">
      <dsp:nvSpPr>
        <dsp:cNvPr id="0" name=""/>
        <dsp:cNvSpPr/>
      </dsp:nvSpPr>
      <dsp:spPr>
        <a:xfrm>
          <a:off x="3961674" y="4411327"/>
          <a:ext cx="3278226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Experimental results validate design effectiveness.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Evaluate power efficiency, accuracy, and speed.</a:t>
          </a:r>
          <a:endParaRPr lang="en-US" sz="1100" kern="1200"/>
        </a:p>
      </dsp:txBody>
      <dsp:txXfrm>
        <a:off x="3961674" y="4411327"/>
        <a:ext cx="3278226" cy="609012"/>
      </dsp:txXfrm>
    </dsp:sp>
    <dsp:sp modelId="{91DC1BE6-696B-4578-97AF-DAB1D6266767}">
      <dsp:nvSpPr>
        <dsp:cNvPr id="0" name=""/>
        <dsp:cNvSpPr/>
      </dsp:nvSpPr>
      <dsp:spPr>
        <a:xfrm>
          <a:off x="0" y="5172593"/>
          <a:ext cx="7240588" cy="6090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7F661-5FC0-4BD4-A431-7C4F0C4AE52D}">
      <dsp:nvSpPr>
        <dsp:cNvPr id="0" name=""/>
        <dsp:cNvSpPr/>
      </dsp:nvSpPr>
      <dsp:spPr>
        <a:xfrm>
          <a:off x="184226" y="5309621"/>
          <a:ext cx="334956" cy="33495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A0E28-B9DB-4E25-8B92-310E83ACFB53}">
      <dsp:nvSpPr>
        <dsp:cNvPr id="0" name=""/>
        <dsp:cNvSpPr/>
      </dsp:nvSpPr>
      <dsp:spPr>
        <a:xfrm>
          <a:off x="703409" y="5172593"/>
          <a:ext cx="3258264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/>
            <a:t>Practical Applications</a:t>
          </a:r>
          <a:r>
            <a:rPr lang="en-US" sz="1600" b="0" i="0" kern="1200"/>
            <a:t>:</a:t>
          </a:r>
          <a:endParaRPr lang="en-US" sz="1600" kern="1200"/>
        </a:p>
      </dsp:txBody>
      <dsp:txXfrm>
        <a:off x="703409" y="5172593"/>
        <a:ext cx="3258264" cy="609012"/>
      </dsp:txXfrm>
    </dsp:sp>
    <dsp:sp modelId="{43AD1952-067C-410D-A02C-E5A433F44C1B}">
      <dsp:nvSpPr>
        <dsp:cNvPr id="0" name=""/>
        <dsp:cNvSpPr/>
      </dsp:nvSpPr>
      <dsp:spPr>
        <a:xfrm>
          <a:off x="3961674" y="5172593"/>
          <a:ext cx="3278226" cy="60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454" tIns="64454" rIns="64454" bIns="64454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Demonstrate suitability for real-world use.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Manage power consumption within acceptable limits.</a:t>
          </a:r>
          <a:endParaRPr lang="en-US" sz="1100" kern="1200"/>
        </a:p>
      </dsp:txBody>
      <dsp:txXfrm>
        <a:off x="3961674" y="5172593"/>
        <a:ext cx="3278226" cy="6090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61D2A-0303-4F18-BCCF-E9BFEA4EFE41}">
      <dsp:nvSpPr>
        <dsp:cNvPr id="0" name=""/>
        <dsp:cNvSpPr/>
      </dsp:nvSpPr>
      <dsp:spPr>
        <a:xfrm>
          <a:off x="2446473" y="657759"/>
          <a:ext cx="5069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6956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86512" y="700792"/>
        <a:ext cx="26877" cy="5375"/>
      </dsp:txXfrm>
    </dsp:sp>
    <dsp:sp modelId="{427F6F25-03A6-4967-B536-436D8D3693EC}">
      <dsp:nvSpPr>
        <dsp:cNvPr id="0" name=""/>
        <dsp:cNvSpPr/>
      </dsp:nvSpPr>
      <dsp:spPr>
        <a:xfrm>
          <a:off x="111071" y="2319"/>
          <a:ext cx="2337201" cy="14023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Problem Definition and Requirements Analysis</a:t>
          </a:r>
          <a:endParaRPr lang="en-IN" sz="2000" b="1" kern="1200" dirty="0"/>
        </a:p>
      </dsp:txBody>
      <dsp:txXfrm>
        <a:off x="111071" y="2319"/>
        <a:ext cx="2337201" cy="1402321"/>
      </dsp:txXfrm>
    </dsp:sp>
    <dsp:sp modelId="{EEA817AF-6A97-4896-B198-66EAC841DA9E}">
      <dsp:nvSpPr>
        <dsp:cNvPr id="0" name=""/>
        <dsp:cNvSpPr/>
      </dsp:nvSpPr>
      <dsp:spPr>
        <a:xfrm>
          <a:off x="5321231" y="657759"/>
          <a:ext cx="5069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6956" y="45720"/>
              </a:lnTo>
            </a:path>
          </a:pathLst>
        </a:custGeom>
        <a:noFill/>
        <a:ln w="6350" cap="flat" cmpd="sng" algn="ctr">
          <a:solidFill>
            <a:schemeClr val="accent5">
              <a:hueOff val="-919168"/>
              <a:satOff val="-1278"/>
              <a:lumOff val="-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61271" y="700792"/>
        <a:ext cx="26877" cy="5375"/>
      </dsp:txXfrm>
    </dsp:sp>
    <dsp:sp modelId="{8C9CA7C2-D029-42FD-B655-82516C5A7A9F}">
      <dsp:nvSpPr>
        <dsp:cNvPr id="0" name=""/>
        <dsp:cNvSpPr/>
      </dsp:nvSpPr>
      <dsp:spPr>
        <a:xfrm>
          <a:off x="2985829" y="2319"/>
          <a:ext cx="2337201" cy="1402321"/>
        </a:xfrm>
        <a:prstGeom prst="rect">
          <a:avLst/>
        </a:prstGeom>
        <a:solidFill>
          <a:schemeClr val="accent5">
            <a:hueOff val="-817038"/>
            <a:satOff val="-1136"/>
            <a:lumOff val="-4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Literature Review and Research Study</a:t>
          </a:r>
          <a:endParaRPr lang="en-US" sz="2000" b="0" kern="1200">
            <a:latin typeface="Calibri" panose="020F0502020204030204"/>
            <a:ea typeface="+mn-ea"/>
            <a:cs typeface="+mn-cs"/>
          </a:endParaRPr>
        </a:p>
      </dsp:txBody>
      <dsp:txXfrm>
        <a:off x="2985829" y="2319"/>
        <a:ext cx="2337201" cy="1402321"/>
      </dsp:txXfrm>
    </dsp:sp>
    <dsp:sp modelId="{732F14D6-B92C-4569-B3DB-5DDA64E984BE}">
      <dsp:nvSpPr>
        <dsp:cNvPr id="0" name=""/>
        <dsp:cNvSpPr/>
      </dsp:nvSpPr>
      <dsp:spPr>
        <a:xfrm>
          <a:off x="8195990" y="657759"/>
          <a:ext cx="5069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6956" y="45720"/>
              </a:lnTo>
            </a:path>
          </a:pathLst>
        </a:custGeom>
        <a:noFill/>
        <a:ln w="6350" cap="flat" cmpd="sng" algn="ctr">
          <a:solidFill>
            <a:schemeClr val="accent5">
              <a:hueOff val="-1838336"/>
              <a:satOff val="-2557"/>
              <a:lumOff val="-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36029" y="700792"/>
        <a:ext cx="26877" cy="5375"/>
      </dsp:txXfrm>
    </dsp:sp>
    <dsp:sp modelId="{E6061BB4-45E1-41F4-9C61-1FA3B6C17FC0}">
      <dsp:nvSpPr>
        <dsp:cNvPr id="0" name=""/>
        <dsp:cNvSpPr/>
      </dsp:nvSpPr>
      <dsp:spPr>
        <a:xfrm>
          <a:off x="5860588" y="2319"/>
          <a:ext cx="2337201" cy="1402321"/>
        </a:xfrm>
        <a:prstGeom prst="rect">
          <a:avLst/>
        </a:prstGeom>
        <a:solidFill>
          <a:schemeClr val="accent5">
            <a:hueOff val="-1634077"/>
            <a:satOff val="-2273"/>
            <a:lumOff val="-8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Selection of Tools and Technologies</a:t>
          </a:r>
          <a:endParaRPr lang="en-US" sz="2000" b="0" kern="1200"/>
        </a:p>
      </dsp:txBody>
      <dsp:txXfrm>
        <a:off x="5860588" y="2319"/>
        <a:ext cx="2337201" cy="1402321"/>
      </dsp:txXfrm>
    </dsp:sp>
    <dsp:sp modelId="{EE38381D-2242-45BE-97D6-A12F1A21E54F}">
      <dsp:nvSpPr>
        <dsp:cNvPr id="0" name=""/>
        <dsp:cNvSpPr/>
      </dsp:nvSpPr>
      <dsp:spPr>
        <a:xfrm>
          <a:off x="1279672" y="1402840"/>
          <a:ext cx="8624274" cy="506956"/>
        </a:xfrm>
        <a:custGeom>
          <a:avLst/>
          <a:gdLst/>
          <a:ahLst/>
          <a:cxnLst/>
          <a:rect l="0" t="0" r="0" b="0"/>
          <a:pathLst>
            <a:path>
              <a:moveTo>
                <a:pt x="8624274" y="0"/>
              </a:moveTo>
              <a:lnTo>
                <a:pt x="8624274" y="270578"/>
              </a:lnTo>
              <a:lnTo>
                <a:pt x="0" y="270578"/>
              </a:lnTo>
              <a:lnTo>
                <a:pt x="0" y="506956"/>
              </a:lnTo>
            </a:path>
          </a:pathLst>
        </a:custGeom>
        <a:noFill/>
        <a:ln w="6350" cap="flat" cmpd="sng" algn="ctr">
          <a:solidFill>
            <a:schemeClr val="accent5">
              <a:hueOff val="-2757504"/>
              <a:satOff val="-3835"/>
              <a:lumOff val="-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5784" y="1653630"/>
        <a:ext cx="432050" cy="5375"/>
      </dsp:txXfrm>
    </dsp:sp>
    <dsp:sp modelId="{19794064-D183-4521-8CA2-7FE8AC2D4E9D}">
      <dsp:nvSpPr>
        <dsp:cNvPr id="0" name=""/>
        <dsp:cNvSpPr/>
      </dsp:nvSpPr>
      <dsp:spPr>
        <a:xfrm>
          <a:off x="8735346" y="2319"/>
          <a:ext cx="2337201" cy="1402321"/>
        </a:xfrm>
        <a:prstGeom prst="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System Architecture Design</a:t>
          </a:r>
          <a:endParaRPr lang="en-US" sz="2000" b="0" kern="1200"/>
        </a:p>
      </dsp:txBody>
      <dsp:txXfrm>
        <a:off x="8735346" y="2319"/>
        <a:ext cx="2337201" cy="1402321"/>
      </dsp:txXfrm>
    </dsp:sp>
    <dsp:sp modelId="{77B547CD-DC81-4EEC-8D4C-838623BEC672}">
      <dsp:nvSpPr>
        <dsp:cNvPr id="0" name=""/>
        <dsp:cNvSpPr/>
      </dsp:nvSpPr>
      <dsp:spPr>
        <a:xfrm>
          <a:off x="2446473" y="2597637"/>
          <a:ext cx="5069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6956" y="45720"/>
              </a:lnTo>
            </a:path>
          </a:pathLst>
        </a:custGeom>
        <a:noFill/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86512" y="2640669"/>
        <a:ext cx="26877" cy="5375"/>
      </dsp:txXfrm>
    </dsp:sp>
    <dsp:sp modelId="{1BA98B31-0B8A-4AC6-BFEE-AB25D5CC0BA2}">
      <dsp:nvSpPr>
        <dsp:cNvPr id="0" name=""/>
        <dsp:cNvSpPr/>
      </dsp:nvSpPr>
      <dsp:spPr>
        <a:xfrm>
          <a:off x="111071" y="1942196"/>
          <a:ext cx="2337201" cy="1402321"/>
        </a:xfrm>
        <a:prstGeom prst="rect">
          <a:avLst/>
        </a:prstGeom>
        <a:solidFill>
          <a:schemeClr val="accent5">
            <a:hueOff val="-3268153"/>
            <a:satOff val="-4546"/>
            <a:lumOff val="-17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Hardware Module Design</a:t>
          </a:r>
          <a:endParaRPr lang="en-US" sz="2000" b="0" kern="1200"/>
        </a:p>
      </dsp:txBody>
      <dsp:txXfrm>
        <a:off x="111071" y="1942196"/>
        <a:ext cx="2337201" cy="1402321"/>
      </dsp:txXfrm>
    </dsp:sp>
    <dsp:sp modelId="{74201AA6-6942-49A3-9E05-49C37593B22F}">
      <dsp:nvSpPr>
        <dsp:cNvPr id="0" name=""/>
        <dsp:cNvSpPr/>
      </dsp:nvSpPr>
      <dsp:spPr>
        <a:xfrm>
          <a:off x="5321231" y="2597637"/>
          <a:ext cx="5069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6956" y="45720"/>
              </a:lnTo>
            </a:path>
          </a:pathLst>
        </a:custGeom>
        <a:noFill/>
        <a:ln w="6350" cap="flat" cmpd="sng" algn="ctr">
          <a:solidFill>
            <a:schemeClr val="accent5">
              <a:hueOff val="-4595840"/>
              <a:satOff val="-6392"/>
              <a:lumOff val="-245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61271" y="2640669"/>
        <a:ext cx="26877" cy="5375"/>
      </dsp:txXfrm>
    </dsp:sp>
    <dsp:sp modelId="{928815D5-EB38-4954-AAD6-13C15361A996}">
      <dsp:nvSpPr>
        <dsp:cNvPr id="0" name=""/>
        <dsp:cNvSpPr/>
      </dsp:nvSpPr>
      <dsp:spPr>
        <a:xfrm>
          <a:off x="2985829" y="1942196"/>
          <a:ext cx="2337201" cy="1402321"/>
        </a:xfrm>
        <a:prstGeom prst="rect">
          <a:avLst/>
        </a:prstGeom>
        <a:solidFill>
          <a:schemeClr val="accent5">
            <a:hueOff val="-4085191"/>
            <a:satOff val="-5682"/>
            <a:lumOff val="-21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Software Module Development</a:t>
          </a:r>
          <a:endParaRPr lang="en-US" sz="2000" kern="1200"/>
        </a:p>
      </dsp:txBody>
      <dsp:txXfrm>
        <a:off x="2985829" y="1942196"/>
        <a:ext cx="2337201" cy="1402321"/>
      </dsp:txXfrm>
    </dsp:sp>
    <dsp:sp modelId="{717009B8-AB9A-45CB-A1FD-B0E8EEEF38FA}">
      <dsp:nvSpPr>
        <dsp:cNvPr id="0" name=""/>
        <dsp:cNvSpPr/>
      </dsp:nvSpPr>
      <dsp:spPr>
        <a:xfrm>
          <a:off x="8195990" y="2597637"/>
          <a:ext cx="5069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6956" y="45720"/>
              </a:lnTo>
            </a:path>
          </a:pathLst>
        </a:custGeom>
        <a:noFill/>
        <a:ln w="6350" cap="flat" cmpd="sng" algn="ctr">
          <a:solidFill>
            <a:schemeClr val="accent5">
              <a:hueOff val="-5515009"/>
              <a:satOff val="-7671"/>
              <a:lumOff val="-29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36029" y="2640669"/>
        <a:ext cx="26877" cy="5375"/>
      </dsp:txXfrm>
    </dsp:sp>
    <dsp:sp modelId="{692C82FD-6529-4B28-B7CB-3EE02A108A6F}">
      <dsp:nvSpPr>
        <dsp:cNvPr id="0" name=""/>
        <dsp:cNvSpPr/>
      </dsp:nvSpPr>
      <dsp:spPr>
        <a:xfrm>
          <a:off x="5860588" y="1942196"/>
          <a:ext cx="2337201" cy="1402321"/>
        </a:xfrm>
        <a:prstGeom prst="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Integration and Co-Design</a:t>
          </a:r>
          <a:endParaRPr lang="en-US" sz="2000" kern="1200"/>
        </a:p>
      </dsp:txBody>
      <dsp:txXfrm>
        <a:off x="5860588" y="1942196"/>
        <a:ext cx="2337201" cy="1402321"/>
      </dsp:txXfrm>
    </dsp:sp>
    <dsp:sp modelId="{6BCBFAF8-B5A2-41D0-8E2D-3A00CFA6991E}">
      <dsp:nvSpPr>
        <dsp:cNvPr id="0" name=""/>
        <dsp:cNvSpPr/>
      </dsp:nvSpPr>
      <dsp:spPr>
        <a:xfrm>
          <a:off x="1279672" y="3342718"/>
          <a:ext cx="8624274" cy="506956"/>
        </a:xfrm>
        <a:custGeom>
          <a:avLst/>
          <a:gdLst/>
          <a:ahLst/>
          <a:cxnLst/>
          <a:rect l="0" t="0" r="0" b="0"/>
          <a:pathLst>
            <a:path>
              <a:moveTo>
                <a:pt x="8624274" y="0"/>
              </a:moveTo>
              <a:lnTo>
                <a:pt x="8624274" y="270578"/>
              </a:lnTo>
              <a:lnTo>
                <a:pt x="0" y="270578"/>
              </a:lnTo>
              <a:lnTo>
                <a:pt x="0" y="506956"/>
              </a:lnTo>
            </a:path>
          </a:pathLst>
        </a:custGeom>
        <a:noFill/>
        <a:ln w="6350" cap="flat" cmpd="sng" algn="ctr">
          <a:solidFill>
            <a:schemeClr val="accent5">
              <a:hueOff val="-6434176"/>
              <a:satOff val="-8949"/>
              <a:lumOff val="-343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5784" y="3593508"/>
        <a:ext cx="432050" cy="5375"/>
      </dsp:txXfrm>
    </dsp:sp>
    <dsp:sp modelId="{07B06DA0-3760-4EEF-AE6B-F61A14FEAB3F}">
      <dsp:nvSpPr>
        <dsp:cNvPr id="0" name=""/>
        <dsp:cNvSpPr/>
      </dsp:nvSpPr>
      <dsp:spPr>
        <a:xfrm>
          <a:off x="8735346" y="1942196"/>
          <a:ext cx="2337201" cy="1402321"/>
        </a:xfrm>
        <a:prstGeom prst="rect">
          <a:avLst/>
        </a:prstGeom>
        <a:solidFill>
          <a:schemeClr val="accent5">
            <a:hueOff val="-5719268"/>
            <a:satOff val="-7955"/>
            <a:lumOff val="-305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Verification and Testing</a:t>
          </a:r>
          <a:endParaRPr lang="en-US" sz="2000" kern="1200"/>
        </a:p>
      </dsp:txBody>
      <dsp:txXfrm>
        <a:off x="8735346" y="1942196"/>
        <a:ext cx="2337201" cy="1402321"/>
      </dsp:txXfrm>
    </dsp:sp>
    <dsp:sp modelId="{233B5B13-349E-485D-BF05-BD3A095E24DE}">
      <dsp:nvSpPr>
        <dsp:cNvPr id="0" name=""/>
        <dsp:cNvSpPr/>
      </dsp:nvSpPr>
      <dsp:spPr>
        <a:xfrm>
          <a:off x="2446473" y="4537515"/>
          <a:ext cx="5069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6956" y="45720"/>
              </a:lnTo>
            </a:path>
          </a:pathLst>
        </a:custGeom>
        <a:noFill/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86512" y="4580547"/>
        <a:ext cx="26877" cy="5375"/>
      </dsp:txXfrm>
    </dsp:sp>
    <dsp:sp modelId="{5C81DF96-87C7-4516-98AC-262C8552118D}">
      <dsp:nvSpPr>
        <dsp:cNvPr id="0" name=""/>
        <dsp:cNvSpPr/>
      </dsp:nvSpPr>
      <dsp:spPr>
        <a:xfrm>
          <a:off x="111071" y="3882074"/>
          <a:ext cx="2337201" cy="1402321"/>
        </a:xfrm>
        <a:prstGeom prst="rect">
          <a:avLst/>
        </a:prstGeom>
        <a:solidFill>
          <a:schemeClr val="accent5">
            <a:hueOff val="-6536306"/>
            <a:satOff val="-9092"/>
            <a:lumOff val="-34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Optimization and Performance Tuning</a:t>
          </a:r>
          <a:endParaRPr lang="en-US" sz="2000" b="0" kern="1200"/>
        </a:p>
      </dsp:txBody>
      <dsp:txXfrm>
        <a:off x="111071" y="3882074"/>
        <a:ext cx="2337201" cy="1402321"/>
      </dsp:txXfrm>
    </dsp:sp>
    <dsp:sp modelId="{642CDCA7-2C09-4370-A2C3-BA8418A924BC}">
      <dsp:nvSpPr>
        <dsp:cNvPr id="0" name=""/>
        <dsp:cNvSpPr/>
      </dsp:nvSpPr>
      <dsp:spPr>
        <a:xfrm>
          <a:off x="2985829" y="3882074"/>
          <a:ext cx="2337201" cy="1402321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Validation and Evaluation</a:t>
          </a:r>
          <a:endParaRPr lang="en-IN" sz="2000" b="1" kern="1200" dirty="0"/>
        </a:p>
      </dsp:txBody>
      <dsp:txXfrm>
        <a:off x="2985829" y="3882074"/>
        <a:ext cx="2337201" cy="14023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9C2C17-89AC-481E-AF5B-54DDB3957E70}">
      <dsp:nvSpPr>
        <dsp:cNvPr id="0" name=""/>
        <dsp:cNvSpPr/>
      </dsp:nvSpPr>
      <dsp:spPr>
        <a:xfrm>
          <a:off x="0" y="196"/>
          <a:ext cx="10652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B9A86-48BA-40A4-8AF4-3D53D3E9A1D0}">
      <dsp:nvSpPr>
        <dsp:cNvPr id="0" name=""/>
        <dsp:cNvSpPr/>
      </dsp:nvSpPr>
      <dsp:spPr>
        <a:xfrm>
          <a:off x="0" y="196"/>
          <a:ext cx="10652760" cy="678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Xilinx </a:t>
          </a:r>
          <a:r>
            <a:rPr lang="en-US" sz="1600" b="1" i="0" kern="1200" dirty="0" err="1"/>
            <a:t>Vivado</a:t>
          </a:r>
          <a:r>
            <a:rPr lang="en-US" sz="1600" b="1" i="0" kern="1200" dirty="0"/>
            <a:t>: </a:t>
          </a:r>
          <a:r>
            <a:rPr lang="en-US" sz="1600" b="0" i="0" kern="1200" dirty="0" err="1"/>
            <a:t>Vivado</a:t>
          </a:r>
          <a:r>
            <a:rPr lang="en-US" sz="1600" b="0" i="0" kern="1200" dirty="0"/>
            <a:t> was likely used for synthesizing the hardware components of the tree-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                           based classifier and integrating them into the FPGA platform.</a:t>
          </a:r>
          <a:endParaRPr lang="en-US" sz="1600" kern="1200" dirty="0"/>
        </a:p>
      </dsp:txBody>
      <dsp:txXfrm>
        <a:off x="0" y="196"/>
        <a:ext cx="10652760" cy="678287"/>
      </dsp:txXfrm>
    </dsp:sp>
    <dsp:sp modelId="{90EEEB4B-24BA-43C8-B8E5-4C5D912D098B}">
      <dsp:nvSpPr>
        <dsp:cNvPr id="0" name=""/>
        <dsp:cNvSpPr/>
      </dsp:nvSpPr>
      <dsp:spPr>
        <a:xfrm>
          <a:off x="0" y="678483"/>
          <a:ext cx="10652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C0060-19E2-4078-980B-5993A4478C99}">
      <dsp:nvSpPr>
        <dsp:cNvPr id="0" name=""/>
        <dsp:cNvSpPr/>
      </dsp:nvSpPr>
      <dsp:spPr>
        <a:xfrm>
          <a:off x="0" y="678483"/>
          <a:ext cx="10631963" cy="14368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Xilinx </a:t>
          </a:r>
          <a:r>
            <a:rPr lang="en-US" sz="1600" b="1" i="0" kern="1200" dirty="0" err="1"/>
            <a:t>MicroBlaze</a:t>
          </a:r>
          <a:r>
            <a:rPr lang="en-US" sz="1600" b="1" i="0" kern="1200" dirty="0"/>
            <a:t> Processor: </a:t>
          </a:r>
          <a:r>
            <a:rPr lang="en-US" sz="1600" b="0" i="0" kern="1200" dirty="0"/>
            <a:t>The </a:t>
          </a:r>
          <a:r>
            <a:rPr lang="en-US" sz="1600" b="0" i="0" kern="1200" dirty="0" err="1"/>
            <a:t>MicroBlaze</a:t>
          </a:r>
          <a:r>
            <a:rPr lang="en-US" sz="1600" b="0" i="0" kern="1200" dirty="0"/>
            <a:t> soft-core processor from Xilinx was employed in the FPGA 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                                                    design to execute the ID3 algorithm functions 1.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			     This processor core is configurable and can be customized to suit the specific requirements of the 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                                                    machine learning tasks.</a:t>
          </a:r>
          <a:endParaRPr lang="en-US" sz="1600" kern="1200" dirty="0"/>
        </a:p>
      </dsp:txBody>
      <dsp:txXfrm>
        <a:off x="0" y="678483"/>
        <a:ext cx="10631963" cy="1436849"/>
      </dsp:txXfrm>
    </dsp:sp>
    <dsp:sp modelId="{2F5CEF90-E7C1-44BC-A9D5-D46B50B13D09}">
      <dsp:nvSpPr>
        <dsp:cNvPr id="0" name=""/>
        <dsp:cNvSpPr/>
      </dsp:nvSpPr>
      <dsp:spPr>
        <a:xfrm>
          <a:off x="0" y="2115333"/>
          <a:ext cx="10652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E8680-E84E-433D-BE1C-A73B447C442B}">
      <dsp:nvSpPr>
        <dsp:cNvPr id="0" name=""/>
        <dsp:cNvSpPr/>
      </dsp:nvSpPr>
      <dsp:spPr>
        <a:xfrm>
          <a:off x="0" y="2115333"/>
          <a:ext cx="10652760" cy="678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0" y="2115333"/>
        <a:ext cx="10652760" cy="678287"/>
      </dsp:txXfrm>
    </dsp:sp>
    <dsp:sp modelId="{EABAA18F-8201-4B9A-BE12-2BB77F090DAA}">
      <dsp:nvSpPr>
        <dsp:cNvPr id="0" name=""/>
        <dsp:cNvSpPr/>
      </dsp:nvSpPr>
      <dsp:spPr>
        <a:xfrm>
          <a:off x="0" y="2793620"/>
          <a:ext cx="10652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5814A-8C94-4BED-9B83-619C3F3EE8D6}">
      <dsp:nvSpPr>
        <dsp:cNvPr id="0" name=""/>
        <dsp:cNvSpPr/>
      </dsp:nvSpPr>
      <dsp:spPr>
        <a:xfrm>
          <a:off x="0" y="2793620"/>
          <a:ext cx="10652760" cy="678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Hardware Description Languages (Verilog/VHDL): </a:t>
          </a:r>
          <a:r>
            <a:rPr lang="en-US" sz="1600" b="0" i="0" kern="1200" dirty="0"/>
            <a:t>These languages were likely utilized to describe the behavior of individual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                                                                                            hardware modules within the tree-based classifier.</a:t>
          </a:r>
          <a:endParaRPr lang="en-US" sz="1600" kern="1200" dirty="0"/>
        </a:p>
      </dsp:txBody>
      <dsp:txXfrm>
        <a:off x="0" y="2793620"/>
        <a:ext cx="10652760" cy="678287"/>
      </dsp:txXfrm>
    </dsp:sp>
    <dsp:sp modelId="{3003C468-5973-4C80-BB7B-DBC60B221965}">
      <dsp:nvSpPr>
        <dsp:cNvPr id="0" name=""/>
        <dsp:cNvSpPr/>
      </dsp:nvSpPr>
      <dsp:spPr>
        <a:xfrm>
          <a:off x="0" y="3471907"/>
          <a:ext cx="10652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7CB05-52FE-4AEB-B92E-1225040AF018}">
      <dsp:nvSpPr>
        <dsp:cNvPr id="0" name=""/>
        <dsp:cNvSpPr/>
      </dsp:nvSpPr>
      <dsp:spPr>
        <a:xfrm>
          <a:off x="0" y="3471907"/>
          <a:ext cx="10652760" cy="678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High-Level Synthesis (HLS) Tools: </a:t>
          </a:r>
          <a:r>
            <a:rPr lang="en-US" sz="1600" b="0" i="0" kern="1200" dirty="0"/>
            <a:t>While HLS tools may have limitations in synthesizing recursive functions, they can still be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                                                            valuable for accelerating the design process.</a:t>
          </a:r>
          <a:endParaRPr lang="en-US" sz="1600" kern="1200" dirty="0"/>
        </a:p>
      </dsp:txBody>
      <dsp:txXfrm>
        <a:off x="0" y="3471907"/>
        <a:ext cx="10652760" cy="678287"/>
      </dsp:txXfrm>
    </dsp:sp>
    <dsp:sp modelId="{02EE77A0-B228-4B0E-9B1A-E20BAFD1DA90}">
      <dsp:nvSpPr>
        <dsp:cNvPr id="0" name=""/>
        <dsp:cNvSpPr/>
      </dsp:nvSpPr>
      <dsp:spPr>
        <a:xfrm>
          <a:off x="0" y="4150194"/>
          <a:ext cx="10652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6A6C0-F362-4928-A2E5-B16292647952}">
      <dsp:nvSpPr>
        <dsp:cNvPr id="0" name=""/>
        <dsp:cNvSpPr/>
      </dsp:nvSpPr>
      <dsp:spPr>
        <a:xfrm>
          <a:off x="0" y="4150194"/>
          <a:ext cx="10652760" cy="678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Dataset Processing Tools: </a:t>
          </a:r>
          <a:r>
            <a:rPr lang="en-US" sz="1600" b="0" i="0" kern="1200" dirty="0"/>
            <a:t>Tools for dataset pre-processing, normalization, and feature engineering were likely used to prepare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                                               the input data for the decision tree classifier 3.</a:t>
          </a:r>
          <a:endParaRPr lang="en-US" sz="1600" kern="1200" dirty="0"/>
        </a:p>
      </dsp:txBody>
      <dsp:txXfrm>
        <a:off x="0" y="4150194"/>
        <a:ext cx="10652760" cy="678287"/>
      </dsp:txXfrm>
    </dsp:sp>
    <dsp:sp modelId="{C26CEA56-353D-4BC0-BD0E-1E8B9DD40471}">
      <dsp:nvSpPr>
        <dsp:cNvPr id="0" name=""/>
        <dsp:cNvSpPr/>
      </dsp:nvSpPr>
      <dsp:spPr>
        <a:xfrm>
          <a:off x="0" y="4828481"/>
          <a:ext cx="106527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DE532-9F33-40FB-9C18-083A1A221A45}">
      <dsp:nvSpPr>
        <dsp:cNvPr id="0" name=""/>
        <dsp:cNvSpPr/>
      </dsp:nvSpPr>
      <dsp:spPr>
        <a:xfrm>
          <a:off x="0" y="4828481"/>
          <a:ext cx="10652760" cy="678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Simulation and Verification Tools: </a:t>
          </a:r>
          <a:r>
            <a:rPr lang="en-US" sz="1600" b="0" i="0" kern="1200" dirty="0"/>
            <a:t>Simulation tools such as Model Sim may have been used for verifying the functionality and 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                                                               performance of the FPGA-based implementation 1.</a:t>
          </a:r>
          <a:endParaRPr lang="en-US" sz="1600" kern="1200" dirty="0"/>
        </a:p>
      </dsp:txBody>
      <dsp:txXfrm>
        <a:off x="0" y="4828481"/>
        <a:ext cx="10652760" cy="6782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2B7C4-6A28-40FE-9EE4-92DCA9685845}">
      <dsp:nvSpPr>
        <dsp:cNvPr id="0" name=""/>
        <dsp:cNvSpPr/>
      </dsp:nvSpPr>
      <dsp:spPr>
        <a:xfrm>
          <a:off x="8092" y="1009699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DFECF-63AC-403B-B078-5CB630A360C9}">
      <dsp:nvSpPr>
        <dsp:cNvPr id="0" name=""/>
        <dsp:cNvSpPr/>
      </dsp:nvSpPr>
      <dsp:spPr>
        <a:xfrm>
          <a:off x="8092" y="1922082"/>
          <a:ext cx="2320312" cy="43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dirty="0"/>
            <a:t>Optimization and Performance Enhancement</a:t>
          </a:r>
          <a:r>
            <a:rPr lang="en-US" sz="1400" b="0" i="0" kern="1200" dirty="0"/>
            <a:t>:</a:t>
          </a:r>
          <a:endParaRPr lang="en-US" sz="1400" kern="1200" dirty="0"/>
        </a:p>
      </dsp:txBody>
      <dsp:txXfrm>
        <a:off x="8092" y="1922082"/>
        <a:ext cx="2320312" cy="435058"/>
      </dsp:txXfrm>
    </dsp:sp>
    <dsp:sp modelId="{76DFCA06-8819-4786-9A1F-B3A6D8B1DD40}">
      <dsp:nvSpPr>
        <dsp:cNvPr id="0" name=""/>
        <dsp:cNvSpPr/>
      </dsp:nvSpPr>
      <dsp:spPr>
        <a:xfrm>
          <a:off x="8092" y="2403779"/>
          <a:ext cx="2320312" cy="937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Further optimize the design to improve latency and resource utilization.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Explore advanced algorithms for more efficient decision tree construction.</a:t>
          </a:r>
          <a:endParaRPr lang="en-US" sz="1100" kern="1200"/>
        </a:p>
      </dsp:txBody>
      <dsp:txXfrm>
        <a:off x="8092" y="2403779"/>
        <a:ext cx="2320312" cy="937858"/>
      </dsp:txXfrm>
    </dsp:sp>
    <dsp:sp modelId="{54843584-C92D-4C17-A601-828312882A4C}">
      <dsp:nvSpPr>
        <dsp:cNvPr id="0" name=""/>
        <dsp:cNvSpPr/>
      </dsp:nvSpPr>
      <dsp:spPr>
        <a:xfrm>
          <a:off x="2734460" y="1009699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94879-A653-41FA-84AA-28A36B7D084B}">
      <dsp:nvSpPr>
        <dsp:cNvPr id="0" name=""/>
        <dsp:cNvSpPr/>
      </dsp:nvSpPr>
      <dsp:spPr>
        <a:xfrm>
          <a:off x="2734460" y="1922082"/>
          <a:ext cx="2320312" cy="43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Scalability and Versatility</a:t>
          </a:r>
          <a:r>
            <a:rPr lang="en-US" sz="1400" b="0" i="0" kern="1200"/>
            <a:t>:</a:t>
          </a:r>
          <a:endParaRPr lang="en-US" sz="1400" kern="1200"/>
        </a:p>
      </dsp:txBody>
      <dsp:txXfrm>
        <a:off x="2734460" y="1922082"/>
        <a:ext cx="2320312" cy="435058"/>
      </dsp:txXfrm>
    </dsp:sp>
    <dsp:sp modelId="{3093E1F4-2A59-49F7-9E48-568740839D69}">
      <dsp:nvSpPr>
        <dsp:cNvPr id="0" name=""/>
        <dsp:cNvSpPr/>
      </dsp:nvSpPr>
      <dsp:spPr>
        <a:xfrm>
          <a:off x="2734460" y="2403779"/>
          <a:ext cx="2320312" cy="937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Extend the system to handle larger datasets and complex tree structures.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Investigate scalability for diverse machine learning tasks and algorithms.</a:t>
          </a:r>
          <a:endParaRPr lang="en-US" sz="1100" kern="1200"/>
        </a:p>
      </dsp:txBody>
      <dsp:txXfrm>
        <a:off x="2734460" y="2403779"/>
        <a:ext cx="2320312" cy="937858"/>
      </dsp:txXfrm>
    </dsp:sp>
    <dsp:sp modelId="{DF8FBFDC-A181-4E71-A5CA-94868720E1DE}">
      <dsp:nvSpPr>
        <dsp:cNvPr id="0" name=""/>
        <dsp:cNvSpPr/>
      </dsp:nvSpPr>
      <dsp:spPr>
        <a:xfrm>
          <a:off x="5460827" y="1009699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B8E2F-A3AF-47FC-8EAC-E33A5437E558}">
      <dsp:nvSpPr>
        <dsp:cNvPr id="0" name=""/>
        <dsp:cNvSpPr/>
      </dsp:nvSpPr>
      <dsp:spPr>
        <a:xfrm>
          <a:off x="5460827" y="1922082"/>
          <a:ext cx="2320312" cy="43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Integration with Advanced Technologies</a:t>
          </a:r>
          <a:r>
            <a:rPr lang="en-US" sz="1400" b="0" i="0" kern="1200"/>
            <a:t>:</a:t>
          </a:r>
          <a:endParaRPr lang="en-US" sz="1400" kern="1200"/>
        </a:p>
      </dsp:txBody>
      <dsp:txXfrm>
        <a:off x="5460827" y="1922082"/>
        <a:ext cx="2320312" cy="435058"/>
      </dsp:txXfrm>
    </dsp:sp>
    <dsp:sp modelId="{36269DB8-0587-4EC2-9FD1-9B29B9F16DF6}">
      <dsp:nvSpPr>
        <dsp:cNvPr id="0" name=""/>
        <dsp:cNvSpPr/>
      </dsp:nvSpPr>
      <dsp:spPr>
        <a:xfrm>
          <a:off x="5460827" y="2403779"/>
          <a:ext cx="2320312" cy="937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Enhance capabilities by integrating with deep learning frameworks or edge computing platforms.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Explore compatibility with newer FPGA architectures and tools.</a:t>
          </a:r>
          <a:endParaRPr lang="en-US" sz="1100" kern="1200"/>
        </a:p>
      </dsp:txBody>
      <dsp:txXfrm>
        <a:off x="5460827" y="2403779"/>
        <a:ext cx="2320312" cy="937858"/>
      </dsp:txXfrm>
    </dsp:sp>
    <dsp:sp modelId="{D86BCF8A-6DFF-4496-B68D-832BDAD9F598}">
      <dsp:nvSpPr>
        <dsp:cNvPr id="0" name=""/>
        <dsp:cNvSpPr/>
      </dsp:nvSpPr>
      <dsp:spPr>
        <a:xfrm>
          <a:off x="8187194" y="1009699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34201-5037-40F6-AE02-D68677A1FDD1}">
      <dsp:nvSpPr>
        <dsp:cNvPr id="0" name=""/>
        <dsp:cNvSpPr/>
      </dsp:nvSpPr>
      <dsp:spPr>
        <a:xfrm>
          <a:off x="8187194" y="1922082"/>
          <a:ext cx="2320312" cy="435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/>
            <a:t>Validation and Benchmarking</a:t>
          </a:r>
          <a:r>
            <a:rPr lang="en-US" sz="1400" b="0" i="0" kern="1200"/>
            <a:t>:</a:t>
          </a:r>
          <a:endParaRPr lang="en-US" sz="1400" kern="1200"/>
        </a:p>
      </dsp:txBody>
      <dsp:txXfrm>
        <a:off x="8187194" y="1922082"/>
        <a:ext cx="2320312" cy="435058"/>
      </dsp:txXfrm>
    </dsp:sp>
    <dsp:sp modelId="{1E1BE4BB-58BF-4FF8-953F-C98FE833F06E}">
      <dsp:nvSpPr>
        <dsp:cNvPr id="0" name=""/>
        <dsp:cNvSpPr/>
      </dsp:nvSpPr>
      <dsp:spPr>
        <a:xfrm>
          <a:off x="8187194" y="2403779"/>
          <a:ext cx="2320312" cy="937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Conduct thorough validation studies.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Compare against existing solutions to assess competitiveness and uniqueness.</a:t>
          </a:r>
          <a:endParaRPr lang="en-US" sz="1100" kern="1200"/>
        </a:p>
      </dsp:txBody>
      <dsp:txXfrm>
        <a:off x="8187194" y="2403779"/>
        <a:ext cx="2320312" cy="9378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0E9D3-35D6-41A2-8721-35E54E97FBB5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06C1D-2A15-49D1-94AC-58C619396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7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206C1D-2A15-49D1-94AC-58C619396119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905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1CDD-2765-4E0B-8E1E-74E5DF634D54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976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1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41D3-185F-47D8-BDE4-D8016A7347DF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1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F884-9D0E-4B7A-AF59-2FB766C47657}" type="datetime1">
              <a:rPr lang="en-US" smtClean="0"/>
              <a:t>4/23/2024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2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0DF7-C5E0-43EE-B2C3-C8F633061D7B}" type="datetime1">
              <a:rPr lang="en-US" smtClean="0"/>
              <a:t>4/23/2024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0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6347-16FC-498A-8B0A-492B3F8815B1}" type="datetime1">
              <a:rPr lang="en-US" smtClean="0"/>
              <a:t>4/23/2024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7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F80B-C6ED-4090-B072-93657F87519D}" type="datetime1">
              <a:rPr lang="en-US" smtClean="0"/>
              <a:t>4/23/2024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0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B027-1FEE-41E9-8565-0460820AFA68}" type="datetime1">
              <a:rPr lang="en-US" smtClean="0"/>
              <a:t>4/23/2024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3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CD37-D6CD-4F25-B941-5CDE0236D7C2}" type="datetime1">
              <a:rPr lang="en-US" smtClean="0"/>
              <a:t>4/23/2024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1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9B75-EBAB-4ABC-81F0-E36206D12060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9227-6DC0-4EAA-81BA-D4C0E6A15063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EF508-18F7-4B4E-977E-A553DA988B11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9.png"/><Relationship Id="rId7" Type="http://schemas.openxmlformats.org/officeDocument/2006/relationships/diagramQuickStyle" Target="../diagrams/quickStyl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microsoft.com/office/2007/relationships/hdphoto" Target="../media/hdphoto1.wdp"/><Relationship Id="rId9" Type="http://schemas.microsoft.com/office/2007/relationships/diagramDrawing" Target="../diagrams/drawing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0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5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ACCS-PEIT48329.2019.9062867" TargetMode="External"/><Relationship Id="rId2" Type="http://schemas.openxmlformats.org/officeDocument/2006/relationships/hyperlink" Target="https://ieeexplore.ieee.org/xpl/conhome/9046951/proceeding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106" y="924628"/>
            <a:ext cx="7356458" cy="154033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br>
              <a:rPr lang="en-US" sz="1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FPGA</a:t>
            </a:r>
            <a:r>
              <a:rPr lang="en-US" sz="2800" b="1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-based Implementation of a Tree-based Classifier using       HW-SW Co-design.</a:t>
            </a:r>
            <a:br>
              <a:rPr lang="en-US" sz="2000" kern="1200" spc="300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US" sz="1400" kern="1200" spc="300" dirty="0">
              <a:solidFill>
                <a:schemeClr val="tx2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Picture 2" descr="SRM Amaravati (@SRMAmaravati) / X">
            <a:extLst>
              <a:ext uri="{FF2B5EF4-FFF2-40B4-BE49-F238E27FC236}">
                <a16:creationId xmlns:a16="http://schemas.microsoft.com/office/drawing/2014/main" id="{5995080E-DFB7-63C6-F86A-81C914BA8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42000" b="20000"/>
          <a:stretch>
            <a:fillRect/>
          </a:stretch>
        </p:blipFill>
        <p:spPr bwMode="auto">
          <a:xfrm>
            <a:off x="759313" y="2331574"/>
            <a:ext cx="3795112" cy="1442142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50E611-2993-456E-8445-FEE8351BB19B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790-7258-76B7-ED0C-3952226A849A}"/>
              </a:ext>
            </a:extLst>
          </p:cNvPr>
          <p:cNvSpPr txBox="1"/>
          <p:nvPr/>
        </p:nvSpPr>
        <p:spPr>
          <a:xfrm>
            <a:off x="-148389" y="4526426"/>
            <a:ext cx="5819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 of Engineering and Sciences (SEAS)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Department of Electronics and Communication Engineering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SRM University, Andhra Pradesh (SRM AP)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0B8903-AD89-74F3-8F1C-CC4A091DC897}"/>
              </a:ext>
            </a:extLst>
          </p:cNvPr>
          <p:cNvSpPr txBox="1"/>
          <p:nvPr/>
        </p:nvSpPr>
        <p:spPr>
          <a:xfrm>
            <a:off x="8550728" y="5092532"/>
            <a:ext cx="2862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Presented by</a:t>
            </a:r>
            <a:b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Jagadeesh_(AP2312210002)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M.Tech</a:t>
            </a:r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_ IOT Student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596C-750C-6011-6B31-33F7DF8A40B1}"/>
              </a:ext>
            </a:extLst>
          </p:cNvPr>
          <p:cNvSpPr txBox="1"/>
          <p:nvPr/>
        </p:nvSpPr>
        <p:spPr>
          <a:xfrm>
            <a:off x="8860768" y="196789"/>
            <a:ext cx="333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Research Paper Presentation</a:t>
            </a:r>
            <a:b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277215"/>
            <a:ext cx="3888526" cy="80764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811" y="1733185"/>
            <a:ext cx="3223014" cy="3974840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Case Study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 Design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and Software Tools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Paper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8794C801-1843-C804-18EF-B0485BB88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42000" b="20000"/>
          <a:stretch>
            <a:fillRect/>
          </a:stretch>
        </p:blipFill>
        <p:spPr bwMode="auto">
          <a:xfrm>
            <a:off x="7819053" y="892075"/>
            <a:ext cx="3703846" cy="1407461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19B6FD-226A-4CFB-95DA-A1309CA70088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2</a:t>
            </a:fld>
            <a:endParaRPr lang="en-I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9C7225-4D66-9297-16FB-1F7A74044397}"/>
              </a:ext>
            </a:extLst>
          </p:cNvPr>
          <p:cNvSpPr txBox="1">
            <a:spLocks/>
          </p:cNvSpPr>
          <p:nvPr/>
        </p:nvSpPr>
        <p:spPr>
          <a:xfrm>
            <a:off x="4251231" y="3025340"/>
            <a:ext cx="4305914" cy="13905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DESSION TREE CLASSIFICATION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APPROACHES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IMPLEMENTATION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WORK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45B51D3-8211-7AB1-AAAE-30580B576E9C}"/>
              </a:ext>
            </a:extLst>
          </p:cNvPr>
          <p:cNvCxnSpPr>
            <a:cxnSpLocks/>
          </p:cNvCxnSpPr>
          <p:nvPr/>
        </p:nvCxnSpPr>
        <p:spPr>
          <a:xfrm flipV="1">
            <a:off x="2812317" y="3720605"/>
            <a:ext cx="1390805" cy="250825"/>
          </a:xfrm>
          <a:prstGeom prst="bentConnector3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9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885" y="425992"/>
            <a:ext cx="10515600" cy="442949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74DCECE-CFA4-8ABB-235B-008DFB274D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733647"/>
          <a:ext cx="10955695" cy="5536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1191F-5C3D-423D-ABD6-BD3A147E22C1}" type="datetime1">
              <a:rPr lang="en-US" smtClean="0"/>
              <a:t>4/23/2024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58021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11119-C94B-51D8-4CF9-9D2FC0B1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20" y="828379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252D0-F94D-DCED-BA43-0DF7C864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560" y="6492240"/>
            <a:ext cx="299184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IN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6AD11004-DDCE-A23F-D09E-98B1502DC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42000" b="20000"/>
          <a:stretch>
            <a:fillRect/>
          </a:stretch>
        </p:blipFill>
        <p:spPr bwMode="auto">
          <a:xfrm>
            <a:off x="9716951" y="559356"/>
            <a:ext cx="1727884" cy="656596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390CA-2672-2AB4-D780-C2461D33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5810" y="6492240"/>
            <a:ext cx="3050866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504A-4BFE-6C25-4D1B-A3BD8F2B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4</a:t>
            </a:fld>
            <a:endParaRPr lang="en-IN"/>
          </a:p>
        </p:txBody>
      </p:sp>
      <p:pic>
        <p:nvPicPr>
          <p:cNvPr id="1026" name="Picture 2" descr="Image result for images on fpga parallel processing classification challenges hardware software co-design id3 algorithm">
            <a:extLst>
              <a:ext uri="{FF2B5EF4-FFF2-40B4-BE49-F238E27FC236}">
                <a16:creationId xmlns:a16="http://schemas.microsoft.com/office/drawing/2014/main" id="{1F67296B-CDD6-C530-F26E-0A44948DE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7691" y="1756944"/>
            <a:ext cx="5093452" cy="416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EE388-26ED-C6BB-F3CB-F56D906DC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789853"/>
            <a:ext cx="6258967" cy="3520237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FPGA enables </a:t>
            </a:r>
            <a:r>
              <a:rPr lang="en-US" sz="2000" b="1" dirty="0">
                <a:solidFill>
                  <a:srgbClr val="002060"/>
                </a:solidFill>
              </a:rPr>
              <a:t>parallel processing </a:t>
            </a:r>
            <a:r>
              <a:rPr lang="en-US" sz="2000" dirty="0"/>
              <a:t>for classification tasks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Hardware structure format poses challenges for classifier components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Hardware-software co-design approach proposed to </a:t>
            </a:r>
            <a:r>
              <a:rPr lang="en-US" sz="2000" dirty="0">
                <a:solidFill>
                  <a:srgbClr val="002060"/>
                </a:solidFill>
              </a:rPr>
              <a:t>optimize tree-based classifier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2060"/>
                </a:solidFill>
              </a:rPr>
              <a:t>ID3 algorithm </a:t>
            </a:r>
            <a:r>
              <a:rPr lang="en-US" sz="2000" dirty="0"/>
              <a:t>used for the classifier implementation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5269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6D8CE-F2DD-772B-D10E-C82BB8CD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21421-0375-7B89-0019-6EDB964A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3345E-7E2B-229D-7463-FC342581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BFED394-427A-C7F3-5539-F54FE07E0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436546"/>
              </p:ext>
            </p:extLst>
          </p:nvPr>
        </p:nvGraphicFramePr>
        <p:xfrm>
          <a:off x="238539" y="288486"/>
          <a:ext cx="11732637" cy="6298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949CFC9-4EAB-F877-5894-654D8D115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623" y="753726"/>
            <a:ext cx="7490791" cy="623919"/>
          </a:xfrm>
        </p:spPr>
        <p:txBody>
          <a:bodyPr/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4E5BC92B-AB53-0BB3-07F4-313FF69B9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t="42000" b="20000"/>
          <a:stretch>
            <a:fillRect/>
          </a:stretch>
        </p:blipFill>
        <p:spPr bwMode="auto">
          <a:xfrm>
            <a:off x="10197548" y="136525"/>
            <a:ext cx="1616362" cy="5541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7090115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6418"/>
            <a:ext cx="10515600" cy="24938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002060"/>
              </a:solidFill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3EA01FF-71B1-6C26-2AE5-D20361997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3288837"/>
              </p:ext>
            </p:extLst>
          </p:nvPr>
        </p:nvGraphicFramePr>
        <p:xfrm>
          <a:off x="838200" y="758536"/>
          <a:ext cx="10515600" cy="5418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F584-AB94-4E26-95EA-676D8A883815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8EB84C00-A014-C920-724A-1B2C1EDCE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t="42000" b="20000"/>
          <a:stretch>
            <a:fillRect/>
          </a:stretch>
        </p:blipFill>
        <p:spPr bwMode="auto">
          <a:xfrm>
            <a:off x="10197548" y="136525"/>
            <a:ext cx="1616362" cy="5541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660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180E98C-0229-6B81-766D-9CDAE012C9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99765-6B7D-2669-56D8-8021B06E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0" y="0"/>
            <a:ext cx="3175000" cy="72771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9C4E-B5E2-799F-1E53-18048431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64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Jagadeesh_AP2312210002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ADC45-726E-B2D0-A8AC-6491F5B2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120" y="6356350"/>
            <a:ext cx="3606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5057C7C-2339-A565-01BE-5BD42F661E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75262"/>
              </p:ext>
            </p:extLst>
          </p:nvPr>
        </p:nvGraphicFramePr>
        <p:xfrm>
          <a:off x="86360" y="649287"/>
          <a:ext cx="11765280" cy="5843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08343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C1A7B-6C37-ECF6-93E5-F60B2B51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31598CC-E9D8-46F1-A31D-21527BFD6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DB4CB-B6ED-67EF-ECE3-1A3F7C0F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72" y="69616"/>
            <a:ext cx="8056427" cy="66164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Classification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631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BAF1628E-F774-D28B-B0D7-1E597A42C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42000" b="20000"/>
          <a:stretch>
            <a:fillRect/>
          </a:stretch>
        </p:blipFill>
        <p:spPr bwMode="auto">
          <a:xfrm>
            <a:off x="9881118" y="374528"/>
            <a:ext cx="1622623" cy="616597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  <a:noFill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632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61ABFD-DE05-41FD-A6B7-6D40196C1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55865" y="1026771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1F6ED-28D5-D124-8398-32B895E7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8144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07CDD-DD1A-6D45-FB86-988ACEAA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0657" y="6356350"/>
            <a:ext cx="3600903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pic>
        <p:nvPicPr>
          <p:cNvPr id="11" name="Picture 10" descr="A diagram of a tree&#10;&#10;Description automatically generated">
            <a:extLst>
              <a:ext uri="{FF2B5EF4-FFF2-40B4-BE49-F238E27FC236}">
                <a16:creationId xmlns:a16="http://schemas.microsoft.com/office/drawing/2014/main" id="{3A24ADC8-FF70-1870-2C45-885FDC1D14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99" r="11398"/>
          <a:stretch/>
        </p:blipFill>
        <p:spPr>
          <a:xfrm>
            <a:off x="8833000" y="1696989"/>
            <a:ext cx="3417580" cy="2097860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F646DF8-223D-47DD-95B1-F2654229E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D31C6-0D62-F4FF-A6F7-7096CAEC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7162" y="6356350"/>
            <a:ext cx="169663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97791" y="402001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845EB95-59F0-823F-0122-A41F92AC3C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720196"/>
              </p:ext>
            </p:extLst>
          </p:nvPr>
        </p:nvGraphicFramePr>
        <p:xfrm>
          <a:off x="236133" y="731262"/>
          <a:ext cx="8658494" cy="5625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2098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566E-667C-56F7-91CA-21BF15561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94283-CBD3-D09F-2FA5-B82468B0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APPROACHES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E4733-7176-3378-C102-75E78D46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8F9B0-853F-94E5-BF9C-6918D594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Jagadeesh_AP2312210002</a:t>
            </a:r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A37C-44E9-BE9A-34E8-86F4E6D7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B616B05-E459-C58D-E34C-292810230B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52070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530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B842F-A9BC-58B4-1523-F4B18D2C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3B974-8EC2-1B21-96AB-2EE3C187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129" y="40005"/>
            <a:ext cx="7081870" cy="598407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  IMPLEMENTATION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C9C2-297D-2D22-9547-E6CDC446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9BB24-12BC-D13C-E1FF-0BB18980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1F0A5-57A9-88B1-7C63-7015C4DE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10</a:t>
            </a:fld>
            <a:endParaRPr lang="en-IN"/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26DA697A-926E-DF9F-DE93-B74DF4345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42000" b="20000"/>
          <a:stretch>
            <a:fillRect/>
          </a:stretch>
        </p:blipFill>
        <p:spPr bwMode="auto">
          <a:xfrm>
            <a:off x="10092818" y="40005"/>
            <a:ext cx="1745350" cy="598406"/>
          </a:xfrm>
          <a:prstGeom prst="rect">
            <a:avLst/>
          </a:prstGeom>
          <a:noFill/>
        </p:spPr>
      </p:pic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6E68CBB-C592-7BFC-8BE5-1608392BF6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380758"/>
              </p:ext>
            </p:extLst>
          </p:nvPr>
        </p:nvGraphicFramePr>
        <p:xfrm>
          <a:off x="172720" y="638411"/>
          <a:ext cx="11582400" cy="5717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2C7401C-1517-2281-C405-BF2F58FCB0E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798" r="14814" b="14832"/>
          <a:stretch/>
        </p:blipFill>
        <p:spPr>
          <a:xfrm>
            <a:off x="8046721" y="3058363"/>
            <a:ext cx="3708400" cy="328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0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B4402-DCF4-D862-6E9E-654696889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F99093-FB6D-43E0-AA45-FA744653E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8B83EF-4FB2-4C16-B94A-73A8FBC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CE4779-ABAB-448C-B806-A60E8F83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84E8940-EE47-4A50-B7D3-F4BF68524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BA40340-BD4D-49C0-8BC6-61AF7391F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9A4281-F939-4206-9B6F-8DDD2FDAA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8774401-76BE-487C-8645-DC90C833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09CADB-B9F4-87D8-EE19-5D6EB89E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018" y="28125"/>
            <a:ext cx="6154928" cy="62642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WORK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8014FB7C-2B13-0253-96CC-BAE0C0B39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780271"/>
              </p:ext>
            </p:extLst>
          </p:nvPr>
        </p:nvGraphicFramePr>
        <p:xfrm>
          <a:off x="4709508" y="682677"/>
          <a:ext cx="7240588" cy="578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80A15-82B4-D45A-14E6-049A8B64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96022-D018-84C4-546A-09B95548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931E-881D-4CB0-FEA4-2168AD08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11</a:t>
            </a:fld>
            <a:endParaRPr lang="en-IN"/>
          </a:p>
        </p:txBody>
      </p:sp>
      <p:pic>
        <p:nvPicPr>
          <p:cNvPr id="8" name="Picture 7" descr="A table with text on it&#10;&#10;Description automatically generated">
            <a:extLst>
              <a:ext uri="{FF2B5EF4-FFF2-40B4-BE49-F238E27FC236}">
                <a16:creationId xmlns:a16="http://schemas.microsoft.com/office/drawing/2014/main" id="{3C6B9A1A-48D2-2CB9-A1EB-874E2A9C939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25" r="8787" b="17223"/>
          <a:stretch/>
        </p:blipFill>
        <p:spPr>
          <a:xfrm>
            <a:off x="282946" y="3063845"/>
            <a:ext cx="3923381" cy="1961039"/>
          </a:xfrm>
          <a:prstGeom prst="rect">
            <a:avLst/>
          </a:prstGeom>
        </p:spPr>
      </p:pic>
      <p:pic>
        <p:nvPicPr>
          <p:cNvPr id="10" name="Picture 9" descr="A black and white image of a number and a white arrow&#10;&#10;Description automatically generated with medium confidence">
            <a:extLst>
              <a:ext uri="{FF2B5EF4-FFF2-40B4-BE49-F238E27FC236}">
                <a16:creationId xmlns:a16="http://schemas.microsoft.com/office/drawing/2014/main" id="{F16E4745-C158-A24D-3DC9-460AE0C6F3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9" y="1148080"/>
            <a:ext cx="4351656" cy="1566595"/>
          </a:xfrm>
          <a:prstGeom prst="rect">
            <a:avLst/>
          </a:prstGeom>
        </p:spPr>
      </p:pic>
      <p:pic>
        <p:nvPicPr>
          <p:cNvPr id="12" name="Picture 11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DC7EDF13-10C6-9865-6494-E7615D0DBF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99" y="5289133"/>
            <a:ext cx="3110647" cy="106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7919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28F73-D995-C645-1F49-7E2AEDD6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table with text on it&#10;&#10;Description automatically generated">
            <a:extLst>
              <a:ext uri="{FF2B5EF4-FFF2-40B4-BE49-F238E27FC236}">
                <a16:creationId xmlns:a16="http://schemas.microsoft.com/office/drawing/2014/main" id="{6AF1868D-21B8-70A7-D3F1-AE5B58183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361" y="643467"/>
            <a:ext cx="6105277" cy="55710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CA467-C28D-B6F4-173F-A250A3C7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1789F-1112-184F-4986-7B7DF45B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54929-F57D-B591-88F4-7F130BD0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120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09644A5-AA15-2DAB-1334-AE16662530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79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42BD6-E762-FB86-347E-25E531C0D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7C762-4FFA-A0BB-A1C0-F1F71D3B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2AE30-6FB1-6BB6-65B0-E228FE61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93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01ED8-86DC-7CEC-5F34-C5DDCD9B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71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261E5CE-475D-9CF4-7D35-2EB0AABF9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3" y="643467"/>
            <a:ext cx="10611554" cy="55710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89AFC-F064-1881-EB53-04DFB862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3D9F1-61D3-7C04-A1E3-A9E781B3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4C77D-BAD6-6B41-1E85-4168E330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815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D1D37-7AA2-EAD6-1E44-7E31A968E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6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ath test&#10;&#10;Description automatically generated">
            <a:extLst>
              <a:ext uri="{FF2B5EF4-FFF2-40B4-BE49-F238E27FC236}">
                <a16:creationId xmlns:a16="http://schemas.microsoft.com/office/drawing/2014/main" id="{E51A9539-DF1F-0563-97C2-7E8EA0518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39047"/>
            <a:ext cx="10905066" cy="51799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DED03-CE24-BAB7-21B3-5A403E4E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ABC60-7F6E-9D0C-D762-034377E0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D4913-D244-9B20-4072-79F0A310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85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4C2B9-7C03-5342-265B-E1BD4169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B6A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ath program&#10;&#10;Description automatically generated">
            <a:extLst>
              <a:ext uri="{FF2B5EF4-FFF2-40B4-BE49-F238E27FC236}">
                <a16:creationId xmlns:a16="http://schemas.microsoft.com/office/drawing/2014/main" id="{88A4533A-A634-8542-1617-82F51DF4C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07203"/>
            <a:ext cx="10905066" cy="50435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0B30-6314-BB2C-DB43-AFD237FB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61046-3AF6-AB18-B976-62E1990A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5C39D-DC56-1DA5-DAFF-99374A94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788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3F0B6-32D8-397F-4B87-4C0FED1C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8D3F396-7CF6-93A8-1F83-29141D1458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57" b="1"/>
          <a:stretch/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CE7C2-C3D6-7B4C-A56D-A3554A52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32CDF-449B-830A-C425-8A43AD4F8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558C7-7324-F374-EF1B-39F9C34F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9894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F243C-0418-C917-DA4E-5643310E0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F68264FF-A280-9EFF-E0C3-EAE971C9A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074" y="1123527"/>
            <a:ext cx="9349847" cy="4604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72B5A-B075-F73E-4894-9805D41B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A0417-6FE6-EF3C-C638-633099DB9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4A8CE-538F-86AB-96AD-F7AEDB60A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178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5BBA5-7329-B0DF-F26E-4FF69EE8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screenshot of a math program&#10;&#10;Description automatically generated">
            <a:extLst>
              <a:ext uri="{FF2B5EF4-FFF2-40B4-BE49-F238E27FC236}">
                <a16:creationId xmlns:a16="http://schemas.microsoft.com/office/drawing/2014/main" id="{7926AC4C-CACB-04A8-96CC-1EE2D439C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731" y="1286934"/>
            <a:ext cx="8090539" cy="410594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EC7DF-1E60-2559-5620-69D78AA0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28" y="6382512"/>
            <a:ext cx="6757416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121C7-4837-301A-C14D-E3EE0128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536" y="6382512"/>
            <a:ext cx="2825496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A0956CEB-6CDE-4930-8E1A-D8F60CF96CEF}" type="datetime1">
              <a:rPr lang="en-US" smtClean="0"/>
              <a:pPr algn="r"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52251-9CF6-DC33-B5C4-B56BD834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624" y="6382512"/>
            <a:ext cx="685800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85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64C28-1559-0899-180C-24ACF7F2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4FA89B1-4D7D-0C59-FF45-D48D87751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002" y="1286934"/>
            <a:ext cx="8829997" cy="410594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2CBD5-8883-1CF2-6C4F-FC334560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5528" y="6382512"/>
            <a:ext cx="6757416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B9B68-C8E2-878D-DC6D-58FFCD0A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536" y="6382512"/>
            <a:ext cx="2825496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A0956CEB-6CDE-4930-8E1A-D8F60CF96CEF}" type="datetime1">
              <a:rPr lang="en-US" smtClean="0"/>
              <a:pPr algn="r"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5E6E4-8C9F-3A31-2031-00CB2D6E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7624" y="6382512"/>
            <a:ext cx="685800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94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D8227-E416-F425-3551-EC3C5865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ath equation&#10;&#10;Description automatically generated">
            <a:extLst>
              <a:ext uri="{FF2B5EF4-FFF2-40B4-BE49-F238E27FC236}">
                <a16:creationId xmlns:a16="http://schemas.microsoft.com/office/drawing/2014/main" id="{D3AAC5BC-7071-C73C-5DC9-EF1AC1C94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77" y="1286453"/>
            <a:ext cx="9951041" cy="42789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34D51-3568-D60E-39F8-89A58BDB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BA158-992F-0820-AAE1-DA2556DB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25DE1-66BE-1F96-F654-A22D1A857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935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2B86D-4585-2B02-C803-421F8B70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5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309AFEC8-5A42-AFF2-92A0-CD031076D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61840"/>
            <a:ext cx="10905066" cy="55343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C5BBD-F993-A1D5-49FB-7B457784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372ED-0092-079D-B280-73D68F9F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33171-6492-8B72-56BE-1EFA6B5D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142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0CE80-7FAB-4901-126B-FAA62397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E7C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math equation&#10;&#10;Description automatically generated">
            <a:extLst>
              <a:ext uri="{FF2B5EF4-FFF2-40B4-BE49-F238E27FC236}">
                <a16:creationId xmlns:a16="http://schemas.microsoft.com/office/drawing/2014/main" id="{BD0C8417-5F28-3400-2CCF-55DC9FD60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25415"/>
            <a:ext cx="10905066" cy="52071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916F0-BF8E-E7FD-5526-368B4B1C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6C21C-E1C5-B357-FBC6-2C0C1DAA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68130-16D0-6807-73B4-413B9365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376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B3220-B619-FC52-E317-7E5F529A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69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a graph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AE27D9D1-3340-60F8-E0F8-4B3AC6A6C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02401"/>
            <a:ext cx="10905066" cy="36531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36353-E80C-E5AC-6D01-28B9DAA5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4/23/2024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BD2E2-F8FE-6424-82DE-6ABE074D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98CC7-36AA-F18E-9350-D536EAD3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749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BD455-4DF7-A772-7397-4925F990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algorithm&#10;&#10;Description automatically generated">
            <a:extLst>
              <a:ext uri="{FF2B5EF4-FFF2-40B4-BE49-F238E27FC236}">
                <a16:creationId xmlns:a16="http://schemas.microsoft.com/office/drawing/2014/main" id="{D5609418-3ABC-69EB-9731-8DE1192D48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" r="4749" b="-1"/>
          <a:stretch/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26EAB-B2E6-9DE9-7937-692BC563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C4063-4A32-5230-75E1-D4653B63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01A42-F0D8-4292-5D1F-556E2807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50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120" y="136525"/>
            <a:ext cx="5331460" cy="448651"/>
          </a:xfrm>
        </p:spPr>
        <p:txBody>
          <a:bodyPr>
            <a:noAutofit/>
          </a:bodyPr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Steps in Design Process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3FC201E-446C-4B7B-A2EE-86BF82FCC9D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26</a:t>
            </a:fld>
            <a:endParaRPr lang="en-IN"/>
          </a:p>
        </p:txBody>
      </p:sp>
      <p:graphicFrame>
        <p:nvGraphicFramePr>
          <p:cNvPr id="7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9470543"/>
              </p:ext>
            </p:extLst>
          </p:nvPr>
        </p:nvGraphicFramePr>
        <p:xfrm>
          <a:off x="398780" y="933109"/>
          <a:ext cx="11183620" cy="5286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195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EF7CA-845B-F949-78DA-FE9ACC5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80998-E3BF-F062-1B3B-91320CF37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6317-D079-9687-4C29-2EFEEA40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438110BE-A367-A839-0A99-D6010726B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42000" b="20000"/>
          <a:stretch>
            <a:fillRect/>
          </a:stretch>
        </p:blipFill>
        <p:spPr bwMode="auto">
          <a:xfrm>
            <a:off x="10190480" y="65066"/>
            <a:ext cx="1735190" cy="594922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6729F5-5846-2846-ABFE-E482DFC04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470" y="100403"/>
            <a:ext cx="3845560" cy="56959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Software’s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921E204-8F9A-695A-2F67-EFF4544933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3343423"/>
              </p:ext>
            </p:extLst>
          </p:nvPr>
        </p:nvGraphicFramePr>
        <p:xfrm>
          <a:off x="701040" y="669998"/>
          <a:ext cx="10652760" cy="5506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3080564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79D2-5DF8-6A68-FC1A-F684458B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BEE7DBB-01A6-1E7C-6457-8F4E0AA43A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361180"/>
              </p:ext>
            </p:extLst>
          </p:nvPr>
        </p:nvGraphicFramePr>
        <p:xfrm>
          <a:off x="756920" y="118018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61DF7-3015-603F-0E11-49EC023B6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4/23/2024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B390D-783C-0B09-DA8D-A59DD187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D6D90-EF1F-C131-EB57-373A3549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28</a:t>
            </a:fld>
            <a:endParaRPr lang="en-IN"/>
          </a:p>
        </p:txBody>
      </p:sp>
      <p:pic>
        <p:nvPicPr>
          <p:cNvPr id="7" name="Picture 6" descr="SRM Amaravati (@SRMAmaravati) / X">
            <a:extLst>
              <a:ext uri="{FF2B5EF4-FFF2-40B4-BE49-F238E27FC236}">
                <a16:creationId xmlns:a16="http://schemas.microsoft.com/office/drawing/2014/main" id="{B41E5E03-5572-C1D7-19DB-2D9DE22A0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t="42000" b="20000"/>
          <a:stretch>
            <a:fillRect/>
          </a:stretch>
        </p:blipFill>
        <p:spPr bwMode="auto">
          <a:xfrm>
            <a:off x="9368136" y="217392"/>
            <a:ext cx="2445774" cy="8385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191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866F0E-F54B-4BF5-8A88-7D97BD45F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29EC50-E910-4AE2-9EEA-604A81EF6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941221 w 12192000"/>
              <a:gd name="connsiteY0" fmla="*/ 2015186 h 6858000"/>
              <a:gd name="connsiteX1" fmla="*/ 6907857 w 12192000"/>
              <a:gd name="connsiteY1" fmla="*/ 2033351 h 6858000"/>
              <a:gd name="connsiteX2" fmla="*/ 7093700 w 12192000"/>
              <a:gd name="connsiteY2" fmla="*/ 2101457 h 6858000"/>
              <a:gd name="connsiteX3" fmla="*/ 6803079 w 12192000"/>
              <a:gd name="connsiteY3" fmla="*/ 2065612 h 6858000"/>
              <a:gd name="connsiteX4" fmla="*/ 6798115 w 12192000"/>
              <a:gd name="connsiteY4" fmla="*/ 2088772 h 6858000"/>
              <a:gd name="connsiteX5" fmla="*/ 7128167 w 12192000"/>
              <a:gd name="connsiteY5" fmla="*/ 2176455 h 6858000"/>
              <a:gd name="connsiteX6" fmla="*/ 7098663 w 12192000"/>
              <a:gd name="connsiteY6" fmla="*/ 2189968 h 6858000"/>
              <a:gd name="connsiteX7" fmla="*/ 6923298 w 12192000"/>
              <a:gd name="connsiteY7" fmla="*/ 2156052 h 6858000"/>
              <a:gd name="connsiteX8" fmla="*/ 6888004 w 12192000"/>
              <a:gd name="connsiteY8" fmla="*/ 2164875 h 6858000"/>
              <a:gd name="connsiteX9" fmla="*/ 6905375 w 12192000"/>
              <a:gd name="connsiteY9" fmla="*/ 2205958 h 6858000"/>
              <a:gd name="connsiteX10" fmla="*/ 6981477 w 12192000"/>
              <a:gd name="connsiteY10" fmla="*/ 2221951 h 6858000"/>
              <a:gd name="connsiteX11" fmla="*/ 7100043 w 12192000"/>
              <a:gd name="connsiteY11" fmla="*/ 2318459 h 6858000"/>
              <a:gd name="connsiteX12" fmla="*/ 6920540 w 12192000"/>
              <a:gd name="connsiteY12" fmla="*/ 2306877 h 6858000"/>
              <a:gd name="connsiteX13" fmla="*/ 6888831 w 12192000"/>
              <a:gd name="connsiteY13" fmla="*/ 2330314 h 6858000"/>
              <a:gd name="connsiteX14" fmla="*/ 6876698 w 12192000"/>
              <a:gd name="connsiteY14" fmla="*/ 2360645 h 6858000"/>
              <a:gd name="connsiteX15" fmla="*/ 6807214 w 12192000"/>
              <a:gd name="connsiteY15" fmla="*/ 2385736 h 6858000"/>
              <a:gd name="connsiteX16" fmla="*/ 6916405 w 12192000"/>
              <a:gd name="connsiteY16" fmla="*/ 2413862 h 6858000"/>
              <a:gd name="connsiteX17" fmla="*/ 6799770 w 12192000"/>
              <a:gd name="connsiteY17" fmla="*/ 2413862 h 6858000"/>
              <a:gd name="connsiteX18" fmla="*/ 6665762 w 12192000"/>
              <a:gd name="connsiteY18" fmla="*/ 2394561 h 6858000"/>
              <a:gd name="connsiteX19" fmla="*/ 6522933 w 12192000"/>
              <a:gd name="connsiteY19" fmla="*/ 2400626 h 6858000"/>
              <a:gd name="connsiteX20" fmla="*/ 6237275 w 12192000"/>
              <a:gd name="connsiteY20" fmla="*/ 2365057 h 6858000"/>
              <a:gd name="connsiteX21" fmla="*/ 6101338 w 12192000"/>
              <a:gd name="connsiteY21" fmla="*/ 2367538 h 6858000"/>
              <a:gd name="connsiteX22" fmla="*/ 6857121 w 12192000"/>
              <a:gd name="connsiteY22" fmla="*/ 2606875 h 6858000"/>
              <a:gd name="connsiteX23" fmla="*/ 6818519 w 12192000"/>
              <a:gd name="connsiteY23" fmla="*/ 2659539 h 6858000"/>
              <a:gd name="connsiteX24" fmla="*/ 6976790 w 12192000"/>
              <a:gd name="connsiteY24" fmla="*/ 2716892 h 6858000"/>
              <a:gd name="connsiteX25" fmla="*/ 7015669 w 12192000"/>
              <a:gd name="connsiteY25" fmla="*/ 2773693 h 6858000"/>
              <a:gd name="connsiteX26" fmla="*/ 6966864 w 12192000"/>
              <a:gd name="connsiteY26" fmla="*/ 2768730 h 6858000"/>
              <a:gd name="connsiteX27" fmla="*/ 6924953 w 12192000"/>
              <a:gd name="connsiteY27" fmla="*/ 2779483 h 6858000"/>
              <a:gd name="connsiteX28" fmla="*/ 6942323 w 12192000"/>
              <a:gd name="connsiteY28" fmla="*/ 2851726 h 6858000"/>
              <a:gd name="connsiteX29" fmla="*/ 7165943 w 12192000"/>
              <a:gd name="connsiteY29" fmla="*/ 2944924 h 6858000"/>
              <a:gd name="connsiteX30" fmla="*/ 7186071 w 12192000"/>
              <a:gd name="connsiteY30" fmla="*/ 2975254 h 6858000"/>
              <a:gd name="connsiteX31" fmla="*/ 7159325 w 12192000"/>
              <a:gd name="connsiteY31" fmla="*/ 2996762 h 6858000"/>
              <a:gd name="connsiteX32" fmla="*/ 7087082 w 12192000"/>
              <a:gd name="connsiteY32" fmla="*/ 3007790 h 6858000"/>
              <a:gd name="connsiteX33" fmla="*/ 7188276 w 12192000"/>
              <a:gd name="connsiteY33" fmla="*/ 3111191 h 6858000"/>
              <a:gd name="connsiteX34" fmla="*/ 7225225 w 12192000"/>
              <a:gd name="connsiteY34" fmla="*/ 3139866 h 6858000"/>
              <a:gd name="connsiteX35" fmla="*/ 7288368 w 12192000"/>
              <a:gd name="connsiteY35" fmla="*/ 3184260 h 6858000"/>
              <a:gd name="connsiteX36" fmla="*/ 7289471 w 12192000"/>
              <a:gd name="connsiteY36" fmla="*/ 3197771 h 6858000"/>
              <a:gd name="connsiteX37" fmla="*/ 7203442 w 12192000"/>
              <a:gd name="connsiteY37" fmla="*/ 3245472 h 6858000"/>
              <a:gd name="connsiteX38" fmla="*/ 7048205 w 12192000"/>
              <a:gd name="connsiteY38" fmla="*/ 3232512 h 6858000"/>
              <a:gd name="connsiteX39" fmla="*/ 7277614 w 12192000"/>
              <a:gd name="connsiteY39" fmla="*/ 3303652 h 6858000"/>
              <a:gd name="connsiteX40" fmla="*/ 6535066 w 12192000"/>
              <a:gd name="connsiteY40" fmla="*/ 3134077 h 6858000"/>
              <a:gd name="connsiteX41" fmla="*/ 6582492 w 12192000"/>
              <a:gd name="connsiteY41" fmla="*/ 3178469 h 6858000"/>
              <a:gd name="connsiteX42" fmla="*/ 6842233 w 12192000"/>
              <a:gd name="connsiteY42" fmla="*/ 3295379 h 6858000"/>
              <a:gd name="connsiteX43" fmla="*/ 6915853 w 12192000"/>
              <a:gd name="connsiteY43" fmla="*/ 3368725 h 6858000"/>
              <a:gd name="connsiteX44" fmla="*/ 6993058 w 12192000"/>
              <a:gd name="connsiteY44" fmla="*/ 3409257 h 6858000"/>
              <a:gd name="connsiteX45" fmla="*/ 7101421 w 12192000"/>
              <a:gd name="connsiteY45" fmla="*/ 3408430 h 6858000"/>
              <a:gd name="connsiteX46" fmla="*/ 7178350 w 12192000"/>
              <a:gd name="connsiteY46" fmla="*/ 3470746 h 6858000"/>
              <a:gd name="connsiteX47" fmla="*/ 7098112 w 12192000"/>
              <a:gd name="connsiteY47" fmla="*/ 3483982 h 6858000"/>
              <a:gd name="connsiteX48" fmla="*/ 7004088 w 12192000"/>
              <a:gd name="connsiteY48" fmla="*/ 3473780 h 6858000"/>
              <a:gd name="connsiteX49" fmla="*/ 6801147 w 12192000"/>
              <a:gd name="connsiteY49" fmla="*/ 3477087 h 6858000"/>
              <a:gd name="connsiteX50" fmla="*/ 6684788 w 12192000"/>
              <a:gd name="connsiteY50" fmla="*/ 3489220 h 6858000"/>
              <a:gd name="connsiteX51" fmla="*/ 6417328 w 12192000"/>
              <a:gd name="connsiteY51" fmla="*/ 3468539 h 6858000"/>
              <a:gd name="connsiteX52" fmla="*/ 6433045 w 12192000"/>
              <a:gd name="connsiteY52" fmla="*/ 3521481 h 6858000"/>
              <a:gd name="connsiteX53" fmla="*/ 6423117 w 12192000"/>
              <a:gd name="connsiteY53" fmla="*/ 3567527 h 6858000"/>
              <a:gd name="connsiteX54" fmla="*/ 6419258 w 12192000"/>
              <a:gd name="connsiteY54" fmla="*/ 3667620 h 6858000"/>
              <a:gd name="connsiteX55" fmla="*/ 6421740 w 12192000"/>
              <a:gd name="connsiteY55" fmla="*/ 3683888 h 6858000"/>
              <a:gd name="connsiteX56" fmla="*/ 6361906 w 12192000"/>
              <a:gd name="connsiteY56" fmla="*/ 3694366 h 6858000"/>
              <a:gd name="connsiteX57" fmla="*/ 6718429 w 12192000"/>
              <a:gd name="connsiteY57" fmla="*/ 3902544 h 6858000"/>
              <a:gd name="connsiteX58" fmla="*/ 6480195 w 12192000"/>
              <a:gd name="connsiteY58" fmla="*/ 3849603 h 6858000"/>
              <a:gd name="connsiteX59" fmla="*/ 6447934 w 12192000"/>
              <a:gd name="connsiteY59" fmla="*/ 3937011 h 6858000"/>
              <a:gd name="connsiteX60" fmla="*/ 6559882 w 12192000"/>
              <a:gd name="connsiteY60" fmla="*/ 4014767 h 6858000"/>
              <a:gd name="connsiteX61" fmla="*/ 6601241 w 12192000"/>
              <a:gd name="connsiteY61" fmla="*/ 4168626 h 6858000"/>
              <a:gd name="connsiteX62" fmla="*/ 6581113 w 12192000"/>
              <a:gd name="connsiteY62" fmla="*/ 4309250 h 6858000"/>
              <a:gd name="connsiteX63" fmla="*/ 6533136 w 12192000"/>
              <a:gd name="connsiteY63" fmla="*/ 4353918 h 6858000"/>
              <a:gd name="connsiteX64" fmla="*/ 6463651 w 12192000"/>
              <a:gd name="connsiteY64" fmla="*/ 4434156 h 6858000"/>
              <a:gd name="connsiteX65" fmla="*/ 6420637 w 12192000"/>
              <a:gd name="connsiteY65" fmla="*/ 4483787 h 6858000"/>
              <a:gd name="connsiteX66" fmla="*/ 6271190 w 12192000"/>
              <a:gd name="connsiteY66" fmla="*/ 4464487 h 6858000"/>
              <a:gd name="connsiteX67" fmla="*/ 6470545 w 12192000"/>
              <a:gd name="connsiteY67" fmla="*/ 4590498 h 6858000"/>
              <a:gd name="connsiteX68" fmla="*/ 6308965 w 12192000"/>
              <a:gd name="connsiteY68" fmla="*/ 4574780 h 6858000"/>
              <a:gd name="connsiteX69" fmla="*/ 6256301 w 12192000"/>
              <a:gd name="connsiteY69" fmla="*/ 4583603 h 6858000"/>
              <a:gd name="connsiteX70" fmla="*/ 6286354 w 12192000"/>
              <a:gd name="connsiteY70" fmla="*/ 4624412 h 6858000"/>
              <a:gd name="connsiteX71" fmla="*/ 6404920 w 12192000"/>
              <a:gd name="connsiteY71" fmla="*/ 4693621 h 6858000"/>
              <a:gd name="connsiteX72" fmla="*/ 6649220 w 12192000"/>
              <a:gd name="connsiteY72" fmla="*/ 4881120 h 6858000"/>
              <a:gd name="connsiteX73" fmla="*/ 6412640 w 12192000"/>
              <a:gd name="connsiteY73" fmla="*/ 4795092 h 6858000"/>
              <a:gd name="connsiteX74" fmla="*/ 6661902 w 12192000"/>
              <a:gd name="connsiteY74" fmla="*/ 4987828 h 6858000"/>
              <a:gd name="connsiteX75" fmla="*/ 6717325 w 12192000"/>
              <a:gd name="connsiteY75" fmla="*/ 5051798 h 6858000"/>
              <a:gd name="connsiteX76" fmla="*/ 6829272 w 12192000"/>
              <a:gd name="connsiteY76" fmla="*/ 5210619 h 6858000"/>
              <a:gd name="connsiteX77" fmla="*/ 6823757 w 12192000"/>
              <a:gd name="connsiteY77" fmla="*/ 5228542 h 6858000"/>
              <a:gd name="connsiteX78" fmla="*/ 6694439 w 12192000"/>
              <a:gd name="connsiteY78" fmla="*/ 5202899 h 6858000"/>
              <a:gd name="connsiteX79" fmla="*/ 6862085 w 12192000"/>
              <a:gd name="connsiteY79" fmla="*/ 5336355 h 6858000"/>
              <a:gd name="connsiteX80" fmla="*/ 7035246 w 12192000"/>
              <a:gd name="connsiteY80" fmla="*/ 5438926 h 6858000"/>
              <a:gd name="connsiteX81" fmla="*/ 6912268 w 12192000"/>
              <a:gd name="connsiteY81" fmla="*/ 5423210 h 6858000"/>
              <a:gd name="connsiteX82" fmla="*/ 6743244 w 12192000"/>
              <a:gd name="connsiteY82" fmla="*/ 5364479 h 6858000"/>
              <a:gd name="connsiteX83" fmla="*/ 6684513 w 12192000"/>
              <a:gd name="connsiteY83" fmla="*/ 5386538 h 6858000"/>
              <a:gd name="connsiteX84" fmla="*/ 6844713 w 12192000"/>
              <a:gd name="connsiteY84" fmla="*/ 5483595 h 6858000"/>
              <a:gd name="connsiteX85" fmla="*/ 6936533 w 12192000"/>
              <a:gd name="connsiteY85" fmla="*/ 5528541 h 6858000"/>
              <a:gd name="connsiteX86" fmla="*/ 6973204 w 12192000"/>
              <a:gd name="connsiteY86" fmla="*/ 5563007 h 6858000"/>
              <a:gd name="connsiteX87" fmla="*/ 7077983 w 12192000"/>
              <a:gd name="connsiteY87" fmla="*/ 5685983 h 6858000"/>
              <a:gd name="connsiteX88" fmla="*/ 7385702 w 12192000"/>
              <a:gd name="connsiteY88" fmla="*/ 5820265 h 6858000"/>
              <a:gd name="connsiteX89" fmla="*/ 7673565 w 12192000"/>
              <a:gd name="connsiteY89" fmla="*/ 5987085 h 6858000"/>
              <a:gd name="connsiteX90" fmla="*/ 7898289 w 12192000"/>
              <a:gd name="connsiteY90" fmla="*/ 6091035 h 6858000"/>
              <a:gd name="connsiteX91" fmla="*/ 8466299 w 12192000"/>
              <a:gd name="connsiteY91" fmla="*/ 6224765 h 6858000"/>
              <a:gd name="connsiteX92" fmla="*/ 10620599 w 12192000"/>
              <a:gd name="connsiteY92" fmla="*/ 5317605 h 6858000"/>
              <a:gd name="connsiteX93" fmla="*/ 10647894 w 12192000"/>
              <a:gd name="connsiteY93" fmla="*/ 5290581 h 6858000"/>
              <a:gd name="connsiteX94" fmla="*/ 10752398 w 12192000"/>
              <a:gd name="connsiteY94" fmla="*/ 5188838 h 6858000"/>
              <a:gd name="connsiteX95" fmla="*/ 10841186 w 12192000"/>
              <a:gd name="connsiteY95" fmla="*/ 5097293 h 6858000"/>
              <a:gd name="connsiteX96" fmla="*/ 10794861 w 12192000"/>
              <a:gd name="connsiteY96" fmla="*/ 5066412 h 6858000"/>
              <a:gd name="connsiteX97" fmla="*/ 10857454 w 12192000"/>
              <a:gd name="connsiteY97" fmla="*/ 4979004 h 6858000"/>
              <a:gd name="connsiteX98" fmla="*/ 11056532 w 12192000"/>
              <a:gd name="connsiteY98" fmla="*/ 4709613 h 6858000"/>
              <a:gd name="connsiteX99" fmla="*/ 11143939 w 12192000"/>
              <a:gd name="connsiteY99" fmla="*/ 4650332 h 6858000"/>
              <a:gd name="connsiteX100" fmla="*/ 11250372 w 12192000"/>
              <a:gd name="connsiteY100" fmla="*/ 4501160 h 6858000"/>
              <a:gd name="connsiteX101" fmla="*/ 11265538 w 12192000"/>
              <a:gd name="connsiteY101" fmla="*/ 4466694 h 6858000"/>
              <a:gd name="connsiteX102" fmla="*/ 11243755 w 12192000"/>
              <a:gd name="connsiteY102" fmla="*/ 4422850 h 6858000"/>
              <a:gd name="connsiteX103" fmla="*/ 11227486 w 12192000"/>
              <a:gd name="connsiteY103" fmla="*/ 4378734 h 6858000"/>
              <a:gd name="connsiteX104" fmla="*/ 11248718 w 12192000"/>
              <a:gd name="connsiteY104" fmla="*/ 4365774 h 6858000"/>
              <a:gd name="connsiteX105" fmla="*/ 11385204 w 12192000"/>
              <a:gd name="connsiteY105" fmla="*/ 4343440 h 6858000"/>
              <a:gd name="connsiteX106" fmla="*/ 11306070 w 12192000"/>
              <a:gd name="connsiteY106" fmla="*/ 4259618 h 6858000"/>
              <a:gd name="connsiteX107" fmla="*/ 11166550 w 12192000"/>
              <a:gd name="connsiteY107" fmla="*/ 4134711 h 6858000"/>
              <a:gd name="connsiteX108" fmla="*/ 11103130 w 12192000"/>
              <a:gd name="connsiteY108" fmla="*/ 4045924 h 6858000"/>
              <a:gd name="connsiteX109" fmla="*/ 11095686 w 12192000"/>
              <a:gd name="connsiteY109" fmla="*/ 3966514 h 6858000"/>
              <a:gd name="connsiteX110" fmla="*/ 10971054 w 12192000"/>
              <a:gd name="connsiteY110" fmla="*/ 3919640 h 6858000"/>
              <a:gd name="connsiteX111" fmla="*/ 11088241 w 12192000"/>
              <a:gd name="connsiteY111" fmla="*/ 3751718 h 6858000"/>
              <a:gd name="connsiteX112" fmla="*/ 11100098 w 12192000"/>
              <a:gd name="connsiteY112" fmla="*/ 3716977 h 6858000"/>
              <a:gd name="connsiteX113" fmla="*/ 11029786 w 12192000"/>
              <a:gd name="connsiteY113" fmla="*/ 3592621 h 6858000"/>
              <a:gd name="connsiteX114" fmla="*/ 11018206 w 12192000"/>
              <a:gd name="connsiteY114" fmla="*/ 3572767 h 6858000"/>
              <a:gd name="connsiteX115" fmla="*/ 10992287 w 12192000"/>
              <a:gd name="connsiteY115" fmla="*/ 3533061 h 6858000"/>
              <a:gd name="connsiteX116" fmla="*/ 10917838 w 12192000"/>
              <a:gd name="connsiteY116" fmla="*/ 3523410 h 6858000"/>
              <a:gd name="connsiteX117" fmla="*/ 10956441 w 12192000"/>
              <a:gd name="connsiteY117" fmla="*/ 3495287 h 6858000"/>
              <a:gd name="connsiteX118" fmla="*/ 11031442 w 12192000"/>
              <a:gd name="connsiteY118" fmla="*/ 3400159 h 6858000"/>
              <a:gd name="connsiteX119" fmla="*/ 10981533 w 12192000"/>
              <a:gd name="connsiteY119" fmla="*/ 3309166 h 6858000"/>
              <a:gd name="connsiteX120" fmla="*/ 10978225 w 12192000"/>
              <a:gd name="connsiteY120" fmla="*/ 3258982 h 6858000"/>
              <a:gd name="connsiteX121" fmla="*/ 11062322 w 12192000"/>
              <a:gd name="connsiteY121" fmla="*/ 3194737 h 6858000"/>
              <a:gd name="connsiteX122" fmla="*/ 11125742 w 12192000"/>
              <a:gd name="connsiteY122" fmla="*/ 3169370 h 6858000"/>
              <a:gd name="connsiteX123" fmla="*/ 11154968 w 12192000"/>
              <a:gd name="connsiteY123" fmla="*/ 3132974 h 6858000"/>
              <a:gd name="connsiteX124" fmla="*/ 11120502 w 12192000"/>
              <a:gd name="connsiteY124" fmla="*/ 3102642 h 6858000"/>
              <a:gd name="connsiteX125" fmla="*/ 10967470 w 12192000"/>
              <a:gd name="connsiteY125" fmla="*/ 3030401 h 6858000"/>
              <a:gd name="connsiteX126" fmla="*/ 11049914 w 12192000"/>
              <a:gd name="connsiteY126" fmla="*/ 2970015 h 6858000"/>
              <a:gd name="connsiteX127" fmla="*/ 10618944 w 12192000"/>
              <a:gd name="connsiteY127" fmla="*/ 2685183 h 6858000"/>
              <a:gd name="connsiteX128" fmla="*/ 10566830 w 12192000"/>
              <a:gd name="connsiteY128" fmla="*/ 2641617 h 6858000"/>
              <a:gd name="connsiteX129" fmla="*/ 10290271 w 12192000"/>
              <a:gd name="connsiteY129" fmla="*/ 2536011 h 6858000"/>
              <a:gd name="connsiteX130" fmla="*/ 10005715 w 12192000"/>
              <a:gd name="connsiteY130" fmla="*/ 2461288 h 6858000"/>
              <a:gd name="connsiteX131" fmla="*/ 10203414 w 12192000"/>
              <a:gd name="connsiteY131" fmla="*/ 2303568 h 6858000"/>
              <a:gd name="connsiteX132" fmla="*/ 9901487 w 12192000"/>
              <a:gd name="connsiteY132" fmla="*/ 2266895 h 6858000"/>
              <a:gd name="connsiteX133" fmla="*/ 9871984 w 12192000"/>
              <a:gd name="connsiteY133" fmla="*/ 2267999 h 6858000"/>
              <a:gd name="connsiteX134" fmla="*/ 9279158 w 12192000"/>
              <a:gd name="connsiteY134" fmla="*/ 2243734 h 6858000"/>
              <a:gd name="connsiteX135" fmla="*/ 8429350 w 12192000"/>
              <a:gd name="connsiteY135" fmla="*/ 2163219 h 6858000"/>
              <a:gd name="connsiteX136" fmla="*/ 7725955 w 12192000"/>
              <a:gd name="connsiteY136" fmla="*/ 2114967 h 6858000"/>
              <a:gd name="connsiteX137" fmla="*/ 6977065 w 12192000"/>
              <a:gd name="connsiteY137" fmla="*/ 2021218 h 6858000"/>
              <a:gd name="connsiteX138" fmla="*/ 6941221 w 12192000"/>
              <a:gd name="connsiteY138" fmla="*/ 201518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6941221" y="2015186"/>
                </a:moveTo>
                <a:cubicBezTo>
                  <a:pt x="6929158" y="2014876"/>
                  <a:pt x="6917508" y="2018599"/>
                  <a:pt x="6907857" y="2033351"/>
                </a:cubicBezTo>
                <a:cubicBezTo>
                  <a:pt x="6959143" y="2072228"/>
                  <a:pt x="7024491" y="2057614"/>
                  <a:pt x="7093700" y="2101457"/>
                </a:cubicBezTo>
                <a:cubicBezTo>
                  <a:pt x="6981202" y="2087669"/>
                  <a:pt x="6892139" y="2076639"/>
                  <a:pt x="6803079" y="2065612"/>
                </a:cubicBezTo>
                <a:cubicBezTo>
                  <a:pt x="6801424" y="2073332"/>
                  <a:pt x="6799770" y="2081052"/>
                  <a:pt x="6798115" y="2088772"/>
                </a:cubicBezTo>
                <a:cubicBezTo>
                  <a:pt x="6911993" y="2105040"/>
                  <a:pt x="7017322" y="2146951"/>
                  <a:pt x="7128167" y="2176455"/>
                </a:cubicBezTo>
                <a:cubicBezTo>
                  <a:pt x="7117964" y="2194655"/>
                  <a:pt x="7107764" y="2191070"/>
                  <a:pt x="7098663" y="2189968"/>
                </a:cubicBezTo>
                <a:cubicBezTo>
                  <a:pt x="7039381" y="2182798"/>
                  <a:pt x="6980099" y="2175629"/>
                  <a:pt x="6923298" y="2156052"/>
                </a:cubicBezTo>
                <a:cubicBezTo>
                  <a:pt x="6910614" y="2151639"/>
                  <a:pt x="6895172" y="2151639"/>
                  <a:pt x="6888004" y="2164875"/>
                </a:cubicBezTo>
                <a:cubicBezTo>
                  <a:pt x="6877801" y="2183625"/>
                  <a:pt x="6892414" y="2195758"/>
                  <a:pt x="6905375" y="2205958"/>
                </a:cubicBezTo>
                <a:cubicBezTo>
                  <a:pt x="6927985" y="2223606"/>
                  <a:pt x="6955282" y="2218643"/>
                  <a:pt x="6981477" y="2221951"/>
                </a:cubicBezTo>
                <a:cubicBezTo>
                  <a:pt x="7051237" y="2230499"/>
                  <a:pt x="7084601" y="2257245"/>
                  <a:pt x="7100043" y="2318459"/>
                </a:cubicBezTo>
                <a:cubicBezTo>
                  <a:pt x="7038829" y="2293642"/>
                  <a:pt x="6979822" y="2324249"/>
                  <a:pt x="6920540" y="2306877"/>
                </a:cubicBezTo>
                <a:cubicBezTo>
                  <a:pt x="6905099" y="2302466"/>
                  <a:pt x="6880559" y="2309083"/>
                  <a:pt x="6888831" y="2330314"/>
                </a:cubicBezTo>
                <a:cubicBezTo>
                  <a:pt x="6896552" y="2350168"/>
                  <a:pt x="6922195" y="2364505"/>
                  <a:pt x="6876698" y="2360645"/>
                </a:cubicBezTo>
                <a:cubicBezTo>
                  <a:pt x="6844163" y="2357887"/>
                  <a:pt x="6780468" y="2380223"/>
                  <a:pt x="6807214" y="2385736"/>
                </a:cubicBezTo>
                <a:cubicBezTo>
                  <a:pt x="6840853" y="2392631"/>
                  <a:pt x="6873666" y="2402557"/>
                  <a:pt x="6916405" y="2413862"/>
                </a:cubicBezTo>
                <a:cubicBezTo>
                  <a:pt x="6869254" y="2432335"/>
                  <a:pt x="6835338" y="2428475"/>
                  <a:pt x="6799770" y="2413862"/>
                </a:cubicBezTo>
                <a:cubicBezTo>
                  <a:pt x="6756756" y="2396214"/>
                  <a:pt x="6700781" y="2374708"/>
                  <a:pt x="6665762" y="2394561"/>
                </a:cubicBezTo>
                <a:cubicBezTo>
                  <a:pt x="6613373" y="2424340"/>
                  <a:pt x="6569807" y="2405589"/>
                  <a:pt x="6522933" y="2400626"/>
                </a:cubicBezTo>
                <a:cubicBezTo>
                  <a:pt x="6427531" y="2390424"/>
                  <a:pt x="6332953" y="2373328"/>
                  <a:pt x="6237275" y="2365057"/>
                </a:cubicBezTo>
                <a:cubicBezTo>
                  <a:pt x="6198948" y="2361748"/>
                  <a:pt x="6157588" y="2346032"/>
                  <a:pt x="6101338" y="2367538"/>
                </a:cubicBezTo>
                <a:cubicBezTo>
                  <a:pt x="6356116" y="2477556"/>
                  <a:pt x="6629642" y="2470664"/>
                  <a:pt x="6857121" y="2606875"/>
                </a:cubicBezTo>
                <a:cubicBezTo>
                  <a:pt x="6847471" y="2619834"/>
                  <a:pt x="6798391" y="2656782"/>
                  <a:pt x="6818519" y="2659539"/>
                </a:cubicBezTo>
                <a:cubicBezTo>
                  <a:pt x="6875044" y="2667537"/>
                  <a:pt x="6925227" y="2694558"/>
                  <a:pt x="6976790" y="2716892"/>
                </a:cubicBezTo>
                <a:cubicBezTo>
                  <a:pt x="6999125" y="2726543"/>
                  <a:pt x="7026146" y="2739227"/>
                  <a:pt x="7015669" y="2773693"/>
                </a:cubicBezTo>
                <a:cubicBezTo>
                  <a:pt x="6996642" y="2783343"/>
                  <a:pt x="6982580" y="2769833"/>
                  <a:pt x="6966864" y="2768730"/>
                </a:cubicBezTo>
                <a:cubicBezTo>
                  <a:pt x="6950871" y="2767628"/>
                  <a:pt x="6915025" y="2774796"/>
                  <a:pt x="6924953" y="2779483"/>
                </a:cubicBezTo>
                <a:cubicBezTo>
                  <a:pt x="6970172" y="2800715"/>
                  <a:pt x="6888831" y="2851726"/>
                  <a:pt x="6942323" y="2851726"/>
                </a:cubicBezTo>
                <a:cubicBezTo>
                  <a:pt x="7031937" y="2852001"/>
                  <a:pt x="7079638" y="2942441"/>
                  <a:pt x="7165943" y="2944924"/>
                </a:cubicBezTo>
                <a:cubicBezTo>
                  <a:pt x="7179728" y="2945198"/>
                  <a:pt x="7186346" y="2961191"/>
                  <a:pt x="7186071" y="2975254"/>
                </a:cubicBezTo>
                <a:cubicBezTo>
                  <a:pt x="7186071" y="2992074"/>
                  <a:pt x="7173387" y="2995107"/>
                  <a:pt x="7159325" y="2996762"/>
                </a:cubicBezTo>
                <a:cubicBezTo>
                  <a:pt x="7137817" y="2999242"/>
                  <a:pt x="7115483" y="2975254"/>
                  <a:pt x="7087082" y="3007790"/>
                </a:cubicBezTo>
                <a:cubicBezTo>
                  <a:pt x="7138094" y="3026815"/>
                  <a:pt x="7189103" y="3045842"/>
                  <a:pt x="7188276" y="3111191"/>
                </a:cubicBezTo>
                <a:cubicBezTo>
                  <a:pt x="7188001" y="3128836"/>
                  <a:pt x="7209232" y="3135454"/>
                  <a:pt x="7225225" y="3139866"/>
                </a:cubicBezTo>
                <a:cubicBezTo>
                  <a:pt x="7251696" y="3147036"/>
                  <a:pt x="7274028" y="3159720"/>
                  <a:pt x="7288368" y="3184260"/>
                </a:cubicBezTo>
                <a:cubicBezTo>
                  <a:pt x="7288092" y="3188948"/>
                  <a:pt x="7287816" y="3193910"/>
                  <a:pt x="7289471" y="3197771"/>
                </a:cubicBezTo>
                <a:cubicBezTo>
                  <a:pt x="7284784" y="3257053"/>
                  <a:pt x="7246181" y="3255398"/>
                  <a:pt x="7203442" y="3245472"/>
                </a:cubicBezTo>
                <a:cubicBezTo>
                  <a:pt x="7152432" y="3233340"/>
                  <a:pt x="7101973" y="3211281"/>
                  <a:pt x="7048205" y="3232512"/>
                </a:cubicBezTo>
                <a:cubicBezTo>
                  <a:pt x="7124032" y="3260913"/>
                  <a:pt x="7206475" y="3263118"/>
                  <a:pt x="7277614" y="3303652"/>
                </a:cubicBezTo>
                <a:cubicBezTo>
                  <a:pt x="7017322" y="3311097"/>
                  <a:pt x="6787361" y="3183155"/>
                  <a:pt x="6535066" y="3134077"/>
                </a:cubicBezTo>
                <a:cubicBezTo>
                  <a:pt x="6543614" y="3166887"/>
                  <a:pt x="6564017" y="3173505"/>
                  <a:pt x="6582492" y="3178469"/>
                </a:cubicBezTo>
                <a:cubicBezTo>
                  <a:pt x="6675690" y="3203286"/>
                  <a:pt x="6757305" y="3252642"/>
                  <a:pt x="6842233" y="3295379"/>
                </a:cubicBezTo>
                <a:cubicBezTo>
                  <a:pt x="6877249" y="3313026"/>
                  <a:pt x="6902618" y="3330674"/>
                  <a:pt x="6915853" y="3368725"/>
                </a:cubicBezTo>
                <a:cubicBezTo>
                  <a:pt x="6927710" y="3403192"/>
                  <a:pt x="6950596" y="3419185"/>
                  <a:pt x="6993058" y="3409257"/>
                </a:cubicBezTo>
                <a:cubicBezTo>
                  <a:pt x="7027524" y="3400985"/>
                  <a:pt x="7065299" y="3405397"/>
                  <a:pt x="7101421" y="3408430"/>
                </a:cubicBezTo>
                <a:cubicBezTo>
                  <a:pt x="7143057" y="3411739"/>
                  <a:pt x="7189655" y="3450618"/>
                  <a:pt x="7178350" y="3470746"/>
                </a:cubicBezTo>
                <a:cubicBezTo>
                  <a:pt x="7159050" y="3504937"/>
                  <a:pt x="7126789" y="3487842"/>
                  <a:pt x="7098112" y="3483982"/>
                </a:cubicBezTo>
                <a:cubicBezTo>
                  <a:pt x="7065575" y="3479295"/>
                  <a:pt x="7005191" y="3469643"/>
                  <a:pt x="7004088" y="3473780"/>
                </a:cubicBezTo>
                <a:cubicBezTo>
                  <a:pt x="6982854" y="3559532"/>
                  <a:pt x="6833408" y="3484809"/>
                  <a:pt x="6801147" y="3477087"/>
                </a:cubicBezTo>
                <a:cubicBezTo>
                  <a:pt x="6760891" y="3467437"/>
                  <a:pt x="6723115" y="3485085"/>
                  <a:pt x="6684788" y="3489220"/>
                </a:cubicBezTo>
                <a:cubicBezTo>
                  <a:pt x="6650597" y="3493080"/>
                  <a:pt x="6457309" y="3504937"/>
                  <a:pt x="6417328" y="3468539"/>
                </a:cubicBezTo>
                <a:cubicBezTo>
                  <a:pt x="6411813" y="3496940"/>
                  <a:pt x="6423393" y="3508521"/>
                  <a:pt x="6433045" y="3521481"/>
                </a:cubicBezTo>
                <a:cubicBezTo>
                  <a:pt x="6446556" y="3539954"/>
                  <a:pt x="6448762" y="3552914"/>
                  <a:pt x="6423117" y="3567527"/>
                </a:cubicBezTo>
                <a:cubicBezTo>
                  <a:pt x="6350049" y="3609441"/>
                  <a:pt x="6351153" y="3610818"/>
                  <a:pt x="6419258" y="3667620"/>
                </a:cubicBezTo>
                <a:cubicBezTo>
                  <a:pt x="6422568" y="3670100"/>
                  <a:pt x="6421188" y="3678373"/>
                  <a:pt x="6421740" y="3683888"/>
                </a:cubicBezTo>
                <a:cubicBezTo>
                  <a:pt x="6403817" y="3692711"/>
                  <a:pt x="6382861" y="3670652"/>
                  <a:pt x="6361906" y="3694366"/>
                </a:cubicBezTo>
                <a:cubicBezTo>
                  <a:pt x="6453173" y="3798591"/>
                  <a:pt x="6592418" y="3824234"/>
                  <a:pt x="6718429" y="3902544"/>
                </a:cubicBezTo>
                <a:cubicBezTo>
                  <a:pt x="6616407" y="3928462"/>
                  <a:pt x="6555194" y="3838022"/>
                  <a:pt x="6480195" y="3849603"/>
                </a:cubicBezTo>
                <a:cubicBezTo>
                  <a:pt x="6442696" y="3878004"/>
                  <a:pt x="6554091" y="3923499"/>
                  <a:pt x="6447934" y="3937011"/>
                </a:cubicBezTo>
                <a:cubicBezTo>
                  <a:pt x="6493983" y="3961826"/>
                  <a:pt x="6528173" y="3986089"/>
                  <a:pt x="6559882" y="4014767"/>
                </a:cubicBezTo>
                <a:cubicBezTo>
                  <a:pt x="6616407" y="4066053"/>
                  <a:pt x="6627437" y="4099693"/>
                  <a:pt x="6601241" y="4168626"/>
                </a:cubicBezTo>
                <a:cubicBezTo>
                  <a:pt x="6584145" y="4213846"/>
                  <a:pt x="6559054" y="4255483"/>
                  <a:pt x="6581113" y="4309250"/>
                </a:cubicBezTo>
                <a:cubicBezTo>
                  <a:pt x="6596553" y="4346198"/>
                  <a:pt x="6590487" y="4370461"/>
                  <a:pt x="6533136" y="4353918"/>
                </a:cubicBezTo>
                <a:cubicBezTo>
                  <a:pt x="6471372" y="4336270"/>
                  <a:pt x="6448211" y="4369358"/>
                  <a:pt x="6463651" y="4434156"/>
                </a:cubicBezTo>
                <a:cubicBezTo>
                  <a:pt x="6473577" y="4475792"/>
                  <a:pt x="6463099" y="4488475"/>
                  <a:pt x="6420637" y="4483787"/>
                </a:cubicBezTo>
                <a:cubicBezTo>
                  <a:pt x="6373762" y="4478549"/>
                  <a:pt x="6329093" y="4451251"/>
                  <a:pt x="6271190" y="4464487"/>
                </a:cubicBezTo>
                <a:cubicBezTo>
                  <a:pt x="6317512" y="4540039"/>
                  <a:pt x="6416501" y="4518531"/>
                  <a:pt x="6470545" y="4590498"/>
                </a:cubicBezTo>
                <a:cubicBezTo>
                  <a:pt x="6406023" y="4590772"/>
                  <a:pt x="6356666" y="4590498"/>
                  <a:pt x="6308965" y="4574780"/>
                </a:cubicBezTo>
                <a:cubicBezTo>
                  <a:pt x="6289111" y="4568437"/>
                  <a:pt x="6267328" y="4561822"/>
                  <a:pt x="6256301" y="4583603"/>
                </a:cubicBezTo>
                <a:cubicBezTo>
                  <a:pt x="6243340" y="4609798"/>
                  <a:pt x="6270086" y="4619724"/>
                  <a:pt x="6286354" y="4624412"/>
                </a:cubicBezTo>
                <a:cubicBezTo>
                  <a:pt x="6332128" y="4637647"/>
                  <a:pt x="6367144" y="4669081"/>
                  <a:pt x="6404920" y="4693621"/>
                </a:cubicBezTo>
                <a:cubicBezTo>
                  <a:pt x="6487915" y="4747390"/>
                  <a:pt x="6578908" y="4792334"/>
                  <a:pt x="6649220" y="4881120"/>
                </a:cubicBezTo>
                <a:cubicBezTo>
                  <a:pt x="6560709" y="4858509"/>
                  <a:pt x="6494809" y="4805845"/>
                  <a:pt x="6412640" y="4795092"/>
                </a:cubicBezTo>
                <a:cubicBezTo>
                  <a:pt x="6483779" y="4875881"/>
                  <a:pt x="6575322" y="4929098"/>
                  <a:pt x="6661902" y="4987828"/>
                </a:cubicBezTo>
                <a:cubicBezTo>
                  <a:pt x="6686719" y="5004373"/>
                  <a:pt x="6711811" y="5015678"/>
                  <a:pt x="6717325" y="5051798"/>
                </a:cubicBezTo>
                <a:cubicBezTo>
                  <a:pt x="6728079" y="5121834"/>
                  <a:pt x="6760340" y="5179738"/>
                  <a:pt x="6829272" y="5210619"/>
                </a:cubicBezTo>
                <a:cubicBezTo>
                  <a:pt x="6829824" y="5210897"/>
                  <a:pt x="6825965" y="5221375"/>
                  <a:pt x="6823757" y="5228542"/>
                </a:cubicBezTo>
                <a:cubicBezTo>
                  <a:pt x="6781571" y="5230749"/>
                  <a:pt x="6748207" y="5189388"/>
                  <a:pt x="6694439" y="5202899"/>
                </a:cubicBezTo>
                <a:cubicBezTo>
                  <a:pt x="6746002" y="5259148"/>
                  <a:pt x="6789016" y="5309609"/>
                  <a:pt x="6862085" y="5336355"/>
                </a:cubicBezTo>
                <a:cubicBezTo>
                  <a:pt x="6920540" y="5357586"/>
                  <a:pt x="6992783" y="5369994"/>
                  <a:pt x="7035246" y="5438926"/>
                </a:cubicBezTo>
                <a:cubicBezTo>
                  <a:pt x="6985889" y="5452439"/>
                  <a:pt x="6949216" y="5435343"/>
                  <a:pt x="6912268" y="5423210"/>
                </a:cubicBezTo>
                <a:cubicBezTo>
                  <a:pt x="6855743" y="5404461"/>
                  <a:pt x="6799770" y="5383230"/>
                  <a:pt x="6743244" y="5364479"/>
                </a:cubicBezTo>
                <a:cubicBezTo>
                  <a:pt x="6721737" y="5357310"/>
                  <a:pt x="6698299" y="5352346"/>
                  <a:pt x="6684513" y="5386538"/>
                </a:cubicBezTo>
                <a:cubicBezTo>
                  <a:pt x="6756480" y="5393708"/>
                  <a:pt x="6799494" y="5440031"/>
                  <a:pt x="6844713" y="5483595"/>
                </a:cubicBezTo>
                <a:cubicBezTo>
                  <a:pt x="6870082" y="5508135"/>
                  <a:pt x="6890762" y="5540948"/>
                  <a:pt x="6936533" y="5528541"/>
                </a:cubicBezTo>
                <a:cubicBezTo>
                  <a:pt x="6960522" y="5521923"/>
                  <a:pt x="6975687" y="5540396"/>
                  <a:pt x="6973204" y="5563007"/>
                </a:cubicBezTo>
                <a:cubicBezTo>
                  <a:pt x="6964106" y="5642695"/>
                  <a:pt x="7020080" y="5670543"/>
                  <a:pt x="7077983" y="5685983"/>
                </a:cubicBezTo>
                <a:cubicBezTo>
                  <a:pt x="7187726" y="5714935"/>
                  <a:pt x="7278993" y="5783041"/>
                  <a:pt x="7385702" y="5820265"/>
                </a:cubicBezTo>
                <a:cubicBezTo>
                  <a:pt x="7489378" y="5856387"/>
                  <a:pt x="7569615" y="5942139"/>
                  <a:pt x="7673565" y="5987085"/>
                </a:cubicBezTo>
                <a:cubicBezTo>
                  <a:pt x="7748843" y="6019621"/>
                  <a:pt x="7820807" y="6061533"/>
                  <a:pt x="7898289" y="6091035"/>
                </a:cubicBezTo>
                <a:cubicBezTo>
                  <a:pt x="8081651" y="6160795"/>
                  <a:pt x="8268598" y="6216770"/>
                  <a:pt x="8466299" y="6224765"/>
                </a:cubicBezTo>
                <a:cubicBezTo>
                  <a:pt x="8629532" y="6231107"/>
                  <a:pt x="10045419" y="6225043"/>
                  <a:pt x="10620599" y="5317605"/>
                </a:cubicBezTo>
                <a:cubicBezTo>
                  <a:pt x="10631626" y="5313192"/>
                  <a:pt x="10644035" y="5301612"/>
                  <a:pt x="10647894" y="5290581"/>
                </a:cubicBezTo>
                <a:cubicBezTo>
                  <a:pt x="10666370" y="5239020"/>
                  <a:pt x="10711590" y="5216686"/>
                  <a:pt x="10752398" y="5188838"/>
                </a:cubicBezTo>
                <a:cubicBezTo>
                  <a:pt x="10788244" y="5164297"/>
                  <a:pt x="10826296" y="5138654"/>
                  <a:pt x="10841186" y="5097293"/>
                </a:cubicBezTo>
                <a:cubicBezTo>
                  <a:pt x="10860762" y="5042147"/>
                  <a:pt x="10805064" y="5087367"/>
                  <a:pt x="10794861" y="5066412"/>
                </a:cubicBezTo>
                <a:cubicBezTo>
                  <a:pt x="10816092" y="5037737"/>
                  <a:pt x="10848906" y="5011540"/>
                  <a:pt x="10857454" y="4979004"/>
                </a:cubicBezTo>
                <a:cubicBezTo>
                  <a:pt x="10888610" y="4861543"/>
                  <a:pt x="10955890" y="4776065"/>
                  <a:pt x="11056532" y="4709613"/>
                </a:cubicBezTo>
                <a:cubicBezTo>
                  <a:pt x="11085484" y="4690588"/>
                  <a:pt x="11104509" y="4655845"/>
                  <a:pt x="11143939" y="4650332"/>
                </a:cubicBezTo>
                <a:cubicBezTo>
                  <a:pt x="11231622" y="4638199"/>
                  <a:pt x="11204048" y="4543346"/>
                  <a:pt x="11250372" y="4501160"/>
                </a:cubicBezTo>
                <a:cubicBezTo>
                  <a:pt x="11259196" y="4493162"/>
                  <a:pt x="11267190" y="4477447"/>
                  <a:pt x="11265538" y="4466694"/>
                </a:cubicBezTo>
                <a:cubicBezTo>
                  <a:pt x="11263056" y="4451251"/>
                  <a:pt x="11252578" y="4436638"/>
                  <a:pt x="11243755" y="4422850"/>
                </a:cubicBezTo>
                <a:cubicBezTo>
                  <a:pt x="11234654" y="4409065"/>
                  <a:pt x="11220870" y="4396932"/>
                  <a:pt x="11227486" y="4378734"/>
                </a:cubicBezTo>
                <a:cubicBezTo>
                  <a:pt x="11230242" y="4371289"/>
                  <a:pt x="11228314" y="4345371"/>
                  <a:pt x="11248718" y="4365774"/>
                </a:cubicBezTo>
                <a:cubicBezTo>
                  <a:pt x="11304692" y="4421748"/>
                  <a:pt x="11337228" y="4368809"/>
                  <a:pt x="11385204" y="4343440"/>
                </a:cubicBezTo>
                <a:cubicBezTo>
                  <a:pt x="11346603" y="4317245"/>
                  <a:pt x="11311861" y="4298772"/>
                  <a:pt x="11306070" y="4259618"/>
                </a:cubicBezTo>
                <a:cubicBezTo>
                  <a:pt x="11294214" y="4178828"/>
                  <a:pt x="11243480" y="4141880"/>
                  <a:pt x="11166550" y="4134711"/>
                </a:cubicBezTo>
                <a:cubicBezTo>
                  <a:pt x="11194949" y="4056679"/>
                  <a:pt x="11194949" y="4056679"/>
                  <a:pt x="11103130" y="4045924"/>
                </a:cubicBezTo>
                <a:cubicBezTo>
                  <a:pt x="11138425" y="3996293"/>
                  <a:pt x="11138425" y="3983609"/>
                  <a:pt x="11095686" y="3966514"/>
                </a:cubicBezTo>
                <a:cubicBezTo>
                  <a:pt x="11054602" y="3950245"/>
                  <a:pt x="11009106" y="3944730"/>
                  <a:pt x="10971054" y="3919640"/>
                </a:cubicBezTo>
                <a:cubicBezTo>
                  <a:pt x="11006073" y="3856221"/>
                  <a:pt x="11015998" y="3782600"/>
                  <a:pt x="11088241" y="3751718"/>
                </a:cubicBezTo>
                <a:cubicBezTo>
                  <a:pt x="11099546" y="3747030"/>
                  <a:pt x="11107266" y="3728004"/>
                  <a:pt x="11100098" y="3716977"/>
                </a:cubicBezTo>
                <a:cubicBezTo>
                  <a:pt x="11073904" y="3676995"/>
                  <a:pt x="11111404" y="3601168"/>
                  <a:pt x="11029786" y="3592621"/>
                </a:cubicBezTo>
                <a:cubicBezTo>
                  <a:pt x="11019583" y="3591793"/>
                  <a:pt x="11010208" y="3583520"/>
                  <a:pt x="11018206" y="3572767"/>
                </a:cubicBezTo>
                <a:cubicBezTo>
                  <a:pt x="11045779" y="3535268"/>
                  <a:pt x="11012415" y="3537749"/>
                  <a:pt x="10992287" y="3533061"/>
                </a:cubicBezTo>
                <a:cubicBezTo>
                  <a:pt x="10968022" y="3527271"/>
                  <a:pt x="10940448" y="3543816"/>
                  <a:pt x="10917838" y="3523410"/>
                </a:cubicBezTo>
                <a:cubicBezTo>
                  <a:pt x="10923078" y="3501903"/>
                  <a:pt x="10942654" y="3502179"/>
                  <a:pt x="10956441" y="3495287"/>
                </a:cubicBezTo>
                <a:cubicBezTo>
                  <a:pt x="10996698" y="3475433"/>
                  <a:pt x="11029511" y="3451721"/>
                  <a:pt x="11031442" y="3400159"/>
                </a:cubicBezTo>
                <a:cubicBezTo>
                  <a:pt x="11032818" y="3358523"/>
                  <a:pt x="11037230" y="3321850"/>
                  <a:pt x="10981533" y="3309166"/>
                </a:cubicBezTo>
                <a:cubicBezTo>
                  <a:pt x="10958372" y="3303927"/>
                  <a:pt x="10964990" y="3273873"/>
                  <a:pt x="10978225" y="3258982"/>
                </a:cubicBezTo>
                <a:cubicBezTo>
                  <a:pt x="11001938" y="3232512"/>
                  <a:pt x="11021514" y="3197219"/>
                  <a:pt x="11062322" y="3194737"/>
                </a:cubicBezTo>
                <a:cubicBezTo>
                  <a:pt x="11087138" y="3193084"/>
                  <a:pt x="11106164" y="3182053"/>
                  <a:pt x="11125742" y="3169370"/>
                </a:cubicBezTo>
                <a:cubicBezTo>
                  <a:pt x="11139802" y="3160269"/>
                  <a:pt x="11156622" y="3152550"/>
                  <a:pt x="11154968" y="3132974"/>
                </a:cubicBezTo>
                <a:cubicBezTo>
                  <a:pt x="11153315" y="3114223"/>
                  <a:pt x="11137046" y="3106503"/>
                  <a:pt x="11120502" y="3102642"/>
                </a:cubicBezTo>
                <a:cubicBezTo>
                  <a:pt x="11065355" y="3090235"/>
                  <a:pt x="11013518" y="3072037"/>
                  <a:pt x="10967470" y="3030401"/>
                </a:cubicBezTo>
                <a:cubicBezTo>
                  <a:pt x="10998076" y="3008342"/>
                  <a:pt x="11027304" y="2992350"/>
                  <a:pt x="11049914" y="2970015"/>
                </a:cubicBezTo>
                <a:cubicBezTo>
                  <a:pt x="11104509" y="2915972"/>
                  <a:pt x="10642106" y="2745845"/>
                  <a:pt x="10618944" y="2685183"/>
                </a:cubicBezTo>
                <a:cubicBezTo>
                  <a:pt x="10611775" y="2666432"/>
                  <a:pt x="10587235" y="2647132"/>
                  <a:pt x="10566830" y="2641617"/>
                </a:cubicBezTo>
                <a:cubicBezTo>
                  <a:pt x="10471151" y="2615699"/>
                  <a:pt x="10388156" y="2557518"/>
                  <a:pt x="10290271" y="2536011"/>
                </a:cubicBezTo>
                <a:cubicBezTo>
                  <a:pt x="10197900" y="2515607"/>
                  <a:pt x="10106908" y="2488309"/>
                  <a:pt x="10005715" y="2461288"/>
                </a:cubicBezTo>
                <a:cubicBezTo>
                  <a:pt x="10067754" y="2393457"/>
                  <a:pt x="10177772" y="2401454"/>
                  <a:pt x="10203414" y="2303568"/>
                </a:cubicBezTo>
                <a:cubicBezTo>
                  <a:pt x="10103324" y="2278201"/>
                  <a:pt x="9997996" y="2307154"/>
                  <a:pt x="9901487" y="2266895"/>
                </a:cubicBezTo>
                <a:cubicBezTo>
                  <a:pt x="9893216" y="2263312"/>
                  <a:pt x="9881910" y="2266895"/>
                  <a:pt x="9871984" y="2267999"/>
                </a:cubicBezTo>
                <a:cubicBezTo>
                  <a:pt x="9673181" y="2289506"/>
                  <a:pt x="9475204" y="2270758"/>
                  <a:pt x="9279158" y="2243734"/>
                </a:cubicBezTo>
                <a:cubicBezTo>
                  <a:pt x="8996808" y="2205133"/>
                  <a:pt x="8713354" y="2180592"/>
                  <a:pt x="8429350" y="2163219"/>
                </a:cubicBezTo>
                <a:cubicBezTo>
                  <a:pt x="8194701" y="2148882"/>
                  <a:pt x="7959502" y="2142541"/>
                  <a:pt x="7725955" y="2114967"/>
                </a:cubicBezTo>
                <a:cubicBezTo>
                  <a:pt x="7476142" y="2085464"/>
                  <a:pt x="7226605" y="2052100"/>
                  <a:pt x="6977065" y="2021218"/>
                </a:cubicBezTo>
                <a:cubicBezTo>
                  <a:pt x="6965761" y="2019839"/>
                  <a:pt x="6953283" y="2015496"/>
                  <a:pt x="6941221" y="201518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Paper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485" y="583565"/>
            <a:ext cx="11714480" cy="4369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Title -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FPGA-based Implementation of a Tree-based Classifier using HW-SW Co-design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i="0" dirty="0">
                <a:effectLst/>
                <a:latin typeface="HelveticaNeue Regular"/>
              </a:rPr>
              <a:t>Authors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HelveticaNeue Regular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HelveticaNeue Regular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i="0" dirty="0">
                <a:effectLst/>
                <a:latin typeface="HelveticaNeue Regular"/>
              </a:rPr>
              <a:t>Published in: </a:t>
            </a:r>
            <a:r>
              <a:rPr lang="en-US" sz="1600" b="0" i="0" u="none" strike="noStrike" dirty="0">
                <a:effectLst/>
                <a:latin typeface="HelveticaNeue Regular"/>
                <a:hlinkClick r:id="rId2"/>
              </a:rPr>
              <a:t>2019 6th International Conference on Advanced Control Circuits and Systems (ACCS) &amp; 2019 5th International Conference on New Paradigms in Electronics &amp; information Technology (PEIT)</a:t>
            </a:r>
            <a:endParaRPr lang="en-US" sz="1600" b="0" i="0" u="none" strike="noStrike" dirty="0">
              <a:effectLst/>
              <a:latin typeface="HelveticaNeue Regular"/>
            </a:endParaRPr>
          </a:p>
          <a:p>
            <a:pPr>
              <a:lnSpc>
                <a:spcPct val="150000"/>
              </a:lnSpc>
            </a:pPr>
            <a:endParaRPr lang="en-US" sz="1600" b="0" i="0" u="none" strike="noStrike" dirty="0">
              <a:effectLst/>
              <a:latin typeface="HelveticaNeue Regular"/>
            </a:endParaRPr>
          </a:p>
          <a:p>
            <a:pPr>
              <a:lnSpc>
                <a:spcPct val="150000"/>
              </a:lnSpc>
            </a:pPr>
            <a:r>
              <a:rPr lang="en-US" sz="1600" b="1" i="0" dirty="0">
                <a:effectLst/>
                <a:latin typeface="HelveticaNeue Regular"/>
              </a:rPr>
              <a:t>Date of Conference: </a:t>
            </a:r>
            <a:r>
              <a:rPr lang="en-US" sz="1600" b="0" i="0" dirty="0">
                <a:effectLst/>
                <a:latin typeface="HelveticaNeue Regular"/>
              </a:rPr>
              <a:t>17-20 November 2019</a:t>
            </a:r>
          </a:p>
          <a:p>
            <a:pPr>
              <a:lnSpc>
                <a:spcPct val="150000"/>
              </a:lnSpc>
            </a:pPr>
            <a:r>
              <a:rPr lang="en-US" sz="1600" b="1" i="0" dirty="0">
                <a:effectLst/>
                <a:latin typeface="HelveticaNeue Regular"/>
              </a:rPr>
              <a:t>Date Added to IEEE Xplore: </a:t>
            </a:r>
            <a:r>
              <a:rPr lang="en-US" sz="1600" b="0" i="0" dirty="0">
                <a:effectLst/>
                <a:latin typeface="HelveticaNeue Regular"/>
              </a:rPr>
              <a:t>13 April 2020</a:t>
            </a:r>
          </a:p>
          <a:p>
            <a:pPr>
              <a:lnSpc>
                <a:spcPct val="150000"/>
              </a:lnSpc>
            </a:pPr>
            <a:r>
              <a:rPr lang="en-US" sz="1600" b="1" i="0" dirty="0">
                <a:effectLst/>
                <a:latin typeface="HelveticaNeue Regular"/>
              </a:rPr>
              <a:t>ISSN Information: Electronic ISBN:</a:t>
            </a:r>
            <a:r>
              <a:rPr lang="en-US" sz="1600" b="0" i="0" dirty="0">
                <a:effectLst/>
                <a:latin typeface="HelveticaNeue Regular"/>
              </a:rPr>
              <a:t>978-1-7281-6354-3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2F3F584-AB94-4E26-95EA-676D8A883815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29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FD281-BF3D-5DAC-17C4-63EB9AF94F86}"/>
              </a:ext>
            </a:extLst>
          </p:cNvPr>
          <p:cNvSpPr txBox="1"/>
          <p:nvPr/>
        </p:nvSpPr>
        <p:spPr>
          <a:xfrm>
            <a:off x="6260165" y="4241298"/>
            <a:ext cx="6156960" cy="175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i="0" dirty="0">
                <a:effectLst/>
                <a:latin typeface="HelveticaNeue Regular"/>
              </a:rPr>
              <a:t>CD:</a:t>
            </a:r>
            <a:r>
              <a:rPr lang="en-US" sz="2000" b="0" i="0" dirty="0">
                <a:effectLst/>
                <a:latin typeface="HelveticaNeue Regular"/>
              </a:rPr>
              <a:t>978-1-7281-6352-9</a:t>
            </a:r>
            <a:endParaRPr lang="en-US" sz="1800" b="0" i="0" dirty="0">
              <a:effectLst/>
              <a:latin typeface="HelveticaNeue Regular"/>
            </a:endParaRPr>
          </a:p>
          <a:p>
            <a:pPr>
              <a:lnSpc>
                <a:spcPct val="150000"/>
              </a:lnSpc>
            </a:pPr>
            <a:r>
              <a:rPr lang="en-US" sz="1800" b="1" i="0" dirty="0">
                <a:effectLst/>
                <a:latin typeface="HelveticaNeue Regular"/>
              </a:rPr>
              <a:t>DOI:  </a:t>
            </a:r>
            <a:r>
              <a:rPr lang="en-US" sz="1800" b="0" i="0" u="none" strike="noStrike" dirty="0">
                <a:effectLst/>
                <a:latin typeface="HelveticaNeue Regular"/>
                <a:hlinkClick r:id="rId3"/>
              </a:rPr>
              <a:t>10.1109/ACCS-PEIT48329.2019.9062867</a:t>
            </a:r>
            <a:endParaRPr lang="en-US" sz="1800" b="0" i="0" u="none" strike="noStrike" dirty="0">
              <a:effectLst/>
              <a:latin typeface="HelveticaNeue Regular"/>
            </a:endParaRPr>
          </a:p>
          <a:p>
            <a:pPr>
              <a:lnSpc>
                <a:spcPct val="150000"/>
              </a:lnSpc>
            </a:pPr>
            <a:r>
              <a:rPr lang="en-US" sz="1800" b="1" i="0" dirty="0">
                <a:effectLst/>
                <a:latin typeface="HelveticaNeue Regular"/>
              </a:rPr>
              <a:t>Publisher: IEEE</a:t>
            </a:r>
          </a:p>
          <a:p>
            <a:pPr>
              <a:lnSpc>
                <a:spcPct val="150000"/>
              </a:lnSpc>
            </a:pPr>
            <a:r>
              <a:rPr lang="en-US" sz="1800" b="1" i="0" dirty="0">
                <a:effectLst/>
                <a:latin typeface="HelveticaNeue Regular"/>
              </a:rPr>
              <a:t>Conference Location:  </a:t>
            </a:r>
            <a:r>
              <a:rPr lang="en-US" sz="1800" b="0" i="0" dirty="0" err="1">
                <a:effectLst/>
                <a:latin typeface="HelveticaNeue Regular"/>
              </a:rPr>
              <a:t>Hurgada</a:t>
            </a:r>
            <a:r>
              <a:rPr lang="en-US" sz="1800" b="0" i="0" dirty="0">
                <a:effectLst/>
                <a:latin typeface="HelveticaNeue Regular"/>
              </a:rPr>
              <a:t>, Egypt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38DFC-8E17-D298-7124-B49DF1088C41}"/>
              </a:ext>
            </a:extLst>
          </p:cNvPr>
          <p:cNvSpPr txBox="1"/>
          <p:nvPr/>
        </p:nvSpPr>
        <p:spPr>
          <a:xfrm>
            <a:off x="302769" y="1703713"/>
            <a:ext cx="5793232" cy="1294393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i="0" u="none" strike="noStrike" dirty="0" err="1">
                <a:solidFill>
                  <a:srgbClr val="C00000"/>
                </a:solidFill>
                <a:effectLst/>
                <a:latin typeface="HelveticaNeue Regular"/>
              </a:rPr>
              <a:t>Ratshih</a:t>
            </a:r>
            <a:r>
              <a:rPr lang="en-US" sz="1800" b="1" i="0" u="none" strike="noStrike" dirty="0">
                <a:solidFill>
                  <a:srgbClr val="C00000"/>
                </a:solidFill>
                <a:effectLst/>
                <a:latin typeface="HelveticaNeue Regular"/>
              </a:rPr>
              <a:t> Sayed</a:t>
            </a:r>
          </a:p>
          <a:p>
            <a:pPr>
              <a:lnSpc>
                <a:spcPct val="150000"/>
              </a:lnSpc>
            </a:pPr>
            <a:r>
              <a:rPr lang="en-US" sz="1800" b="0" i="0" u="none" strike="noStrike" baseline="0" dirty="0">
                <a:latin typeface="NimbusRomNo9L-ReguItal"/>
              </a:rPr>
              <a:t>Microelectronics Department, Electronics </a:t>
            </a:r>
            <a:r>
              <a:rPr lang="en-US" sz="1800" b="0" i="0" u="none" strike="noStrike" baseline="0" dirty="0">
                <a:ln>
                  <a:solidFill>
                    <a:srgbClr val="002060"/>
                  </a:solidFill>
                </a:ln>
                <a:latin typeface="NimbusRomNo9L-ReguItal"/>
              </a:rPr>
              <a:t>Research</a:t>
            </a:r>
            <a:r>
              <a:rPr lang="en-US" sz="1800" b="0" i="0" u="none" strike="noStrike" baseline="0" dirty="0">
                <a:latin typeface="NimbusRomNo9L-ReguItal"/>
              </a:rPr>
              <a:t> Institute, </a:t>
            </a:r>
            <a:r>
              <a:rPr lang="en-US" sz="1800" b="0" i="0" u="none" strike="noStrike" baseline="0" dirty="0">
                <a:latin typeface="NimbusRomNo9L-Regu"/>
              </a:rPr>
              <a:t>Cairo, Egypt</a:t>
            </a:r>
            <a:endParaRPr lang="en-US" sz="1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16C44-2938-B47E-EBEA-3955C97D01AF}"/>
              </a:ext>
            </a:extLst>
          </p:cNvPr>
          <p:cNvSpPr txBox="1"/>
          <p:nvPr/>
        </p:nvSpPr>
        <p:spPr>
          <a:xfrm>
            <a:off x="6260165" y="1688947"/>
            <a:ext cx="5620350" cy="129439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i="0" u="none" strike="noStrike" dirty="0">
                <a:solidFill>
                  <a:srgbClr val="C00000"/>
                </a:solidFill>
                <a:effectLst/>
                <a:latin typeface="HelveticaNeue Regular"/>
              </a:rPr>
              <a:t>Haytham Azmi</a:t>
            </a:r>
          </a:p>
          <a:p>
            <a:pPr>
              <a:lnSpc>
                <a:spcPct val="150000"/>
              </a:lnSpc>
            </a:pPr>
            <a:r>
              <a:rPr lang="en-US" sz="1800" b="0" i="0" dirty="0">
                <a:effectLst/>
                <a:latin typeface="HelveticaNeue Regular"/>
              </a:rPr>
              <a:t>Microelectronics Department, Electronics Research Institute, Cairo, Egypt</a:t>
            </a:r>
          </a:p>
        </p:txBody>
      </p:sp>
    </p:spTree>
    <p:extLst>
      <p:ext uri="{BB962C8B-B14F-4D97-AF65-F5344CB8AC3E}">
        <p14:creationId xmlns:p14="http://schemas.microsoft.com/office/powerpoint/2010/main" val="1241956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0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03C8B8-7D1F-4A4F-BDFB-57D2D1403270}" type="datetime1">
              <a:rPr lang="en-US" smtClean="0"/>
              <a:pPr>
                <a:spcAft>
                  <a:spcPts val="600"/>
                </a:spcAft>
              </a:pPr>
              <a:t>4/23/2024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99A0BF-B165-43EC-B5EC-4BD64C6CE5A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7407</TotalTime>
  <Words>1651</Words>
  <Application>Microsoft Office PowerPoint</Application>
  <PresentationFormat>Widescreen</PresentationFormat>
  <Paragraphs>330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ADLaM Display</vt:lpstr>
      <vt:lpstr>Arial</vt:lpstr>
      <vt:lpstr>Calibri</vt:lpstr>
      <vt:lpstr>Calibri Light</vt:lpstr>
      <vt:lpstr>HelveticaNeue Regular</vt:lpstr>
      <vt:lpstr>NimbusRomNo9L-Regu</vt:lpstr>
      <vt:lpstr>NimbusRomNo9L-ReguItal</vt:lpstr>
      <vt:lpstr>Times New Roman</vt:lpstr>
      <vt:lpstr>Office Theme</vt:lpstr>
      <vt:lpstr> FPGA-based Implementation of a Tree-based Classifier using       HW-SW Co-design. </vt:lpstr>
      <vt:lpstr>Outline</vt:lpstr>
      <vt:lpstr>Introduction </vt:lpstr>
      <vt:lpstr>Abstract</vt:lpstr>
      <vt:lpstr>Literature Review</vt:lpstr>
      <vt:lpstr>Objective </vt:lpstr>
      <vt:lpstr>Methodology</vt:lpstr>
      <vt:lpstr>Decision Tree Classification</vt:lpstr>
      <vt:lpstr>IMPLEMENTATION APPROACHES</vt:lpstr>
      <vt:lpstr>PROPOSED   IMPLEMENTATION</vt:lpstr>
      <vt:lpstr>EXPERIMENTAL 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in Design Process</vt:lpstr>
      <vt:lpstr>Tools and Software’s</vt:lpstr>
      <vt:lpstr>Conclusion</vt:lpstr>
      <vt:lpstr>Referred Paper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KADIYAM ANUSHA</dc:creator>
  <cp:lastModifiedBy>Jagadeesh .</cp:lastModifiedBy>
  <cp:revision>454</cp:revision>
  <dcterms:created xsi:type="dcterms:W3CDTF">2021-08-02T06:45:34Z</dcterms:created>
  <dcterms:modified xsi:type="dcterms:W3CDTF">2024-04-23T04:49:50Z</dcterms:modified>
</cp:coreProperties>
</file>