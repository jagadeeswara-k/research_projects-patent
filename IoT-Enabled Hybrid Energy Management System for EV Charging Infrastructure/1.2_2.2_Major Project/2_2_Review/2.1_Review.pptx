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7" r:id="rId2"/>
    <p:sldId id="258" r:id="rId3"/>
    <p:sldId id="428" r:id="rId4"/>
    <p:sldId id="429" r:id="rId5"/>
    <p:sldId id="430" r:id="rId6"/>
    <p:sldId id="431" r:id="rId7"/>
    <p:sldId id="432" r:id="rId8"/>
    <p:sldId id="259" r:id="rId9"/>
    <p:sldId id="433" r:id="rId10"/>
    <p:sldId id="386" r:id="rId11"/>
  </p:sldIdLst>
  <p:sldSz cx="12801600" cy="79549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DB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20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841A5A-85A1-4D86-BF9D-2261FD30027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091720C-0371-4777-8791-3A238FEC4D0A}">
      <dgm:prSet/>
      <dgm:spPr/>
      <dgm:t>
        <a:bodyPr/>
        <a:lstStyle/>
        <a:p>
          <a:pPr>
            <a:lnSpc>
              <a:spcPct val="100000"/>
            </a:lnSpc>
          </a:pPr>
          <a:r>
            <a:rPr lang="en-US" b="1"/>
            <a:t>Current Trends</a:t>
          </a:r>
          <a:endParaRPr lang="en-US" dirty="0"/>
        </a:p>
      </dgm:t>
    </dgm:pt>
    <dgm:pt modelId="{5D1FA92D-E6A7-4181-B2AB-991B21CD8657}" type="parTrans" cxnId="{4C21F051-017D-4105-AD4E-1B8D2047728C}">
      <dgm:prSet/>
      <dgm:spPr/>
      <dgm:t>
        <a:bodyPr/>
        <a:lstStyle/>
        <a:p>
          <a:endParaRPr lang="en-US"/>
        </a:p>
      </dgm:t>
    </dgm:pt>
    <dgm:pt modelId="{38F8C7D8-1A75-4753-8BE0-8E04F6698D26}" type="sibTrans" cxnId="{4C21F051-017D-4105-AD4E-1B8D2047728C}">
      <dgm:prSet/>
      <dgm:spPr/>
      <dgm:t>
        <a:bodyPr/>
        <a:lstStyle/>
        <a:p>
          <a:endParaRPr lang="en-US"/>
        </a:p>
      </dgm:t>
    </dgm:pt>
    <dgm:pt modelId="{8B91344A-DBD9-4DB3-8D72-FD1A75778886}">
      <dgm:prSet custT="1"/>
      <dgm:spPr/>
      <dgm:t>
        <a:bodyPr/>
        <a:lstStyle/>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Surging global EV adoption (CAGR of 21.7% from 2023–2030).</a:t>
          </a:r>
        </a:p>
      </dgm:t>
    </dgm:pt>
    <dgm:pt modelId="{E408344F-84A7-450E-AC21-A3ABE1B9AACE}" type="parTrans" cxnId="{8BD8AFC3-074E-4CA5-BFE1-FBD7D513785F}">
      <dgm:prSet/>
      <dgm:spPr/>
      <dgm:t>
        <a:bodyPr/>
        <a:lstStyle/>
        <a:p>
          <a:endParaRPr lang="en-US"/>
        </a:p>
      </dgm:t>
    </dgm:pt>
    <dgm:pt modelId="{29B79082-500B-44E0-8286-53081D6493A0}" type="sibTrans" cxnId="{8BD8AFC3-074E-4CA5-BFE1-FBD7D513785F}">
      <dgm:prSet/>
      <dgm:spPr/>
      <dgm:t>
        <a:bodyPr/>
        <a:lstStyle/>
        <a:p>
          <a:endParaRPr lang="en-US"/>
        </a:p>
      </dgm:t>
    </dgm:pt>
    <dgm:pt modelId="{3E82AC48-DCD7-4B61-93E4-68D91FE09C83}">
      <dgm:prSet custT="1"/>
      <dgm:spPr/>
      <dgm:t>
        <a:bodyPr/>
        <a:lstStyle/>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Shift toward renewable energy (solar/ESS) and smart grid integration.</a:t>
          </a:r>
        </a:p>
      </dgm:t>
    </dgm:pt>
    <dgm:pt modelId="{1744E671-1C85-422D-BC85-404C4164F874}" type="parTrans" cxnId="{B636645D-3BF8-450B-94F6-3382A2305DEA}">
      <dgm:prSet/>
      <dgm:spPr/>
      <dgm:t>
        <a:bodyPr/>
        <a:lstStyle/>
        <a:p>
          <a:endParaRPr lang="en-US"/>
        </a:p>
      </dgm:t>
    </dgm:pt>
    <dgm:pt modelId="{4D92FA84-7ECC-4AFB-8F78-274E1A5412F2}" type="sibTrans" cxnId="{B636645D-3BF8-450B-94F6-3382A2305DEA}">
      <dgm:prSet/>
      <dgm:spPr/>
      <dgm:t>
        <a:bodyPr/>
        <a:lstStyle/>
        <a:p>
          <a:endParaRPr lang="en-US"/>
        </a:p>
      </dgm:t>
    </dgm:pt>
    <dgm:pt modelId="{5EC614C3-CB0A-49A3-A479-57B0AE8E8074}">
      <dgm:prSet custT="1"/>
      <dgm:spPr/>
      <dgm:t>
        <a:bodyPr/>
        <a:lstStyle/>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Demand for fast charging (80% charge in 30 mins) and battery swapping to reduce downtime.</a:t>
          </a:r>
        </a:p>
      </dgm:t>
    </dgm:pt>
    <dgm:pt modelId="{B1F12CB4-9F09-40AA-BE17-34E2CFD23647}" type="parTrans" cxnId="{32429854-CB8A-4AAB-812E-412E15C35F72}">
      <dgm:prSet/>
      <dgm:spPr/>
      <dgm:t>
        <a:bodyPr/>
        <a:lstStyle/>
        <a:p>
          <a:endParaRPr lang="en-US"/>
        </a:p>
      </dgm:t>
    </dgm:pt>
    <dgm:pt modelId="{9598FD0F-6773-4CF7-8C71-5C64423A08B0}" type="sibTrans" cxnId="{32429854-CB8A-4AAB-812E-412E15C35F72}">
      <dgm:prSet/>
      <dgm:spPr/>
      <dgm:t>
        <a:bodyPr/>
        <a:lstStyle/>
        <a:p>
          <a:endParaRPr lang="en-US"/>
        </a:p>
      </dgm:t>
    </dgm:pt>
    <dgm:pt modelId="{7E1AE3AB-410D-4929-AB33-9104EEB31AEE}">
      <dgm:prSet/>
      <dgm:spPr/>
      <dgm:t>
        <a:bodyPr/>
        <a:lstStyle/>
        <a:p>
          <a:pPr>
            <a:lnSpc>
              <a:spcPct val="100000"/>
            </a:lnSpc>
          </a:pPr>
          <a:r>
            <a:rPr lang="en-US" b="1"/>
            <a:t>Technological Limitations</a:t>
          </a:r>
          <a:endParaRPr lang="en-US" dirty="0"/>
        </a:p>
      </dgm:t>
    </dgm:pt>
    <dgm:pt modelId="{33ADE640-9F8F-44E7-B47D-7CF95F0E696F}" type="parTrans" cxnId="{9E455F2E-83C0-48BE-AF0D-86EBA2CC6DB9}">
      <dgm:prSet/>
      <dgm:spPr/>
      <dgm:t>
        <a:bodyPr/>
        <a:lstStyle/>
        <a:p>
          <a:endParaRPr lang="en-US"/>
        </a:p>
      </dgm:t>
    </dgm:pt>
    <dgm:pt modelId="{C0F470F0-1CB1-4DC2-B232-3C713FCE6D53}" type="sibTrans" cxnId="{9E455F2E-83C0-48BE-AF0D-86EBA2CC6DB9}">
      <dgm:prSet/>
      <dgm:spPr/>
      <dgm:t>
        <a:bodyPr/>
        <a:lstStyle/>
        <a:p>
          <a:endParaRPr lang="en-US"/>
        </a:p>
      </dgm:t>
    </dgm:pt>
    <dgm:pt modelId="{32814984-0FB0-45B5-A672-0CAD84331F02}">
      <dgm:prSet/>
      <dgm:spPr/>
      <dgm:t>
        <a:bodyPr/>
        <a:lstStyle/>
        <a:p>
          <a:pPr>
            <a:lnSpc>
              <a:spcPct val="100000"/>
            </a:lnSpc>
          </a:pPr>
          <a:r>
            <a:rPr lang="en-US" b="1"/>
            <a:t>Grid Instability</a:t>
          </a:r>
          <a:endParaRPr lang="en-US" dirty="0"/>
        </a:p>
      </dgm:t>
    </dgm:pt>
    <dgm:pt modelId="{08D18E75-3095-4E28-BE1B-CC1ECD86488F}" type="parTrans" cxnId="{6F9C89AD-DDBF-49D6-8976-761283142AF4}">
      <dgm:prSet/>
      <dgm:spPr/>
      <dgm:t>
        <a:bodyPr/>
        <a:lstStyle/>
        <a:p>
          <a:endParaRPr lang="en-US"/>
        </a:p>
      </dgm:t>
    </dgm:pt>
    <dgm:pt modelId="{2831F460-D62C-41EC-9257-195FFBEC3C05}" type="sibTrans" cxnId="{6F9C89AD-DDBF-49D6-8976-761283142AF4}">
      <dgm:prSet/>
      <dgm:spPr/>
      <dgm:t>
        <a:bodyPr/>
        <a:lstStyle/>
        <a:p>
          <a:endParaRPr lang="en-US"/>
        </a:p>
      </dgm:t>
    </dgm:pt>
    <dgm:pt modelId="{8025BE12-D026-4BCE-9FA2-A6ABE1D8277C}">
      <dgm:prSet/>
      <dgm:spPr/>
      <dgm:t>
        <a:bodyPr/>
        <a:lstStyle/>
        <a:p>
          <a:pPr>
            <a:lnSpc>
              <a:spcPct val="100000"/>
            </a:lnSpc>
          </a:pPr>
          <a:r>
            <a:rPr lang="en-US" b="1"/>
            <a:t>Renewable Integration Gaps</a:t>
          </a:r>
          <a:endParaRPr lang="en-US"/>
        </a:p>
      </dgm:t>
    </dgm:pt>
    <dgm:pt modelId="{0A96E0DB-E9C9-4555-A378-7E61E5FD9A3F}" type="parTrans" cxnId="{9618C426-B60F-400D-9186-599A4A8EE7DB}">
      <dgm:prSet/>
      <dgm:spPr/>
      <dgm:t>
        <a:bodyPr/>
        <a:lstStyle/>
        <a:p>
          <a:endParaRPr lang="en-US"/>
        </a:p>
      </dgm:t>
    </dgm:pt>
    <dgm:pt modelId="{59661626-3690-4AE6-AD88-6154F50F6FB3}" type="sibTrans" cxnId="{9618C426-B60F-400D-9186-599A4A8EE7DB}">
      <dgm:prSet/>
      <dgm:spPr/>
      <dgm:t>
        <a:bodyPr/>
        <a:lstStyle/>
        <a:p>
          <a:endParaRPr lang="en-US"/>
        </a:p>
      </dgm:t>
    </dgm:pt>
    <dgm:pt modelId="{744C4F86-A082-4F13-873F-AAF4C66F570D}">
      <dgm:prSet/>
      <dgm:spPr/>
      <dgm:t>
        <a:bodyPr/>
        <a:lstStyle/>
        <a:p>
          <a:pPr>
            <a:lnSpc>
              <a:spcPct val="100000"/>
            </a:lnSpc>
          </a:pPr>
          <a:r>
            <a:rPr lang="en-US" b="1"/>
            <a:t>Inefficient Load Management</a:t>
          </a:r>
          <a:endParaRPr lang="en-US"/>
        </a:p>
      </dgm:t>
    </dgm:pt>
    <dgm:pt modelId="{AE421D3F-CA0D-4992-A26C-D5E3A6C2EC4C}" type="parTrans" cxnId="{229D1BEC-0A8E-4042-8F13-97D835030134}">
      <dgm:prSet/>
      <dgm:spPr/>
      <dgm:t>
        <a:bodyPr/>
        <a:lstStyle/>
        <a:p>
          <a:endParaRPr lang="en-US"/>
        </a:p>
      </dgm:t>
    </dgm:pt>
    <dgm:pt modelId="{238C3B41-1C69-4F9A-922B-C2C42B798EE0}" type="sibTrans" cxnId="{229D1BEC-0A8E-4042-8F13-97D835030134}">
      <dgm:prSet/>
      <dgm:spPr/>
      <dgm:t>
        <a:bodyPr/>
        <a:lstStyle/>
        <a:p>
          <a:endParaRPr lang="en-US"/>
        </a:p>
      </dgm:t>
    </dgm:pt>
    <dgm:pt modelId="{71933274-505C-4BD1-AD74-6BDB15B8BB6D}">
      <dgm:prSet/>
      <dgm:spPr/>
      <dgm:t>
        <a:bodyPr/>
        <a:lstStyle/>
        <a:p>
          <a:pPr>
            <a:lnSpc>
              <a:spcPct val="100000"/>
            </a:lnSpc>
          </a:pPr>
          <a:r>
            <a:rPr lang="en-US" b="1"/>
            <a:t>High Costs</a:t>
          </a:r>
          <a:endParaRPr lang="en-US"/>
        </a:p>
      </dgm:t>
    </dgm:pt>
    <dgm:pt modelId="{500A336E-A0CD-476F-8788-60036809DA7A}" type="parTrans" cxnId="{A82F1605-6847-40F7-93C2-6568C8C8C047}">
      <dgm:prSet/>
      <dgm:spPr/>
      <dgm:t>
        <a:bodyPr/>
        <a:lstStyle/>
        <a:p>
          <a:endParaRPr lang="en-US"/>
        </a:p>
      </dgm:t>
    </dgm:pt>
    <dgm:pt modelId="{D2E4AAB6-917C-45CA-951B-74404B30790D}" type="sibTrans" cxnId="{A82F1605-6847-40F7-93C2-6568C8C8C047}">
      <dgm:prSet/>
      <dgm:spPr/>
      <dgm:t>
        <a:bodyPr/>
        <a:lstStyle/>
        <a:p>
          <a:endParaRPr lang="en-US"/>
        </a:p>
      </dgm:t>
    </dgm:pt>
    <dgm:pt modelId="{74FC3C38-8617-4F04-9BE0-33D8A44F63AE}">
      <dgm:prSet/>
      <dgm:spPr/>
      <dgm:t>
        <a:bodyPr/>
        <a:lstStyle/>
        <a:p>
          <a:pPr>
            <a:lnSpc>
              <a:spcPct val="100000"/>
            </a:lnSpc>
          </a:pPr>
          <a:r>
            <a:rPr lang="en-US" b="1"/>
            <a:t>3. Industry Pain Points</a:t>
          </a:r>
          <a:endParaRPr lang="en-US" dirty="0"/>
        </a:p>
      </dgm:t>
    </dgm:pt>
    <dgm:pt modelId="{41CE7EEA-531F-47E6-B95C-9D660A462333}" type="parTrans" cxnId="{1767C414-ADCE-483B-9ED2-45287C16CF38}">
      <dgm:prSet/>
      <dgm:spPr/>
      <dgm:t>
        <a:bodyPr/>
        <a:lstStyle/>
        <a:p>
          <a:endParaRPr lang="en-US"/>
        </a:p>
      </dgm:t>
    </dgm:pt>
    <dgm:pt modelId="{69B40014-F211-4AC9-AB62-19E441B5FE78}" type="sibTrans" cxnId="{1767C414-ADCE-483B-9ED2-45287C16CF38}">
      <dgm:prSet/>
      <dgm:spPr/>
      <dgm:t>
        <a:bodyPr/>
        <a:lstStyle/>
        <a:p>
          <a:endParaRPr lang="en-US"/>
        </a:p>
      </dgm:t>
    </dgm:pt>
    <dgm:pt modelId="{FC8FE0AF-90E0-4752-89CA-DFFB54F168F1}">
      <dgm:prSet/>
      <dgm:spPr/>
      <dgm:t>
        <a:bodyPr/>
        <a:lstStyle/>
        <a:p>
          <a:pPr>
            <a:lnSpc>
              <a:spcPct val="100000"/>
            </a:lnSpc>
          </a:pPr>
          <a:r>
            <a:rPr lang="en-US"/>
            <a:t>Range anxiety due to slow charging speeds.</a:t>
          </a:r>
          <a:endParaRPr lang="en-US" dirty="0"/>
        </a:p>
      </dgm:t>
    </dgm:pt>
    <dgm:pt modelId="{36084060-99DD-404E-A87C-B388C42C34B8}" type="parTrans" cxnId="{CE9E5089-7AEB-4676-8536-8324CFA73E00}">
      <dgm:prSet/>
      <dgm:spPr/>
      <dgm:t>
        <a:bodyPr/>
        <a:lstStyle/>
        <a:p>
          <a:endParaRPr lang="en-US"/>
        </a:p>
      </dgm:t>
    </dgm:pt>
    <dgm:pt modelId="{CC22DB45-065B-4D23-B90B-BEA0462CF1AE}" type="sibTrans" cxnId="{CE9E5089-7AEB-4676-8536-8324CFA73E00}">
      <dgm:prSet/>
      <dgm:spPr/>
      <dgm:t>
        <a:bodyPr/>
        <a:lstStyle/>
        <a:p>
          <a:endParaRPr lang="en-US"/>
        </a:p>
      </dgm:t>
    </dgm:pt>
    <dgm:pt modelId="{65E8654F-54E6-4BB9-A928-C748A845855D}">
      <dgm:prSet/>
      <dgm:spPr/>
      <dgm:t>
        <a:bodyPr/>
        <a:lstStyle/>
        <a:p>
          <a:pPr>
            <a:lnSpc>
              <a:spcPct val="100000"/>
            </a:lnSpc>
          </a:pPr>
          <a:r>
            <a:rPr lang="en-US" dirty="0"/>
            <a:t>Fragmented infrastructure with limited scalability.</a:t>
          </a:r>
        </a:p>
      </dgm:t>
    </dgm:pt>
    <dgm:pt modelId="{CA1C4541-8461-4BE6-B141-2325017B9445}" type="parTrans" cxnId="{CD9D2B23-B4A0-4770-B19B-C929BA8E753E}">
      <dgm:prSet/>
      <dgm:spPr/>
      <dgm:t>
        <a:bodyPr/>
        <a:lstStyle/>
        <a:p>
          <a:endParaRPr lang="en-US"/>
        </a:p>
      </dgm:t>
    </dgm:pt>
    <dgm:pt modelId="{E9ACD256-C1E0-4C31-85AA-4457DF06912B}" type="sibTrans" cxnId="{CD9D2B23-B4A0-4770-B19B-C929BA8E753E}">
      <dgm:prSet/>
      <dgm:spPr/>
      <dgm:t>
        <a:bodyPr/>
        <a:lstStyle/>
        <a:p>
          <a:endParaRPr lang="en-US"/>
        </a:p>
      </dgm:t>
    </dgm:pt>
    <dgm:pt modelId="{7DA3693D-6230-4675-85C1-D033CC8C7CDD}">
      <dgm:prSet/>
      <dgm:spPr/>
      <dgm:t>
        <a:bodyPr/>
        <a:lstStyle/>
        <a:p>
          <a:pPr>
            <a:lnSpc>
              <a:spcPct val="100000"/>
            </a:lnSpc>
          </a:pPr>
          <a:r>
            <a:rPr lang="en-US" dirty="0"/>
            <a:t>Poor battery health monitoring leading to premature degradation.</a:t>
          </a:r>
        </a:p>
      </dgm:t>
    </dgm:pt>
    <dgm:pt modelId="{E741A528-91D5-496A-97A8-43B5B09353C2}" type="parTrans" cxnId="{1C5D22C4-4BCE-4445-941B-EF49FBA5B868}">
      <dgm:prSet/>
      <dgm:spPr/>
      <dgm:t>
        <a:bodyPr/>
        <a:lstStyle/>
        <a:p>
          <a:endParaRPr lang="en-US"/>
        </a:p>
      </dgm:t>
    </dgm:pt>
    <dgm:pt modelId="{D737F16B-3214-4E67-BD19-E54B6AF46AEC}" type="sibTrans" cxnId="{1C5D22C4-4BCE-4445-941B-EF49FBA5B868}">
      <dgm:prSet/>
      <dgm:spPr/>
      <dgm:t>
        <a:bodyPr/>
        <a:lstStyle/>
        <a:p>
          <a:endParaRPr lang="en-US"/>
        </a:p>
      </dgm:t>
    </dgm:pt>
    <dgm:pt modelId="{91F2A650-786F-4207-88C6-3A70731DB813}" type="pres">
      <dgm:prSet presAssocID="{1E841A5A-85A1-4D86-BF9D-2261FD300276}" presName="linear" presStyleCnt="0">
        <dgm:presLayoutVars>
          <dgm:dir/>
          <dgm:animLvl val="lvl"/>
          <dgm:resizeHandles val="exact"/>
        </dgm:presLayoutVars>
      </dgm:prSet>
      <dgm:spPr/>
    </dgm:pt>
    <dgm:pt modelId="{5ED37A28-0BEA-4155-82E5-220F181751FE}" type="pres">
      <dgm:prSet presAssocID="{1091720C-0371-4777-8791-3A238FEC4D0A}" presName="parentLin" presStyleCnt="0"/>
      <dgm:spPr/>
    </dgm:pt>
    <dgm:pt modelId="{FB8DDCB5-05C2-42B5-82FD-18AAD9C98801}" type="pres">
      <dgm:prSet presAssocID="{1091720C-0371-4777-8791-3A238FEC4D0A}" presName="parentLeftMargin" presStyleLbl="node1" presStyleIdx="0" presStyleCnt="3"/>
      <dgm:spPr/>
    </dgm:pt>
    <dgm:pt modelId="{20005048-4798-4C34-9604-25797639D38E}" type="pres">
      <dgm:prSet presAssocID="{1091720C-0371-4777-8791-3A238FEC4D0A}" presName="parentText" presStyleLbl="node1" presStyleIdx="0" presStyleCnt="3">
        <dgm:presLayoutVars>
          <dgm:chMax val="0"/>
          <dgm:bulletEnabled val="1"/>
        </dgm:presLayoutVars>
      </dgm:prSet>
      <dgm:spPr/>
    </dgm:pt>
    <dgm:pt modelId="{0B521BDC-E9D7-4F17-BB54-725588881831}" type="pres">
      <dgm:prSet presAssocID="{1091720C-0371-4777-8791-3A238FEC4D0A}" presName="negativeSpace" presStyleCnt="0"/>
      <dgm:spPr/>
    </dgm:pt>
    <dgm:pt modelId="{E23B9D12-1763-48A9-8A50-9C05D3185123}" type="pres">
      <dgm:prSet presAssocID="{1091720C-0371-4777-8791-3A238FEC4D0A}" presName="childText" presStyleLbl="conFgAcc1" presStyleIdx="0" presStyleCnt="3" custScaleY="128582">
        <dgm:presLayoutVars>
          <dgm:bulletEnabled val="1"/>
        </dgm:presLayoutVars>
      </dgm:prSet>
      <dgm:spPr/>
    </dgm:pt>
    <dgm:pt modelId="{B6385E78-2460-436F-8996-460EB535CA4D}" type="pres">
      <dgm:prSet presAssocID="{38F8C7D8-1A75-4753-8BE0-8E04F6698D26}" presName="spaceBetweenRectangles" presStyleCnt="0"/>
      <dgm:spPr/>
    </dgm:pt>
    <dgm:pt modelId="{1E152931-8D27-49F7-A0FB-2CA229D1877F}" type="pres">
      <dgm:prSet presAssocID="{7E1AE3AB-410D-4929-AB33-9104EEB31AEE}" presName="parentLin" presStyleCnt="0"/>
      <dgm:spPr/>
    </dgm:pt>
    <dgm:pt modelId="{51484554-D903-4EE4-8898-A83B6684031E}" type="pres">
      <dgm:prSet presAssocID="{7E1AE3AB-410D-4929-AB33-9104EEB31AEE}" presName="parentLeftMargin" presStyleLbl="node1" presStyleIdx="0" presStyleCnt="3"/>
      <dgm:spPr/>
    </dgm:pt>
    <dgm:pt modelId="{93DA056F-25CC-4F37-80B1-6C72801D5AE8}" type="pres">
      <dgm:prSet presAssocID="{7E1AE3AB-410D-4929-AB33-9104EEB31AEE}" presName="parentText" presStyleLbl="node1" presStyleIdx="1" presStyleCnt="3">
        <dgm:presLayoutVars>
          <dgm:chMax val="0"/>
          <dgm:bulletEnabled val="1"/>
        </dgm:presLayoutVars>
      </dgm:prSet>
      <dgm:spPr/>
    </dgm:pt>
    <dgm:pt modelId="{FFEF2B20-E015-4BC5-97D4-8C918CC1613A}" type="pres">
      <dgm:prSet presAssocID="{7E1AE3AB-410D-4929-AB33-9104EEB31AEE}" presName="negativeSpace" presStyleCnt="0"/>
      <dgm:spPr/>
    </dgm:pt>
    <dgm:pt modelId="{6430D1BD-3B5C-4D7C-9BCE-E69763B08019}" type="pres">
      <dgm:prSet presAssocID="{7E1AE3AB-410D-4929-AB33-9104EEB31AEE}" presName="childText" presStyleLbl="conFgAcc1" presStyleIdx="1" presStyleCnt="3">
        <dgm:presLayoutVars>
          <dgm:bulletEnabled val="1"/>
        </dgm:presLayoutVars>
      </dgm:prSet>
      <dgm:spPr/>
    </dgm:pt>
    <dgm:pt modelId="{64297ACD-F40C-4652-8AC2-3B88FD2B6744}" type="pres">
      <dgm:prSet presAssocID="{C0F470F0-1CB1-4DC2-B232-3C713FCE6D53}" presName="spaceBetweenRectangles" presStyleCnt="0"/>
      <dgm:spPr/>
    </dgm:pt>
    <dgm:pt modelId="{338BF8B5-BEFC-46E1-8AE9-E119E795599F}" type="pres">
      <dgm:prSet presAssocID="{74FC3C38-8617-4F04-9BE0-33D8A44F63AE}" presName="parentLin" presStyleCnt="0"/>
      <dgm:spPr/>
    </dgm:pt>
    <dgm:pt modelId="{A712D81B-D789-464F-B1C4-A5CD88E9E3BE}" type="pres">
      <dgm:prSet presAssocID="{74FC3C38-8617-4F04-9BE0-33D8A44F63AE}" presName="parentLeftMargin" presStyleLbl="node1" presStyleIdx="1" presStyleCnt="3"/>
      <dgm:spPr/>
    </dgm:pt>
    <dgm:pt modelId="{0B28AF6D-3D28-460C-B3CE-1D9EA42F8ADD}" type="pres">
      <dgm:prSet presAssocID="{74FC3C38-8617-4F04-9BE0-33D8A44F63AE}" presName="parentText" presStyleLbl="node1" presStyleIdx="2" presStyleCnt="3">
        <dgm:presLayoutVars>
          <dgm:chMax val="0"/>
          <dgm:bulletEnabled val="1"/>
        </dgm:presLayoutVars>
      </dgm:prSet>
      <dgm:spPr/>
    </dgm:pt>
    <dgm:pt modelId="{0AD6E783-813D-4DAE-9E5C-9029DC0D7917}" type="pres">
      <dgm:prSet presAssocID="{74FC3C38-8617-4F04-9BE0-33D8A44F63AE}" presName="negativeSpace" presStyleCnt="0"/>
      <dgm:spPr/>
    </dgm:pt>
    <dgm:pt modelId="{08649F5D-9A42-4CD3-A604-A1E58C895564}" type="pres">
      <dgm:prSet presAssocID="{74FC3C38-8617-4F04-9BE0-33D8A44F63AE}" presName="childText" presStyleLbl="conFgAcc1" presStyleIdx="2" presStyleCnt="3">
        <dgm:presLayoutVars>
          <dgm:bulletEnabled val="1"/>
        </dgm:presLayoutVars>
      </dgm:prSet>
      <dgm:spPr/>
    </dgm:pt>
  </dgm:ptLst>
  <dgm:cxnLst>
    <dgm:cxn modelId="{B550AC01-1B0C-43DD-99C5-D7EA3704F4DC}" type="presOf" srcId="{744C4F86-A082-4F13-873F-AAF4C66F570D}" destId="{6430D1BD-3B5C-4D7C-9BCE-E69763B08019}" srcOrd="0" destOrd="2" presId="urn:microsoft.com/office/officeart/2005/8/layout/list1"/>
    <dgm:cxn modelId="{A82F1605-6847-40F7-93C2-6568C8C8C047}" srcId="{7E1AE3AB-410D-4929-AB33-9104EEB31AEE}" destId="{71933274-505C-4BD1-AD74-6BDB15B8BB6D}" srcOrd="3" destOrd="0" parTransId="{500A336E-A0CD-476F-8788-60036809DA7A}" sibTransId="{D2E4AAB6-917C-45CA-951B-74404B30790D}"/>
    <dgm:cxn modelId="{DDA45F06-829E-4868-AF51-D2494345ECD0}" type="presOf" srcId="{71933274-505C-4BD1-AD74-6BDB15B8BB6D}" destId="{6430D1BD-3B5C-4D7C-9BCE-E69763B08019}" srcOrd="0" destOrd="3" presId="urn:microsoft.com/office/officeart/2005/8/layout/list1"/>
    <dgm:cxn modelId="{1767C414-ADCE-483B-9ED2-45287C16CF38}" srcId="{1E841A5A-85A1-4D86-BF9D-2261FD300276}" destId="{74FC3C38-8617-4F04-9BE0-33D8A44F63AE}" srcOrd="2" destOrd="0" parTransId="{41CE7EEA-531F-47E6-B95C-9D660A462333}" sibTransId="{69B40014-F211-4AC9-AB62-19E441B5FE78}"/>
    <dgm:cxn modelId="{CD9D2B23-B4A0-4770-B19B-C929BA8E753E}" srcId="{74FC3C38-8617-4F04-9BE0-33D8A44F63AE}" destId="{65E8654F-54E6-4BB9-A928-C748A845855D}" srcOrd="1" destOrd="0" parTransId="{CA1C4541-8461-4BE6-B141-2325017B9445}" sibTransId="{E9ACD256-C1E0-4C31-85AA-4457DF06912B}"/>
    <dgm:cxn modelId="{9618C426-B60F-400D-9186-599A4A8EE7DB}" srcId="{7E1AE3AB-410D-4929-AB33-9104EEB31AEE}" destId="{8025BE12-D026-4BCE-9FA2-A6ABE1D8277C}" srcOrd="1" destOrd="0" parTransId="{0A96E0DB-E9C9-4555-A378-7E61E5FD9A3F}" sibTransId="{59661626-3690-4AE6-AD88-6154F50F6FB3}"/>
    <dgm:cxn modelId="{9E455F2E-83C0-48BE-AF0D-86EBA2CC6DB9}" srcId="{1E841A5A-85A1-4D86-BF9D-2261FD300276}" destId="{7E1AE3AB-410D-4929-AB33-9104EEB31AEE}" srcOrd="1" destOrd="0" parTransId="{33ADE640-9F8F-44E7-B47D-7CF95F0E696F}" sibTransId="{C0F470F0-1CB1-4DC2-B232-3C713FCE6D53}"/>
    <dgm:cxn modelId="{20357B3C-161F-4F55-ADBA-79598B23BA60}" type="presOf" srcId="{5EC614C3-CB0A-49A3-A479-57B0AE8E8074}" destId="{E23B9D12-1763-48A9-8A50-9C05D3185123}" srcOrd="0" destOrd="2" presId="urn:microsoft.com/office/officeart/2005/8/layout/list1"/>
    <dgm:cxn modelId="{C7D7D75B-D638-4FB4-A782-9BA80E9194DA}" type="presOf" srcId="{1091720C-0371-4777-8791-3A238FEC4D0A}" destId="{FB8DDCB5-05C2-42B5-82FD-18AAD9C98801}" srcOrd="0" destOrd="0" presId="urn:microsoft.com/office/officeart/2005/8/layout/list1"/>
    <dgm:cxn modelId="{B636645D-3BF8-450B-94F6-3382A2305DEA}" srcId="{1091720C-0371-4777-8791-3A238FEC4D0A}" destId="{3E82AC48-DCD7-4B61-93E4-68D91FE09C83}" srcOrd="1" destOrd="0" parTransId="{1744E671-1C85-422D-BC85-404C4164F874}" sibTransId="{4D92FA84-7ECC-4AFB-8F78-274E1A5412F2}"/>
    <dgm:cxn modelId="{E73FB248-0075-4CAC-9A3D-BDBBBB3AE08C}" type="presOf" srcId="{7DA3693D-6230-4675-85C1-D033CC8C7CDD}" destId="{08649F5D-9A42-4CD3-A604-A1E58C895564}" srcOrd="0" destOrd="2" presId="urn:microsoft.com/office/officeart/2005/8/layout/list1"/>
    <dgm:cxn modelId="{36BCFF48-EBB3-46B6-9ED3-F705F54B7FA3}" type="presOf" srcId="{8025BE12-D026-4BCE-9FA2-A6ABE1D8277C}" destId="{6430D1BD-3B5C-4D7C-9BCE-E69763B08019}" srcOrd="0" destOrd="1" presId="urn:microsoft.com/office/officeart/2005/8/layout/list1"/>
    <dgm:cxn modelId="{BB94414A-CB6F-4FA7-B9B2-45AF0D8D05C8}" type="presOf" srcId="{8B91344A-DBD9-4DB3-8D72-FD1A75778886}" destId="{E23B9D12-1763-48A9-8A50-9C05D3185123}" srcOrd="0" destOrd="0" presId="urn:microsoft.com/office/officeart/2005/8/layout/list1"/>
    <dgm:cxn modelId="{BF7C1A51-90B1-4755-8AE5-EB89FE9F1D65}" type="presOf" srcId="{1091720C-0371-4777-8791-3A238FEC4D0A}" destId="{20005048-4798-4C34-9604-25797639D38E}" srcOrd="1" destOrd="0" presId="urn:microsoft.com/office/officeart/2005/8/layout/list1"/>
    <dgm:cxn modelId="{4C21F051-017D-4105-AD4E-1B8D2047728C}" srcId="{1E841A5A-85A1-4D86-BF9D-2261FD300276}" destId="{1091720C-0371-4777-8791-3A238FEC4D0A}" srcOrd="0" destOrd="0" parTransId="{5D1FA92D-E6A7-4181-B2AB-991B21CD8657}" sibTransId="{38F8C7D8-1A75-4753-8BE0-8E04F6698D26}"/>
    <dgm:cxn modelId="{85D2A353-DBFF-431F-8198-BD582ED6127E}" type="presOf" srcId="{3E82AC48-DCD7-4B61-93E4-68D91FE09C83}" destId="{E23B9D12-1763-48A9-8A50-9C05D3185123}" srcOrd="0" destOrd="1" presId="urn:microsoft.com/office/officeart/2005/8/layout/list1"/>
    <dgm:cxn modelId="{32429854-CB8A-4AAB-812E-412E15C35F72}" srcId="{1091720C-0371-4777-8791-3A238FEC4D0A}" destId="{5EC614C3-CB0A-49A3-A479-57B0AE8E8074}" srcOrd="2" destOrd="0" parTransId="{B1F12CB4-9F09-40AA-BE17-34E2CFD23647}" sibTransId="{9598FD0F-6773-4CF7-8C71-5C64423A08B0}"/>
    <dgm:cxn modelId="{C04C0D79-D315-41A0-9949-2ACDEEE72305}" type="presOf" srcId="{FC8FE0AF-90E0-4752-89CA-DFFB54F168F1}" destId="{08649F5D-9A42-4CD3-A604-A1E58C895564}" srcOrd="0" destOrd="0" presId="urn:microsoft.com/office/officeart/2005/8/layout/list1"/>
    <dgm:cxn modelId="{FFCC4259-F675-4D30-AD8A-C394304093C2}" type="presOf" srcId="{1E841A5A-85A1-4D86-BF9D-2261FD300276}" destId="{91F2A650-786F-4207-88C6-3A70731DB813}" srcOrd="0" destOrd="0" presId="urn:microsoft.com/office/officeart/2005/8/layout/list1"/>
    <dgm:cxn modelId="{9149F07D-6326-4EE3-AD7A-44FE440CE06D}" type="presOf" srcId="{65E8654F-54E6-4BB9-A928-C748A845855D}" destId="{08649F5D-9A42-4CD3-A604-A1E58C895564}" srcOrd="0" destOrd="1" presId="urn:microsoft.com/office/officeart/2005/8/layout/list1"/>
    <dgm:cxn modelId="{CE9E5089-7AEB-4676-8536-8324CFA73E00}" srcId="{74FC3C38-8617-4F04-9BE0-33D8A44F63AE}" destId="{FC8FE0AF-90E0-4752-89CA-DFFB54F168F1}" srcOrd="0" destOrd="0" parTransId="{36084060-99DD-404E-A87C-B388C42C34B8}" sibTransId="{CC22DB45-065B-4D23-B90B-BEA0462CF1AE}"/>
    <dgm:cxn modelId="{49AF10A3-23C3-4626-B5A6-C1C681BF305A}" type="presOf" srcId="{7E1AE3AB-410D-4929-AB33-9104EEB31AEE}" destId="{93DA056F-25CC-4F37-80B1-6C72801D5AE8}" srcOrd="1" destOrd="0" presId="urn:microsoft.com/office/officeart/2005/8/layout/list1"/>
    <dgm:cxn modelId="{67B8CBAA-FDAF-4946-A46B-05BA2FD94FA1}" type="presOf" srcId="{74FC3C38-8617-4F04-9BE0-33D8A44F63AE}" destId="{A712D81B-D789-464F-B1C4-A5CD88E9E3BE}" srcOrd="0" destOrd="0" presId="urn:microsoft.com/office/officeart/2005/8/layout/list1"/>
    <dgm:cxn modelId="{6F9C89AD-DDBF-49D6-8976-761283142AF4}" srcId="{7E1AE3AB-410D-4929-AB33-9104EEB31AEE}" destId="{32814984-0FB0-45B5-A672-0CAD84331F02}" srcOrd="0" destOrd="0" parTransId="{08D18E75-3095-4E28-BE1B-CC1ECD86488F}" sibTransId="{2831F460-D62C-41EC-9257-195FFBEC3C05}"/>
    <dgm:cxn modelId="{B846EFB5-D40E-4AA1-9703-88939003D9CA}" type="presOf" srcId="{74FC3C38-8617-4F04-9BE0-33D8A44F63AE}" destId="{0B28AF6D-3D28-460C-B3CE-1D9EA42F8ADD}" srcOrd="1" destOrd="0" presId="urn:microsoft.com/office/officeart/2005/8/layout/list1"/>
    <dgm:cxn modelId="{8BD8AFC3-074E-4CA5-BFE1-FBD7D513785F}" srcId="{1091720C-0371-4777-8791-3A238FEC4D0A}" destId="{8B91344A-DBD9-4DB3-8D72-FD1A75778886}" srcOrd="0" destOrd="0" parTransId="{E408344F-84A7-450E-AC21-A3ABE1B9AACE}" sibTransId="{29B79082-500B-44E0-8286-53081D6493A0}"/>
    <dgm:cxn modelId="{1C5D22C4-4BCE-4445-941B-EF49FBA5B868}" srcId="{74FC3C38-8617-4F04-9BE0-33D8A44F63AE}" destId="{7DA3693D-6230-4675-85C1-D033CC8C7CDD}" srcOrd="2" destOrd="0" parTransId="{E741A528-91D5-496A-97A8-43B5B09353C2}" sibTransId="{D737F16B-3214-4E67-BD19-E54B6AF46AEC}"/>
    <dgm:cxn modelId="{229D1BEC-0A8E-4042-8F13-97D835030134}" srcId="{7E1AE3AB-410D-4929-AB33-9104EEB31AEE}" destId="{744C4F86-A082-4F13-873F-AAF4C66F570D}" srcOrd="2" destOrd="0" parTransId="{AE421D3F-CA0D-4992-A26C-D5E3A6C2EC4C}" sibTransId="{238C3B41-1C69-4F9A-922B-C2C42B798EE0}"/>
    <dgm:cxn modelId="{3335F5EC-3C59-4B69-94B8-274F37C55754}" type="presOf" srcId="{32814984-0FB0-45B5-A672-0CAD84331F02}" destId="{6430D1BD-3B5C-4D7C-9BCE-E69763B08019}" srcOrd="0" destOrd="0" presId="urn:microsoft.com/office/officeart/2005/8/layout/list1"/>
    <dgm:cxn modelId="{432DB6F4-2285-4449-BE19-EE87E9B9BE7E}" type="presOf" srcId="{7E1AE3AB-410D-4929-AB33-9104EEB31AEE}" destId="{51484554-D903-4EE4-8898-A83B6684031E}" srcOrd="0" destOrd="0" presId="urn:microsoft.com/office/officeart/2005/8/layout/list1"/>
    <dgm:cxn modelId="{244D10A9-8C80-41A7-AB89-A25C70114342}" type="presParOf" srcId="{91F2A650-786F-4207-88C6-3A70731DB813}" destId="{5ED37A28-0BEA-4155-82E5-220F181751FE}" srcOrd="0" destOrd="0" presId="urn:microsoft.com/office/officeart/2005/8/layout/list1"/>
    <dgm:cxn modelId="{942B917C-B0A7-49C0-803F-A675D8D6F5C0}" type="presParOf" srcId="{5ED37A28-0BEA-4155-82E5-220F181751FE}" destId="{FB8DDCB5-05C2-42B5-82FD-18AAD9C98801}" srcOrd="0" destOrd="0" presId="urn:microsoft.com/office/officeart/2005/8/layout/list1"/>
    <dgm:cxn modelId="{A90EAF15-A334-4497-A324-DA613DB07DBD}" type="presParOf" srcId="{5ED37A28-0BEA-4155-82E5-220F181751FE}" destId="{20005048-4798-4C34-9604-25797639D38E}" srcOrd="1" destOrd="0" presId="urn:microsoft.com/office/officeart/2005/8/layout/list1"/>
    <dgm:cxn modelId="{3055ABA2-C4A5-4E51-9E99-C3B0F4156F8E}" type="presParOf" srcId="{91F2A650-786F-4207-88C6-3A70731DB813}" destId="{0B521BDC-E9D7-4F17-BB54-725588881831}" srcOrd="1" destOrd="0" presId="urn:microsoft.com/office/officeart/2005/8/layout/list1"/>
    <dgm:cxn modelId="{F97261EE-C0BE-4A65-A657-4F1CDC616AC2}" type="presParOf" srcId="{91F2A650-786F-4207-88C6-3A70731DB813}" destId="{E23B9D12-1763-48A9-8A50-9C05D3185123}" srcOrd="2" destOrd="0" presId="urn:microsoft.com/office/officeart/2005/8/layout/list1"/>
    <dgm:cxn modelId="{F6F767EC-ACE2-4D0B-8BEF-0E02BE1209E2}" type="presParOf" srcId="{91F2A650-786F-4207-88C6-3A70731DB813}" destId="{B6385E78-2460-436F-8996-460EB535CA4D}" srcOrd="3" destOrd="0" presId="urn:microsoft.com/office/officeart/2005/8/layout/list1"/>
    <dgm:cxn modelId="{B44CFE2A-11FE-4109-9FAA-1A2BC3C60E9B}" type="presParOf" srcId="{91F2A650-786F-4207-88C6-3A70731DB813}" destId="{1E152931-8D27-49F7-A0FB-2CA229D1877F}" srcOrd="4" destOrd="0" presId="urn:microsoft.com/office/officeart/2005/8/layout/list1"/>
    <dgm:cxn modelId="{C05A030A-4E61-4DF2-B59C-590864F9FBE7}" type="presParOf" srcId="{1E152931-8D27-49F7-A0FB-2CA229D1877F}" destId="{51484554-D903-4EE4-8898-A83B6684031E}" srcOrd="0" destOrd="0" presId="urn:microsoft.com/office/officeart/2005/8/layout/list1"/>
    <dgm:cxn modelId="{48FC2A32-4F82-48E1-839B-9FA1B4CA7B2F}" type="presParOf" srcId="{1E152931-8D27-49F7-A0FB-2CA229D1877F}" destId="{93DA056F-25CC-4F37-80B1-6C72801D5AE8}" srcOrd="1" destOrd="0" presId="urn:microsoft.com/office/officeart/2005/8/layout/list1"/>
    <dgm:cxn modelId="{81BFB8F9-31AF-4DEF-B2E8-31EF15B0CBD7}" type="presParOf" srcId="{91F2A650-786F-4207-88C6-3A70731DB813}" destId="{FFEF2B20-E015-4BC5-97D4-8C918CC1613A}" srcOrd="5" destOrd="0" presId="urn:microsoft.com/office/officeart/2005/8/layout/list1"/>
    <dgm:cxn modelId="{0FE4633E-78D4-4276-90C8-A1BA46DC6CAF}" type="presParOf" srcId="{91F2A650-786F-4207-88C6-3A70731DB813}" destId="{6430D1BD-3B5C-4D7C-9BCE-E69763B08019}" srcOrd="6" destOrd="0" presId="urn:microsoft.com/office/officeart/2005/8/layout/list1"/>
    <dgm:cxn modelId="{2B562592-9AC3-422B-A277-9F6A85EF4153}" type="presParOf" srcId="{91F2A650-786F-4207-88C6-3A70731DB813}" destId="{64297ACD-F40C-4652-8AC2-3B88FD2B6744}" srcOrd="7" destOrd="0" presId="urn:microsoft.com/office/officeart/2005/8/layout/list1"/>
    <dgm:cxn modelId="{6E1FC9F1-8F54-429B-8D5C-B9496CF64913}" type="presParOf" srcId="{91F2A650-786F-4207-88C6-3A70731DB813}" destId="{338BF8B5-BEFC-46E1-8AE9-E119E795599F}" srcOrd="8" destOrd="0" presId="urn:microsoft.com/office/officeart/2005/8/layout/list1"/>
    <dgm:cxn modelId="{647DA789-A284-4121-96B5-01E6C0F69ADB}" type="presParOf" srcId="{338BF8B5-BEFC-46E1-8AE9-E119E795599F}" destId="{A712D81B-D789-464F-B1C4-A5CD88E9E3BE}" srcOrd="0" destOrd="0" presId="urn:microsoft.com/office/officeart/2005/8/layout/list1"/>
    <dgm:cxn modelId="{F58F64BA-6D01-46D1-AC38-B91FA5AC2C26}" type="presParOf" srcId="{338BF8B5-BEFC-46E1-8AE9-E119E795599F}" destId="{0B28AF6D-3D28-460C-B3CE-1D9EA42F8ADD}" srcOrd="1" destOrd="0" presId="urn:microsoft.com/office/officeart/2005/8/layout/list1"/>
    <dgm:cxn modelId="{97F54673-15BD-4112-9DD7-A418F47AC172}" type="presParOf" srcId="{91F2A650-786F-4207-88C6-3A70731DB813}" destId="{0AD6E783-813D-4DAE-9E5C-9029DC0D7917}" srcOrd="9" destOrd="0" presId="urn:microsoft.com/office/officeart/2005/8/layout/list1"/>
    <dgm:cxn modelId="{10C244BA-C3DC-4E98-9330-CD93FC85ACE0}" type="presParOf" srcId="{91F2A650-786F-4207-88C6-3A70731DB813}" destId="{08649F5D-9A42-4CD3-A604-A1E58C89556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2EF556-6B68-49E9-985A-4A7C4B47D47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A43FD0A8-1B37-4B38-8DFE-B2AEADB53A78}">
      <dgm:prSet/>
      <dgm:spPr/>
      <dgm:t>
        <a:bodyPr/>
        <a:lstStyle/>
        <a:p>
          <a:r>
            <a:rPr lang="en-US" b="1"/>
            <a:t>Dynamic Energy Prioritization</a:t>
          </a:r>
          <a:r>
            <a:rPr lang="en-US"/>
            <a:t>:</a:t>
          </a:r>
        </a:p>
      </dgm:t>
    </dgm:pt>
    <dgm:pt modelId="{6722D726-3ECB-4758-A3F0-375542E093EF}" type="parTrans" cxnId="{AF5E33AE-98B4-4927-BA10-3F911239627D}">
      <dgm:prSet/>
      <dgm:spPr/>
      <dgm:t>
        <a:bodyPr/>
        <a:lstStyle/>
        <a:p>
          <a:endParaRPr lang="en-US"/>
        </a:p>
      </dgm:t>
    </dgm:pt>
    <dgm:pt modelId="{08EF7BF4-12D5-41FA-9281-B82646B07111}" type="sibTrans" cxnId="{AF5E33AE-98B4-4927-BA10-3F911239627D}">
      <dgm:prSet/>
      <dgm:spPr/>
      <dgm:t>
        <a:bodyPr/>
        <a:lstStyle/>
        <a:p>
          <a:endParaRPr lang="en-US"/>
        </a:p>
      </dgm:t>
    </dgm:pt>
    <dgm:pt modelId="{C61C1379-76D3-4BB9-9E5B-031894897691}">
      <dgm:prSet/>
      <dgm:spPr/>
      <dgm:t>
        <a:bodyPr/>
        <a:lstStyle/>
        <a:p>
          <a:r>
            <a:rPr lang="en-US"/>
            <a:t>No hierarchy for solar → ESS → grid, leading to inefficiency.</a:t>
          </a:r>
        </a:p>
      </dgm:t>
    </dgm:pt>
    <dgm:pt modelId="{AF26B838-8EE1-48F4-AA6E-940636946EA4}" type="parTrans" cxnId="{BBF564BC-845C-4AEA-9880-20B996A174F6}">
      <dgm:prSet/>
      <dgm:spPr/>
      <dgm:t>
        <a:bodyPr/>
        <a:lstStyle/>
        <a:p>
          <a:endParaRPr lang="en-US"/>
        </a:p>
      </dgm:t>
    </dgm:pt>
    <dgm:pt modelId="{D823AEFC-F9CA-4D87-A87C-309B402173ED}" type="sibTrans" cxnId="{BBF564BC-845C-4AEA-9880-20B996A174F6}">
      <dgm:prSet/>
      <dgm:spPr/>
      <dgm:t>
        <a:bodyPr/>
        <a:lstStyle/>
        <a:p>
          <a:endParaRPr lang="en-US"/>
        </a:p>
      </dgm:t>
    </dgm:pt>
    <dgm:pt modelId="{145B8E40-0F10-4E85-859A-5D6E0BC5800D}">
      <dgm:prSet/>
      <dgm:spPr/>
      <dgm:t>
        <a:bodyPr/>
        <a:lstStyle/>
        <a:p>
          <a:r>
            <a:rPr lang="en-US" b="1"/>
            <a:t>Real-Time Adaptability</a:t>
          </a:r>
          <a:r>
            <a:rPr lang="en-US"/>
            <a:t>:</a:t>
          </a:r>
        </a:p>
      </dgm:t>
    </dgm:pt>
    <dgm:pt modelId="{D01AA0F4-6F21-4D8E-B821-3325686FA3F9}" type="parTrans" cxnId="{BB91229F-9B41-43A9-8A1A-48A912D2E62D}">
      <dgm:prSet/>
      <dgm:spPr/>
      <dgm:t>
        <a:bodyPr/>
        <a:lstStyle/>
        <a:p>
          <a:endParaRPr lang="en-US"/>
        </a:p>
      </dgm:t>
    </dgm:pt>
    <dgm:pt modelId="{5B571A19-2914-4B7E-9871-90276BBF2935}" type="sibTrans" cxnId="{BB91229F-9B41-43A9-8A1A-48A912D2E62D}">
      <dgm:prSet/>
      <dgm:spPr/>
      <dgm:t>
        <a:bodyPr/>
        <a:lstStyle/>
        <a:p>
          <a:endParaRPr lang="en-US"/>
        </a:p>
      </dgm:t>
    </dgm:pt>
    <dgm:pt modelId="{63F588D5-72B7-415B-B0EC-48F961270435}">
      <dgm:prSet/>
      <dgm:spPr/>
      <dgm:t>
        <a:bodyPr/>
        <a:lstStyle/>
        <a:p>
          <a:r>
            <a:rPr lang="en-US"/>
            <a:t>Inability to adjust to solar intermittency or load spikes (e.g., peak hours).</a:t>
          </a:r>
        </a:p>
      </dgm:t>
    </dgm:pt>
    <dgm:pt modelId="{54448680-437E-4B5B-AEF8-E63972D46680}" type="parTrans" cxnId="{906C0DF8-31BB-49E0-ADBE-C48E0E97CE17}">
      <dgm:prSet/>
      <dgm:spPr/>
      <dgm:t>
        <a:bodyPr/>
        <a:lstStyle/>
        <a:p>
          <a:endParaRPr lang="en-US"/>
        </a:p>
      </dgm:t>
    </dgm:pt>
    <dgm:pt modelId="{273364B5-ACDB-4DB6-A42F-DF9EB4B6B21D}" type="sibTrans" cxnId="{906C0DF8-31BB-49E0-ADBE-C48E0E97CE17}">
      <dgm:prSet/>
      <dgm:spPr/>
      <dgm:t>
        <a:bodyPr/>
        <a:lstStyle/>
        <a:p>
          <a:endParaRPr lang="en-US"/>
        </a:p>
      </dgm:t>
    </dgm:pt>
    <dgm:pt modelId="{9BAA9A4D-1D10-4FC4-9FC5-76244102B556}">
      <dgm:prSet/>
      <dgm:spPr/>
      <dgm:t>
        <a:bodyPr/>
        <a:lstStyle/>
        <a:p>
          <a:r>
            <a:rPr lang="en-US" b="1"/>
            <a:t>Cost-Effective Scalability</a:t>
          </a:r>
          <a:r>
            <a:rPr lang="en-US"/>
            <a:t>:</a:t>
          </a:r>
        </a:p>
      </dgm:t>
    </dgm:pt>
    <dgm:pt modelId="{1EA71E40-DFB7-42AF-8304-3519815B4BD9}" type="parTrans" cxnId="{6579F657-87C4-4D66-AE4E-B9821377C32F}">
      <dgm:prSet/>
      <dgm:spPr/>
      <dgm:t>
        <a:bodyPr/>
        <a:lstStyle/>
        <a:p>
          <a:endParaRPr lang="en-US"/>
        </a:p>
      </dgm:t>
    </dgm:pt>
    <dgm:pt modelId="{855E4BFA-5C39-4F16-AB04-7F23DF3C1451}" type="sibTrans" cxnId="{6579F657-87C4-4D66-AE4E-B9821377C32F}">
      <dgm:prSet/>
      <dgm:spPr/>
      <dgm:t>
        <a:bodyPr/>
        <a:lstStyle/>
        <a:p>
          <a:endParaRPr lang="en-US"/>
        </a:p>
      </dgm:t>
    </dgm:pt>
    <dgm:pt modelId="{DF06D140-111B-407D-92EC-E60F48410267}">
      <dgm:prSet/>
      <dgm:spPr/>
      <dgm:t>
        <a:bodyPr/>
        <a:lstStyle/>
        <a:p>
          <a:r>
            <a:rPr lang="en-US"/>
            <a:t>High OPEX due to grid dependency and manual monitoring.</a:t>
          </a:r>
        </a:p>
      </dgm:t>
    </dgm:pt>
    <dgm:pt modelId="{80C5D37A-B9E9-4DF7-853C-59EA9E37F199}" type="parTrans" cxnId="{891CE4C6-8F15-4A9D-8D12-9D4AC308E349}">
      <dgm:prSet/>
      <dgm:spPr/>
      <dgm:t>
        <a:bodyPr/>
        <a:lstStyle/>
        <a:p>
          <a:endParaRPr lang="en-US"/>
        </a:p>
      </dgm:t>
    </dgm:pt>
    <dgm:pt modelId="{046B8A7D-07B3-419E-B740-3B55F4772154}" type="sibTrans" cxnId="{891CE4C6-8F15-4A9D-8D12-9D4AC308E349}">
      <dgm:prSet/>
      <dgm:spPr/>
      <dgm:t>
        <a:bodyPr/>
        <a:lstStyle/>
        <a:p>
          <a:endParaRPr lang="en-US"/>
        </a:p>
      </dgm:t>
    </dgm:pt>
    <dgm:pt modelId="{06A6C6D7-2289-4513-91B8-F70A8B45C51F}">
      <dgm:prSet/>
      <dgm:spPr/>
      <dgm:t>
        <a:bodyPr/>
        <a:lstStyle/>
        <a:p>
          <a:r>
            <a:rPr lang="en-US" b="1"/>
            <a:t>Battery Health Optimization</a:t>
          </a:r>
          <a:r>
            <a:rPr lang="en-US"/>
            <a:t>:</a:t>
          </a:r>
        </a:p>
      </dgm:t>
    </dgm:pt>
    <dgm:pt modelId="{79B26F59-E0B9-4BD1-8FDE-B5F3AA1C3763}" type="parTrans" cxnId="{9C86344A-3FB5-41B8-B397-F777E3DD3FCF}">
      <dgm:prSet/>
      <dgm:spPr/>
      <dgm:t>
        <a:bodyPr/>
        <a:lstStyle/>
        <a:p>
          <a:endParaRPr lang="en-US"/>
        </a:p>
      </dgm:t>
    </dgm:pt>
    <dgm:pt modelId="{8F425F56-F455-40CE-8321-51E355A96373}" type="sibTrans" cxnId="{9C86344A-3FB5-41B8-B397-F777E3DD3FCF}">
      <dgm:prSet/>
      <dgm:spPr/>
      <dgm:t>
        <a:bodyPr/>
        <a:lstStyle/>
        <a:p>
          <a:endParaRPr lang="en-US"/>
        </a:p>
      </dgm:t>
    </dgm:pt>
    <dgm:pt modelId="{3A9A5C5D-E82C-4EDD-AFCE-7A839DB36B60}">
      <dgm:prSet/>
      <dgm:spPr/>
      <dgm:t>
        <a:bodyPr/>
        <a:lstStyle/>
        <a:p>
          <a:r>
            <a:rPr lang="en-US" b="1"/>
            <a:t>Impact</a:t>
          </a:r>
          <a:r>
            <a:rPr lang="en-US"/>
            <a:t>:</a:t>
          </a:r>
        </a:p>
      </dgm:t>
    </dgm:pt>
    <dgm:pt modelId="{F462A6C7-F586-49AE-A9B1-C2949DD668B2}" type="parTrans" cxnId="{874857D7-2E25-4BB6-989F-AF469535B288}">
      <dgm:prSet/>
      <dgm:spPr/>
      <dgm:t>
        <a:bodyPr/>
        <a:lstStyle/>
        <a:p>
          <a:endParaRPr lang="en-US"/>
        </a:p>
      </dgm:t>
    </dgm:pt>
    <dgm:pt modelId="{F6E1C34D-7402-4D26-95D1-0F366D4720B1}" type="sibTrans" cxnId="{874857D7-2E25-4BB6-989F-AF469535B288}">
      <dgm:prSet/>
      <dgm:spPr/>
      <dgm:t>
        <a:bodyPr/>
        <a:lstStyle/>
        <a:p>
          <a:endParaRPr lang="en-US"/>
        </a:p>
      </dgm:t>
    </dgm:pt>
    <dgm:pt modelId="{5E5C7EF7-9617-4B13-8E71-E1886055BA75}">
      <dgm:prSet custT="1"/>
      <dgm:spPr>
        <a:solidFill>
          <a:srgbClr val="156082">
            <a:alpha val="90000"/>
            <a:tint val="40000"/>
            <a:hueOff val="0"/>
            <a:satOff val="0"/>
            <a:lumOff val="0"/>
            <a:alphaOff val="0"/>
          </a:srgbClr>
        </a:solidFill>
        <a:ln w="19050" cap="flat" cmpd="sng" algn="ctr">
          <a:solidFill>
            <a:srgbClr val="156082">
              <a:alpha val="90000"/>
              <a:tint val="40000"/>
              <a:hueOff val="0"/>
              <a:satOff val="0"/>
              <a:lumOff val="0"/>
              <a:alphaOff val="0"/>
            </a:srgbClr>
          </a:solidFill>
          <a:prstDash val="solid"/>
          <a:miter lim="800000"/>
        </a:ln>
        <a:effectLst/>
      </dgm:spPr>
      <dgm:t>
        <a:bodyPr spcFirstLastPara="0" vert="horz" wrap="square" lIns="68580" tIns="34290" rIns="68580" bIns="34290" numCol="1" spcCol="1270" anchor="ctr" anchorCtr="0"/>
        <a:lstStyle/>
        <a:p>
          <a:pPr marL="171450" lvl="1" indent="-171450" algn="l" defTabSz="800100">
            <a:lnSpc>
              <a:spcPct val="90000"/>
            </a:lnSpc>
            <a:spcBef>
              <a:spcPct val="0"/>
            </a:spcBef>
            <a:spcAft>
              <a:spcPct val="15000"/>
            </a:spcAft>
            <a:buChar char="•"/>
          </a:pPr>
          <a:r>
            <a:rPr lang="en-US" sz="1800" kern="1200" dirty="0">
              <a:solidFill>
                <a:prstClr val="black">
                  <a:hueOff val="0"/>
                  <a:satOff val="0"/>
                  <a:lumOff val="0"/>
                  <a:alphaOff val="0"/>
                </a:prstClr>
              </a:solidFill>
              <a:latin typeface="Aptos" panose="02110004020202020204"/>
              <a:ea typeface="+mn-ea"/>
              <a:cs typeface="+mn-cs"/>
            </a:rPr>
            <a:t>Grid instability, higher carbon footprint, and slower EV adoption.</a:t>
          </a:r>
        </a:p>
      </dgm:t>
    </dgm:pt>
    <dgm:pt modelId="{4B3690AD-F0BC-4B57-AADF-3E20DE4FD686}" type="parTrans" cxnId="{FBEF3AF5-6C9B-4301-891E-D4DB97843880}">
      <dgm:prSet/>
      <dgm:spPr/>
      <dgm:t>
        <a:bodyPr/>
        <a:lstStyle/>
        <a:p>
          <a:endParaRPr lang="en-US"/>
        </a:p>
      </dgm:t>
    </dgm:pt>
    <dgm:pt modelId="{071BF999-A754-46EC-BC7B-AEACE4C9CD6E}" type="sibTrans" cxnId="{FBEF3AF5-6C9B-4301-891E-D4DB97843880}">
      <dgm:prSet/>
      <dgm:spPr/>
      <dgm:t>
        <a:bodyPr/>
        <a:lstStyle/>
        <a:p>
          <a:endParaRPr lang="en-US"/>
        </a:p>
      </dgm:t>
    </dgm:pt>
    <dgm:pt modelId="{ABBAE00D-7F66-4F4C-A042-B52037037E98}">
      <dgm:prSet/>
      <dgm:spPr/>
      <dgm:t>
        <a:bodyPr/>
        <a:lstStyle/>
        <a:p>
          <a:r>
            <a:rPr lang="en-US" dirty="0"/>
            <a:t>Limited SOC/temperature monitoring increases failure risks.</a:t>
          </a:r>
        </a:p>
      </dgm:t>
    </dgm:pt>
    <dgm:pt modelId="{FD09F52A-71D8-4940-9E4B-3B14DC95D564}" type="sibTrans" cxnId="{F4941FE7-C3CB-4871-9738-1375C9B92D58}">
      <dgm:prSet/>
      <dgm:spPr/>
      <dgm:t>
        <a:bodyPr/>
        <a:lstStyle/>
        <a:p>
          <a:endParaRPr lang="en-US"/>
        </a:p>
      </dgm:t>
    </dgm:pt>
    <dgm:pt modelId="{B8065F7A-1E5E-4F77-8906-19A918C521A7}" type="parTrans" cxnId="{F4941FE7-C3CB-4871-9738-1375C9B92D58}">
      <dgm:prSet/>
      <dgm:spPr/>
      <dgm:t>
        <a:bodyPr/>
        <a:lstStyle/>
        <a:p>
          <a:endParaRPr lang="en-US"/>
        </a:p>
      </dgm:t>
    </dgm:pt>
    <dgm:pt modelId="{F78EB7F3-C574-4567-ADB2-0338C3745D16}" type="pres">
      <dgm:prSet presAssocID="{912EF556-6B68-49E9-985A-4A7C4B47D472}" presName="Name0" presStyleCnt="0">
        <dgm:presLayoutVars>
          <dgm:dir/>
          <dgm:animLvl val="lvl"/>
          <dgm:resizeHandles val="exact"/>
        </dgm:presLayoutVars>
      </dgm:prSet>
      <dgm:spPr/>
    </dgm:pt>
    <dgm:pt modelId="{D4A22724-516E-4E12-9B07-E6AC00BC3CBE}" type="pres">
      <dgm:prSet presAssocID="{A43FD0A8-1B37-4B38-8DFE-B2AEADB53A78}" presName="linNode" presStyleCnt="0"/>
      <dgm:spPr/>
    </dgm:pt>
    <dgm:pt modelId="{1864DB54-3D11-44A7-81C6-9D6765B9E253}" type="pres">
      <dgm:prSet presAssocID="{A43FD0A8-1B37-4B38-8DFE-B2AEADB53A78}" presName="parentText" presStyleLbl="node1" presStyleIdx="0" presStyleCnt="6">
        <dgm:presLayoutVars>
          <dgm:chMax val="1"/>
          <dgm:bulletEnabled val="1"/>
        </dgm:presLayoutVars>
      </dgm:prSet>
      <dgm:spPr/>
    </dgm:pt>
    <dgm:pt modelId="{9636C284-3B3F-48A4-A2A9-56BD88A74C95}" type="pres">
      <dgm:prSet presAssocID="{A43FD0A8-1B37-4B38-8DFE-B2AEADB53A78}" presName="descendantText" presStyleLbl="alignAccFollowNode1" presStyleIdx="0" presStyleCnt="4">
        <dgm:presLayoutVars>
          <dgm:bulletEnabled val="1"/>
        </dgm:presLayoutVars>
      </dgm:prSet>
      <dgm:spPr/>
    </dgm:pt>
    <dgm:pt modelId="{B317C7DD-7B24-45C2-9577-AA9E4530ACA1}" type="pres">
      <dgm:prSet presAssocID="{08EF7BF4-12D5-41FA-9281-B82646B07111}" presName="sp" presStyleCnt="0"/>
      <dgm:spPr/>
    </dgm:pt>
    <dgm:pt modelId="{6D2950BE-606E-40E5-810F-52A8FC063CF5}" type="pres">
      <dgm:prSet presAssocID="{145B8E40-0F10-4E85-859A-5D6E0BC5800D}" presName="linNode" presStyleCnt="0"/>
      <dgm:spPr/>
    </dgm:pt>
    <dgm:pt modelId="{BFEAFD1B-D707-4A5C-90E4-0EE24E74477F}" type="pres">
      <dgm:prSet presAssocID="{145B8E40-0F10-4E85-859A-5D6E0BC5800D}" presName="parentText" presStyleLbl="node1" presStyleIdx="1" presStyleCnt="6">
        <dgm:presLayoutVars>
          <dgm:chMax val="1"/>
          <dgm:bulletEnabled val="1"/>
        </dgm:presLayoutVars>
      </dgm:prSet>
      <dgm:spPr/>
    </dgm:pt>
    <dgm:pt modelId="{36ABFE56-B15D-492D-9C26-784B4E2C7F3C}" type="pres">
      <dgm:prSet presAssocID="{145B8E40-0F10-4E85-859A-5D6E0BC5800D}" presName="descendantText" presStyleLbl="alignAccFollowNode1" presStyleIdx="1" presStyleCnt="4">
        <dgm:presLayoutVars>
          <dgm:bulletEnabled val="1"/>
        </dgm:presLayoutVars>
      </dgm:prSet>
      <dgm:spPr/>
    </dgm:pt>
    <dgm:pt modelId="{A6B472F5-3283-448F-97DF-85BA182D607C}" type="pres">
      <dgm:prSet presAssocID="{5B571A19-2914-4B7E-9871-90276BBF2935}" presName="sp" presStyleCnt="0"/>
      <dgm:spPr/>
    </dgm:pt>
    <dgm:pt modelId="{BC7FE78E-1CA7-4DED-9169-D3246840CC3F}" type="pres">
      <dgm:prSet presAssocID="{9BAA9A4D-1D10-4FC4-9FC5-76244102B556}" presName="linNode" presStyleCnt="0"/>
      <dgm:spPr/>
    </dgm:pt>
    <dgm:pt modelId="{2A1113A1-1FCD-4478-8E9B-AC169B321C09}" type="pres">
      <dgm:prSet presAssocID="{9BAA9A4D-1D10-4FC4-9FC5-76244102B556}" presName="parentText" presStyleLbl="node1" presStyleIdx="2" presStyleCnt="6">
        <dgm:presLayoutVars>
          <dgm:chMax val="1"/>
          <dgm:bulletEnabled val="1"/>
        </dgm:presLayoutVars>
      </dgm:prSet>
      <dgm:spPr/>
    </dgm:pt>
    <dgm:pt modelId="{5E3F7652-6BC3-4E40-B2B6-AB864B17A915}" type="pres">
      <dgm:prSet presAssocID="{9BAA9A4D-1D10-4FC4-9FC5-76244102B556}" presName="descendantText" presStyleLbl="alignAccFollowNode1" presStyleIdx="2" presStyleCnt="4">
        <dgm:presLayoutVars>
          <dgm:bulletEnabled val="1"/>
        </dgm:presLayoutVars>
      </dgm:prSet>
      <dgm:spPr/>
    </dgm:pt>
    <dgm:pt modelId="{77ABCA82-0FFE-428A-9846-40F9FC8C9914}" type="pres">
      <dgm:prSet presAssocID="{855E4BFA-5C39-4F16-AB04-7F23DF3C1451}" presName="sp" presStyleCnt="0"/>
      <dgm:spPr/>
    </dgm:pt>
    <dgm:pt modelId="{10638881-EB58-4D55-8AC5-24D6728BC88C}" type="pres">
      <dgm:prSet presAssocID="{06A6C6D7-2289-4513-91B8-F70A8B45C51F}" presName="linNode" presStyleCnt="0"/>
      <dgm:spPr/>
    </dgm:pt>
    <dgm:pt modelId="{E569D84D-1B93-4F1F-BCE3-05B7A505C46C}" type="pres">
      <dgm:prSet presAssocID="{06A6C6D7-2289-4513-91B8-F70A8B45C51F}" presName="parentText" presStyleLbl="node1" presStyleIdx="3" presStyleCnt="6">
        <dgm:presLayoutVars>
          <dgm:chMax val="1"/>
          <dgm:bulletEnabled val="1"/>
        </dgm:presLayoutVars>
      </dgm:prSet>
      <dgm:spPr/>
    </dgm:pt>
    <dgm:pt modelId="{BCB8E6EE-7A45-4A9D-9B76-FF7FF6FCA579}" type="pres">
      <dgm:prSet presAssocID="{06A6C6D7-2289-4513-91B8-F70A8B45C51F}" presName="descendantText" presStyleLbl="alignAccFollowNode1" presStyleIdx="3" presStyleCnt="4">
        <dgm:presLayoutVars>
          <dgm:bulletEnabled val="1"/>
        </dgm:presLayoutVars>
      </dgm:prSet>
      <dgm:spPr/>
    </dgm:pt>
    <dgm:pt modelId="{32B0A19C-5007-4DEE-8352-615F49DC02EA}" type="pres">
      <dgm:prSet presAssocID="{8F425F56-F455-40CE-8321-51E355A96373}" presName="sp" presStyleCnt="0"/>
      <dgm:spPr/>
    </dgm:pt>
    <dgm:pt modelId="{15C255E6-E082-435A-AD03-43EF299AE924}" type="pres">
      <dgm:prSet presAssocID="{3A9A5C5D-E82C-4EDD-AFCE-7A839DB36B60}" presName="linNode" presStyleCnt="0"/>
      <dgm:spPr/>
    </dgm:pt>
    <dgm:pt modelId="{47C196C0-82BF-4C9B-A0D4-B8A8DDF25758}" type="pres">
      <dgm:prSet presAssocID="{3A9A5C5D-E82C-4EDD-AFCE-7A839DB36B60}" presName="parentText" presStyleLbl="node1" presStyleIdx="4" presStyleCnt="6">
        <dgm:presLayoutVars>
          <dgm:chMax val="1"/>
          <dgm:bulletEnabled val="1"/>
        </dgm:presLayoutVars>
      </dgm:prSet>
      <dgm:spPr/>
    </dgm:pt>
    <dgm:pt modelId="{CC55A7A2-A849-4DC4-9A06-910059D1FA64}" type="pres">
      <dgm:prSet presAssocID="{F6E1C34D-7402-4D26-95D1-0F366D4720B1}" presName="sp" presStyleCnt="0"/>
      <dgm:spPr/>
    </dgm:pt>
    <dgm:pt modelId="{03985735-7BD8-44B0-9F71-B15A530F3B3C}" type="pres">
      <dgm:prSet presAssocID="{5E5C7EF7-9617-4B13-8E71-E1886055BA75}" presName="linNode" presStyleCnt="0"/>
      <dgm:spPr/>
    </dgm:pt>
    <dgm:pt modelId="{6DA1659A-0CDD-4BD4-8C63-5FDC020AC169}" type="pres">
      <dgm:prSet presAssocID="{5E5C7EF7-9617-4B13-8E71-E1886055BA75}" presName="parentText" presStyleLbl="node1" presStyleIdx="5" presStyleCnt="6" custScaleX="177082" custLinFactX="25919" custLinFactY="-5836" custLinFactNeighborX="100000" custLinFactNeighborY="-100000">
        <dgm:presLayoutVars>
          <dgm:chMax val="1"/>
          <dgm:bulletEnabled val="1"/>
        </dgm:presLayoutVars>
      </dgm:prSet>
      <dgm:spPr>
        <a:xfrm>
          <a:off x="4002553" y="3384595"/>
          <a:ext cx="7038826" cy="807132"/>
        </a:xfrm>
        <a:prstGeom prst="roundRect">
          <a:avLst/>
        </a:prstGeom>
      </dgm:spPr>
    </dgm:pt>
  </dgm:ptLst>
  <dgm:cxnLst>
    <dgm:cxn modelId="{F56D5508-7A2D-4295-B4F3-3736B140333B}" type="presOf" srcId="{912EF556-6B68-49E9-985A-4A7C4B47D472}" destId="{F78EB7F3-C574-4567-ADB2-0338C3745D16}" srcOrd="0" destOrd="0" presId="urn:microsoft.com/office/officeart/2005/8/layout/vList5"/>
    <dgm:cxn modelId="{14A4BB14-BFA1-4B58-926D-EDF8A526FED8}" type="presOf" srcId="{3A9A5C5D-E82C-4EDD-AFCE-7A839DB36B60}" destId="{47C196C0-82BF-4C9B-A0D4-B8A8DDF25758}" srcOrd="0" destOrd="0" presId="urn:microsoft.com/office/officeart/2005/8/layout/vList5"/>
    <dgm:cxn modelId="{85BD2423-BEF0-4EEB-AF89-399B04A46BA2}" type="presOf" srcId="{DF06D140-111B-407D-92EC-E60F48410267}" destId="{5E3F7652-6BC3-4E40-B2B6-AB864B17A915}" srcOrd="0" destOrd="0" presId="urn:microsoft.com/office/officeart/2005/8/layout/vList5"/>
    <dgm:cxn modelId="{4E9C2538-4BE0-4B31-A6D9-C79D3C185EFB}" type="presOf" srcId="{9BAA9A4D-1D10-4FC4-9FC5-76244102B556}" destId="{2A1113A1-1FCD-4478-8E9B-AC169B321C09}" srcOrd="0" destOrd="0" presId="urn:microsoft.com/office/officeart/2005/8/layout/vList5"/>
    <dgm:cxn modelId="{29436342-FF8C-4281-8337-5454CA7673E0}" type="presOf" srcId="{145B8E40-0F10-4E85-859A-5D6E0BC5800D}" destId="{BFEAFD1B-D707-4A5C-90E4-0EE24E74477F}" srcOrd="0" destOrd="0" presId="urn:microsoft.com/office/officeart/2005/8/layout/vList5"/>
    <dgm:cxn modelId="{879D8167-190D-4860-B9BB-B22C7D28907B}" type="presOf" srcId="{63F588D5-72B7-415B-B0EC-48F961270435}" destId="{36ABFE56-B15D-492D-9C26-784B4E2C7F3C}" srcOrd="0" destOrd="0" presId="urn:microsoft.com/office/officeart/2005/8/layout/vList5"/>
    <dgm:cxn modelId="{9C86344A-3FB5-41B8-B397-F777E3DD3FCF}" srcId="{912EF556-6B68-49E9-985A-4A7C4B47D472}" destId="{06A6C6D7-2289-4513-91B8-F70A8B45C51F}" srcOrd="3" destOrd="0" parTransId="{79B26F59-E0B9-4BD1-8FDE-B5F3AA1C3763}" sibTransId="{8F425F56-F455-40CE-8321-51E355A96373}"/>
    <dgm:cxn modelId="{09121C55-431A-4B0B-B3FB-996050A3630E}" type="presOf" srcId="{ABBAE00D-7F66-4F4C-A042-B52037037E98}" destId="{BCB8E6EE-7A45-4A9D-9B76-FF7FF6FCA579}" srcOrd="0" destOrd="0" presId="urn:microsoft.com/office/officeart/2005/8/layout/vList5"/>
    <dgm:cxn modelId="{6579F657-87C4-4D66-AE4E-B9821377C32F}" srcId="{912EF556-6B68-49E9-985A-4A7C4B47D472}" destId="{9BAA9A4D-1D10-4FC4-9FC5-76244102B556}" srcOrd="2" destOrd="0" parTransId="{1EA71E40-DFB7-42AF-8304-3519815B4BD9}" sibTransId="{855E4BFA-5C39-4F16-AB04-7F23DF3C1451}"/>
    <dgm:cxn modelId="{BB91229F-9B41-43A9-8A1A-48A912D2E62D}" srcId="{912EF556-6B68-49E9-985A-4A7C4B47D472}" destId="{145B8E40-0F10-4E85-859A-5D6E0BC5800D}" srcOrd="1" destOrd="0" parTransId="{D01AA0F4-6F21-4D8E-B821-3325686FA3F9}" sibTransId="{5B571A19-2914-4B7E-9871-90276BBF2935}"/>
    <dgm:cxn modelId="{AF5E33AE-98B4-4927-BA10-3F911239627D}" srcId="{912EF556-6B68-49E9-985A-4A7C4B47D472}" destId="{A43FD0A8-1B37-4B38-8DFE-B2AEADB53A78}" srcOrd="0" destOrd="0" parTransId="{6722D726-3ECB-4758-A3F0-375542E093EF}" sibTransId="{08EF7BF4-12D5-41FA-9281-B82646B07111}"/>
    <dgm:cxn modelId="{F38148B7-9A80-4178-A4E8-6F877D5359B7}" type="presOf" srcId="{06A6C6D7-2289-4513-91B8-F70A8B45C51F}" destId="{E569D84D-1B93-4F1F-BCE3-05B7A505C46C}" srcOrd="0" destOrd="0" presId="urn:microsoft.com/office/officeart/2005/8/layout/vList5"/>
    <dgm:cxn modelId="{BBF564BC-845C-4AEA-9880-20B996A174F6}" srcId="{A43FD0A8-1B37-4B38-8DFE-B2AEADB53A78}" destId="{C61C1379-76D3-4BB9-9E5B-031894897691}" srcOrd="0" destOrd="0" parTransId="{AF26B838-8EE1-48F4-AA6E-940636946EA4}" sibTransId="{D823AEFC-F9CA-4D87-A87C-309B402173ED}"/>
    <dgm:cxn modelId="{891CE4C6-8F15-4A9D-8D12-9D4AC308E349}" srcId="{9BAA9A4D-1D10-4FC4-9FC5-76244102B556}" destId="{DF06D140-111B-407D-92EC-E60F48410267}" srcOrd="0" destOrd="0" parTransId="{80C5D37A-B9E9-4DF7-853C-59EA9E37F199}" sibTransId="{046B8A7D-07B3-419E-B740-3B55F4772154}"/>
    <dgm:cxn modelId="{3DB463C7-F32A-4442-B39D-42405EBE56A1}" type="presOf" srcId="{5E5C7EF7-9617-4B13-8E71-E1886055BA75}" destId="{6DA1659A-0CDD-4BD4-8C63-5FDC020AC169}" srcOrd="0" destOrd="0" presId="urn:microsoft.com/office/officeart/2005/8/layout/vList5"/>
    <dgm:cxn modelId="{05CE12C9-0FFF-47DC-9902-3785461CDAC8}" type="presOf" srcId="{C61C1379-76D3-4BB9-9E5B-031894897691}" destId="{9636C284-3B3F-48A4-A2A9-56BD88A74C95}" srcOrd="0" destOrd="0" presId="urn:microsoft.com/office/officeart/2005/8/layout/vList5"/>
    <dgm:cxn modelId="{874857D7-2E25-4BB6-989F-AF469535B288}" srcId="{912EF556-6B68-49E9-985A-4A7C4B47D472}" destId="{3A9A5C5D-E82C-4EDD-AFCE-7A839DB36B60}" srcOrd="4" destOrd="0" parTransId="{F462A6C7-F586-49AE-A9B1-C2949DD668B2}" sibTransId="{F6E1C34D-7402-4D26-95D1-0F366D4720B1}"/>
    <dgm:cxn modelId="{CEA573E6-60A1-4D84-BFE1-6BA8E377F801}" type="presOf" srcId="{A43FD0A8-1B37-4B38-8DFE-B2AEADB53A78}" destId="{1864DB54-3D11-44A7-81C6-9D6765B9E253}" srcOrd="0" destOrd="0" presId="urn:microsoft.com/office/officeart/2005/8/layout/vList5"/>
    <dgm:cxn modelId="{F4941FE7-C3CB-4871-9738-1375C9B92D58}" srcId="{06A6C6D7-2289-4513-91B8-F70A8B45C51F}" destId="{ABBAE00D-7F66-4F4C-A042-B52037037E98}" srcOrd="0" destOrd="0" parTransId="{B8065F7A-1E5E-4F77-8906-19A918C521A7}" sibTransId="{FD09F52A-71D8-4940-9E4B-3B14DC95D564}"/>
    <dgm:cxn modelId="{FBEF3AF5-6C9B-4301-891E-D4DB97843880}" srcId="{912EF556-6B68-49E9-985A-4A7C4B47D472}" destId="{5E5C7EF7-9617-4B13-8E71-E1886055BA75}" srcOrd="5" destOrd="0" parTransId="{4B3690AD-F0BC-4B57-AADF-3E20DE4FD686}" sibTransId="{071BF999-A754-46EC-BC7B-AEACE4C9CD6E}"/>
    <dgm:cxn modelId="{906C0DF8-31BB-49E0-ADBE-C48E0E97CE17}" srcId="{145B8E40-0F10-4E85-859A-5D6E0BC5800D}" destId="{63F588D5-72B7-415B-B0EC-48F961270435}" srcOrd="0" destOrd="0" parTransId="{54448680-437E-4B5B-AEF8-E63972D46680}" sibTransId="{273364B5-ACDB-4DB6-A42F-DF9EB4B6B21D}"/>
    <dgm:cxn modelId="{207BAFFE-CE97-4435-BFBD-1EFA988A604F}" type="presParOf" srcId="{F78EB7F3-C574-4567-ADB2-0338C3745D16}" destId="{D4A22724-516E-4E12-9B07-E6AC00BC3CBE}" srcOrd="0" destOrd="0" presId="urn:microsoft.com/office/officeart/2005/8/layout/vList5"/>
    <dgm:cxn modelId="{F57AFC54-DC3E-41EF-96C3-DB496E99FE3D}" type="presParOf" srcId="{D4A22724-516E-4E12-9B07-E6AC00BC3CBE}" destId="{1864DB54-3D11-44A7-81C6-9D6765B9E253}" srcOrd="0" destOrd="0" presId="urn:microsoft.com/office/officeart/2005/8/layout/vList5"/>
    <dgm:cxn modelId="{21231EBA-6BF0-4349-B3D9-89062F274EC2}" type="presParOf" srcId="{D4A22724-516E-4E12-9B07-E6AC00BC3CBE}" destId="{9636C284-3B3F-48A4-A2A9-56BD88A74C95}" srcOrd="1" destOrd="0" presId="urn:microsoft.com/office/officeart/2005/8/layout/vList5"/>
    <dgm:cxn modelId="{448BAE49-1AB1-48E2-8672-745B243B8BCF}" type="presParOf" srcId="{F78EB7F3-C574-4567-ADB2-0338C3745D16}" destId="{B317C7DD-7B24-45C2-9577-AA9E4530ACA1}" srcOrd="1" destOrd="0" presId="urn:microsoft.com/office/officeart/2005/8/layout/vList5"/>
    <dgm:cxn modelId="{0DB65D2E-E7D2-4118-BF1F-8A94033FB62C}" type="presParOf" srcId="{F78EB7F3-C574-4567-ADB2-0338C3745D16}" destId="{6D2950BE-606E-40E5-810F-52A8FC063CF5}" srcOrd="2" destOrd="0" presId="urn:microsoft.com/office/officeart/2005/8/layout/vList5"/>
    <dgm:cxn modelId="{588EAE2B-07D1-4AD2-894E-1EC9A3438EF8}" type="presParOf" srcId="{6D2950BE-606E-40E5-810F-52A8FC063CF5}" destId="{BFEAFD1B-D707-4A5C-90E4-0EE24E74477F}" srcOrd="0" destOrd="0" presId="urn:microsoft.com/office/officeart/2005/8/layout/vList5"/>
    <dgm:cxn modelId="{9327AD92-E471-4E97-910B-835DCA33051B}" type="presParOf" srcId="{6D2950BE-606E-40E5-810F-52A8FC063CF5}" destId="{36ABFE56-B15D-492D-9C26-784B4E2C7F3C}" srcOrd="1" destOrd="0" presId="urn:microsoft.com/office/officeart/2005/8/layout/vList5"/>
    <dgm:cxn modelId="{B459414E-B423-4313-8A0B-BAFBE24B5D4C}" type="presParOf" srcId="{F78EB7F3-C574-4567-ADB2-0338C3745D16}" destId="{A6B472F5-3283-448F-97DF-85BA182D607C}" srcOrd="3" destOrd="0" presId="urn:microsoft.com/office/officeart/2005/8/layout/vList5"/>
    <dgm:cxn modelId="{5B376CD5-98D5-4084-A6F4-CC56103240D6}" type="presParOf" srcId="{F78EB7F3-C574-4567-ADB2-0338C3745D16}" destId="{BC7FE78E-1CA7-4DED-9169-D3246840CC3F}" srcOrd="4" destOrd="0" presId="urn:microsoft.com/office/officeart/2005/8/layout/vList5"/>
    <dgm:cxn modelId="{183F8200-8903-42E0-87C9-5DDE4638EE6E}" type="presParOf" srcId="{BC7FE78E-1CA7-4DED-9169-D3246840CC3F}" destId="{2A1113A1-1FCD-4478-8E9B-AC169B321C09}" srcOrd="0" destOrd="0" presId="urn:microsoft.com/office/officeart/2005/8/layout/vList5"/>
    <dgm:cxn modelId="{AB14B858-DEAB-4BEF-A084-9E1BA539F759}" type="presParOf" srcId="{BC7FE78E-1CA7-4DED-9169-D3246840CC3F}" destId="{5E3F7652-6BC3-4E40-B2B6-AB864B17A915}" srcOrd="1" destOrd="0" presId="urn:microsoft.com/office/officeart/2005/8/layout/vList5"/>
    <dgm:cxn modelId="{77FE8ECE-64A7-4070-8EB1-000E228AB14B}" type="presParOf" srcId="{F78EB7F3-C574-4567-ADB2-0338C3745D16}" destId="{77ABCA82-0FFE-428A-9846-40F9FC8C9914}" srcOrd="5" destOrd="0" presId="urn:microsoft.com/office/officeart/2005/8/layout/vList5"/>
    <dgm:cxn modelId="{816ADBB1-D51B-43C9-A542-7BBC10DE4360}" type="presParOf" srcId="{F78EB7F3-C574-4567-ADB2-0338C3745D16}" destId="{10638881-EB58-4D55-8AC5-24D6728BC88C}" srcOrd="6" destOrd="0" presId="urn:microsoft.com/office/officeart/2005/8/layout/vList5"/>
    <dgm:cxn modelId="{5A05D8EC-EF1A-4C26-BB15-5138C111751F}" type="presParOf" srcId="{10638881-EB58-4D55-8AC5-24D6728BC88C}" destId="{E569D84D-1B93-4F1F-BCE3-05B7A505C46C}" srcOrd="0" destOrd="0" presId="urn:microsoft.com/office/officeart/2005/8/layout/vList5"/>
    <dgm:cxn modelId="{CE461012-D621-4F7B-A795-DEA1A3EBAA8E}" type="presParOf" srcId="{10638881-EB58-4D55-8AC5-24D6728BC88C}" destId="{BCB8E6EE-7A45-4A9D-9B76-FF7FF6FCA579}" srcOrd="1" destOrd="0" presId="urn:microsoft.com/office/officeart/2005/8/layout/vList5"/>
    <dgm:cxn modelId="{E64AD48B-4C52-47D9-99F5-ED72CB3D1D86}" type="presParOf" srcId="{F78EB7F3-C574-4567-ADB2-0338C3745D16}" destId="{32B0A19C-5007-4DEE-8352-615F49DC02EA}" srcOrd="7" destOrd="0" presId="urn:microsoft.com/office/officeart/2005/8/layout/vList5"/>
    <dgm:cxn modelId="{0C807FE2-0ED9-4138-A5F6-70831209F15C}" type="presParOf" srcId="{F78EB7F3-C574-4567-ADB2-0338C3745D16}" destId="{15C255E6-E082-435A-AD03-43EF299AE924}" srcOrd="8" destOrd="0" presId="urn:microsoft.com/office/officeart/2005/8/layout/vList5"/>
    <dgm:cxn modelId="{FF8426D0-3DEC-4BCD-93FC-5D2F4EA3788E}" type="presParOf" srcId="{15C255E6-E082-435A-AD03-43EF299AE924}" destId="{47C196C0-82BF-4C9B-A0D4-B8A8DDF25758}" srcOrd="0" destOrd="0" presId="urn:microsoft.com/office/officeart/2005/8/layout/vList5"/>
    <dgm:cxn modelId="{F2F3F886-5908-4879-9A66-9D4F5F6CE1A7}" type="presParOf" srcId="{F78EB7F3-C574-4567-ADB2-0338C3745D16}" destId="{CC55A7A2-A849-4DC4-9A06-910059D1FA64}" srcOrd="9" destOrd="0" presId="urn:microsoft.com/office/officeart/2005/8/layout/vList5"/>
    <dgm:cxn modelId="{481BC8C4-2034-4265-89B7-A216627A5596}" type="presParOf" srcId="{F78EB7F3-C574-4567-ADB2-0338C3745D16}" destId="{03985735-7BD8-44B0-9F71-B15A530F3B3C}" srcOrd="10" destOrd="0" presId="urn:microsoft.com/office/officeart/2005/8/layout/vList5"/>
    <dgm:cxn modelId="{3CD2ACFC-D984-4D47-BCE2-DCF659AE32D8}" type="presParOf" srcId="{03985735-7BD8-44B0-9F71-B15A530F3B3C}" destId="{6DA1659A-0CDD-4BD4-8C63-5FDC020AC169}"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9995EC-AEAA-4C6A-A377-AC39C7B0C041}"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D14663A4-6F99-4C2F-A7C2-12240DB03ADC}">
      <dgm:prSet/>
      <dgm:spPr/>
      <dgm:t>
        <a:bodyPr/>
        <a:lstStyle/>
        <a:p>
          <a:r>
            <a:rPr lang="en-US"/>
            <a:t>MATLAB</a:t>
          </a:r>
        </a:p>
      </dgm:t>
    </dgm:pt>
    <dgm:pt modelId="{FDDD19D0-FB63-422D-B4E1-594D33654618}" type="parTrans" cxnId="{4F3A8960-9654-41C3-A371-1ADDBEE9D56E}">
      <dgm:prSet/>
      <dgm:spPr/>
      <dgm:t>
        <a:bodyPr/>
        <a:lstStyle/>
        <a:p>
          <a:endParaRPr lang="en-US"/>
        </a:p>
      </dgm:t>
    </dgm:pt>
    <dgm:pt modelId="{ECDBFF32-13E9-488E-A74D-066A29BBC43E}" type="sibTrans" cxnId="{4F3A8960-9654-41C3-A371-1ADDBEE9D56E}">
      <dgm:prSet/>
      <dgm:spPr/>
      <dgm:t>
        <a:bodyPr/>
        <a:lstStyle/>
        <a:p>
          <a:endParaRPr lang="en-US"/>
        </a:p>
      </dgm:t>
    </dgm:pt>
    <dgm:pt modelId="{B4881758-D9F0-4710-A03D-EEB133EFC7F2}">
      <dgm:prSet/>
      <dgm:spPr/>
      <dgm:t>
        <a:bodyPr/>
        <a:lstStyle/>
        <a:p>
          <a:r>
            <a:rPr lang="en-US"/>
            <a:t>NODE RED</a:t>
          </a:r>
        </a:p>
      </dgm:t>
    </dgm:pt>
    <dgm:pt modelId="{BCA3A3CA-576E-4372-954E-ABDB09327706}" type="parTrans" cxnId="{6ED54009-0356-480B-A1F8-75D63ACAD6E3}">
      <dgm:prSet/>
      <dgm:spPr/>
      <dgm:t>
        <a:bodyPr/>
        <a:lstStyle/>
        <a:p>
          <a:endParaRPr lang="en-US"/>
        </a:p>
      </dgm:t>
    </dgm:pt>
    <dgm:pt modelId="{839FDB63-B338-4077-BB63-EE35BF89A52D}" type="sibTrans" cxnId="{6ED54009-0356-480B-A1F8-75D63ACAD6E3}">
      <dgm:prSet/>
      <dgm:spPr/>
      <dgm:t>
        <a:bodyPr/>
        <a:lstStyle/>
        <a:p>
          <a:endParaRPr lang="en-US"/>
        </a:p>
      </dgm:t>
    </dgm:pt>
    <dgm:pt modelId="{6320A95C-F17A-4A7C-98E9-5C156DA4CB74}">
      <dgm:prSet/>
      <dgm:spPr/>
      <dgm:t>
        <a:bodyPr/>
        <a:lstStyle/>
        <a:p>
          <a:r>
            <a:rPr lang="en-US"/>
            <a:t>AWS Cloud</a:t>
          </a:r>
        </a:p>
      </dgm:t>
    </dgm:pt>
    <dgm:pt modelId="{9355FADE-0AB6-415A-A0F1-03A7B93CD117}" type="parTrans" cxnId="{CA6F10F6-A21E-4678-98D8-F666A3071839}">
      <dgm:prSet/>
      <dgm:spPr/>
      <dgm:t>
        <a:bodyPr/>
        <a:lstStyle/>
        <a:p>
          <a:endParaRPr lang="en-US"/>
        </a:p>
      </dgm:t>
    </dgm:pt>
    <dgm:pt modelId="{2E9F0C42-2AB5-4E8F-84C6-D49BEBAECF1B}" type="sibTrans" cxnId="{CA6F10F6-A21E-4678-98D8-F666A3071839}">
      <dgm:prSet/>
      <dgm:spPr/>
      <dgm:t>
        <a:bodyPr/>
        <a:lstStyle/>
        <a:p>
          <a:endParaRPr lang="en-US"/>
        </a:p>
      </dgm:t>
    </dgm:pt>
    <dgm:pt modelId="{C87FCFCD-AE5D-4689-80FE-DC7ECD1A0B66}">
      <dgm:prSet/>
      <dgm:spPr/>
      <dgm:t>
        <a:bodyPr/>
        <a:lstStyle/>
        <a:p>
          <a:r>
            <a:rPr lang="en-US"/>
            <a:t>Thingspeak</a:t>
          </a:r>
        </a:p>
      </dgm:t>
    </dgm:pt>
    <dgm:pt modelId="{D398D1B1-D2AF-488A-9BDF-580D24219ECD}" type="parTrans" cxnId="{8722F5AF-C1E2-4210-9BC7-DE1FDE13BE38}">
      <dgm:prSet/>
      <dgm:spPr/>
      <dgm:t>
        <a:bodyPr/>
        <a:lstStyle/>
        <a:p>
          <a:endParaRPr lang="en-US"/>
        </a:p>
      </dgm:t>
    </dgm:pt>
    <dgm:pt modelId="{A8984D43-4EFC-41E0-A8F1-11CD149773B0}" type="sibTrans" cxnId="{8722F5AF-C1E2-4210-9BC7-DE1FDE13BE38}">
      <dgm:prSet/>
      <dgm:spPr/>
      <dgm:t>
        <a:bodyPr/>
        <a:lstStyle/>
        <a:p>
          <a:endParaRPr lang="en-US"/>
        </a:p>
      </dgm:t>
    </dgm:pt>
    <dgm:pt modelId="{A2688E9F-701B-4EBC-82AE-DADA81F9A0AE}">
      <dgm:prSet/>
      <dgm:spPr/>
      <dgm:t>
        <a:bodyPr/>
        <a:lstStyle/>
        <a:p>
          <a:r>
            <a:rPr lang="en-US"/>
            <a:t>Dashboard</a:t>
          </a:r>
        </a:p>
      </dgm:t>
    </dgm:pt>
    <dgm:pt modelId="{AB97701C-5486-418E-92A8-C82D5C56845A}" type="parTrans" cxnId="{BADB0318-9EAE-4CD3-AF4A-22B8E7BB03B9}">
      <dgm:prSet/>
      <dgm:spPr/>
      <dgm:t>
        <a:bodyPr/>
        <a:lstStyle/>
        <a:p>
          <a:endParaRPr lang="en-US"/>
        </a:p>
      </dgm:t>
    </dgm:pt>
    <dgm:pt modelId="{12549F39-12CC-4212-8911-3A9642C2078A}" type="sibTrans" cxnId="{BADB0318-9EAE-4CD3-AF4A-22B8E7BB03B9}">
      <dgm:prSet/>
      <dgm:spPr/>
      <dgm:t>
        <a:bodyPr/>
        <a:lstStyle/>
        <a:p>
          <a:endParaRPr lang="en-US"/>
        </a:p>
      </dgm:t>
    </dgm:pt>
    <dgm:pt modelId="{5C41189D-6C16-4CCE-9727-82843D0B512A}" type="pres">
      <dgm:prSet presAssocID="{929995EC-AEAA-4C6A-A377-AC39C7B0C041}" presName="outerComposite" presStyleCnt="0">
        <dgm:presLayoutVars>
          <dgm:chMax val="5"/>
          <dgm:dir/>
          <dgm:resizeHandles val="exact"/>
        </dgm:presLayoutVars>
      </dgm:prSet>
      <dgm:spPr/>
    </dgm:pt>
    <dgm:pt modelId="{A793880E-4CB3-46DC-82A3-9678A7A52A9B}" type="pres">
      <dgm:prSet presAssocID="{929995EC-AEAA-4C6A-A377-AC39C7B0C041}" presName="dummyMaxCanvas" presStyleCnt="0">
        <dgm:presLayoutVars/>
      </dgm:prSet>
      <dgm:spPr/>
    </dgm:pt>
    <dgm:pt modelId="{B004910B-4333-4FDC-AE49-F180EB69F2D5}" type="pres">
      <dgm:prSet presAssocID="{929995EC-AEAA-4C6A-A377-AC39C7B0C041}" presName="FiveNodes_1" presStyleLbl="node1" presStyleIdx="0" presStyleCnt="5">
        <dgm:presLayoutVars>
          <dgm:bulletEnabled val="1"/>
        </dgm:presLayoutVars>
      </dgm:prSet>
      <dgm:spPr/>
    </dgm:pt>
    <dgm:pt modelId="{6F88B571-45CA-4827-84F0-4B50FD37DDF2}" type="pres">
      <dgm:prSet presAssocID="{929995EC-AEAA-4C6A-A377-AC39C7B0C041}" presName="FiveNodes_2" presStyleLbl="node1" presStyleIdx="1" presStyleCnt="5">
        <dgm:presLayoutVars>
          <dgm:bulletEnabled val="1"/>
        </dgm:presLayoutVars>
      </dgm:prSet>
      <dgm:spPr/>
    </dgm:pt>
    <dgm:pt modelId="{6074AE3A-0A55-46F2-BD90-21151510F774}" type="pres">
      <dgm:prSet presAssocID="{929995EC-AEAA-4C6A-A377-AC39C7B0C041}" presName="FiveNodes_3" presStyleLbl="node1" presStyleIdx="2" presStyleCnt="5">
        <dgm:presLayoutVars>
          <dgm:bulletEnabled val="1"/>
        </dgm:presLayoutVars>
      </dgm:prSet>
      <dgm:spPr/>
    </dgm:pt>
    <dgm:pt modelId="{77B0CCBE-7EC2-497C-A100-D52D46262FF8}" type="pres">
      <dgm:prSet presAssocID="{929995EC-AEAA-4C6A-A377-AC39C7B0C041}" presName="FiveNodes_4" presStyleLbl="node1" presStyleIdx="3" presStyleCnt="5">
        <dgm:presLayoutVars>
          <dgm:bulletEnabled val="1"/>
        </dgm:presLayoutVars>
      </dgm:prSet>
      <dgm:spPr/>
    </dgm:pt>
    <dgm:pt modelId="{C1A95E74-8D4B-4B23-AF15-E82C35EE0D32}" type="pres">
      <dgm:prSet presAssocID="{929995EC-AEAA-4C6A-A377-AC39C7B0C041}" presName="FiveNodes_5" presStyleLbl="node1" presStyleIdx="4" presStyleCnt="5">
        <dgm:presLayoutVars>
          <dgm:bulletEnabled val="1"/>
        </dgm:presLayoutVars>
      </dgm:prSet>
      <dgm:spPr/>
    </dgm:pt>
    <dgm:pt modelId="{AB2A3175-6EBC-4379-A8A1-161047DBEEFF}" type="pres">
      <dgm:prSet presAssocID="{929995EC-AEAA-4C6A-A377-AC39C7B0C041}" presName="FiveConn_1-2" presStyleLbl="fgAccFollowNode1" presStyleIdx="0" presStyleCnt="4">
        <dgm:presLayoutVars>
          <dgm:bulletEnabled val="1"/>
        </dgm:presLayoutVars>
      </dgm:prSet>
      <dgm:spPr/>
    </dgm:pt>
    <dgm:pt modelId="{72A4863D-EAE4-4DCB-A218-202C8E730E14}" type="pres">
      <dgm:prSet presAssocID="{929995EC-AEAA-4C6A-A377-AC39C7B0C041}" presName="FiveConn_2-3" presStyleLbl="fgAccFollowNode1" presStyleIdx="1" presStyleCnt="4">
        <dgm:presLayoutVars>
          <dgm:bulletEnabled val="1"/>
        </dgm:presLayoutVars>
      </dgm:prSet>
      <dgm:spPr/>
    </dgm:pt>
    <dgm:pt modelId="{3C086480-1625-4E64-8A34-6D974E490D00}" type="pres">
      <dgm:prSet presAssocID="{929995EC-AEAA-4C6A-A377-AC39C7B0C041}" presName="FiveConn_3-4" presStyleLbl="fgAccFollowNode1" presStyleIdx="2" presStyleCnt="4">
        <dgm:presLayoutVars>
          <dgm:bulletEnabled val="1"/>
        </dgm:presLayoutVars>
      </dgm:prSet>
      <dgm:spPr/>
    </dgm:pt>
    <dgm:pt modelId="{FC3F2E4A-A112-4673-8C9B-76CDBDC22BF9}" type="pres">
      <dgm:prSet presAssocID="{929995EC-AEAA-4C6A-A377-AC39C7B0C041}" presName="FiveConn_4-5" presStyleLbl="fgAccFollowNode1" presStyleIdx="3" presStyleCnt="4">
        <dgm:presLayoutVars>
          <dgm:bulletEnabled val="1"/>
        </dgm:presLayoutVars>
      </dgm:prSet>
      <dgm:spPr/>
    </dgm:pt>
    <dgm:pt modelId="{0D677BC5-DFF8-4F74-A849-2419BF9AA492}" type="pres">
      <dgm:prSet presAssocID="{929995EC-AEAA-4C6A-A377-AC39C7B0C041}" presName="FiveNodes_1_text" presStyleLbl="node1" presStyleIdx="4" presStyleCnt="5">
        <dgm:presLayoutVars>
          <dgm:bulletEnabled val="1"/>
        </dgm:presLayoutVars>
      </dgm:prSet>
      <dgm:spPr/>
    </dgm:pt>
    <dgm:pt modelId="{8D2577AA-AEBA-4EBF-AA18-E935E5B7FC19}" type="pres">
      <dgm:prSet presAssocID="{929995EC-AEAA-4C6A-A377-AC39C7B0C041}" presName="FiveNodes_2_text" presStyleLbl="node1" presStyleIdx="4" presStyleCnt="5">
        <dgm:presLayoutVars>
          <dgm:bulletEnabled val="1"/>
        </dgm:presLayoutVars>
      </dgm:prSet>
      <dgm:spPr/>
    </dgm:pt>
    <dgm:pt modelId="{C15C8A10-6260-43D3-8771-3E036CB95518}" type="pres">
      <dgm:prSet presAssocID="{929995EC-AEAA-4C6A-A377-AC39C7B0C041}" presName="FiveNodes_3_text" presStyleLbl="node1" presStyleIdx="4" presStyleCnt="5">
        <dgm:presLayoutVars>
          <dgm:bulletEnabled val="1"/>
        </dgm:presLayoutVars>
      </dgm:prSet>
      <dgm:spPr/>
    </dgm:pt>
    <dgm:pt modelId="{6044909F-40AB-40F8-9F35-CFAC8857840F}" type="pres">
      <dgm:prSet presAssocID="{929995EC-AEAA-4C6A-A377-AC39C7B0C041}" presName="FiveNodes_4_text" presStyleLbl="node1" presStyleIdx="4" presStyleCnt="5">
        <dgm:presLayoutVars>
          <dgm:bulletEnabled val="1"/>
        </dgm:presLayoutVars>
      </dgm:prSet>
      <dgm:spPr/>
    </dgm:pt>
    <dgm:pt modelId="{490F6E3E-7CC8-4CF3-A14C-77F9F7B783C5}" type="pres">
      <dgm:prSet presAssocID="{929995EC-AEAA-4C6A-A377-AC39C7B0C041}" presName="FiveNodes_5_text" presStyleLbl="node1" presStyleIdx="4" presStyleCnt="5">
        <dgm:presLayoutVars>
          <dgm:bulletEnabled val="1"/>
        </dgm:presLayoutVars>
      </dgm:prSet>
      <dgm:spPr/>
    </dgm:pt>
  </dgm:ptLst>
  <dgm:cxnLst>
    <dgm:cxn modelId="{6ED54009-0356-480B-A1F8-75D63ACAD6E3}" srcId="{929995EC-AEAA-4C6A-A377-AC39C7B0C041}" destId="{B4881758-D9F0-4710-A03D-EEB133EFC7F2}" srcOrd="1" destOrd="0" parTransId="{BCA3A3CA-576E-4372-954E-ABDB09327706}" sibTransId="{839FDB63-B338-4077-BB63-EE35BF89A52D}"/>
    <dgm:cxn modelId="{858F660F-C270-41B4-8075-6734079A6F24}" type="presOf" srcId="{B4881758-D9F0-4710-A03D-EEB133EFC7F2}" destId="{6F88B571-45CA-4827-84F0-4B50FD37DDF2}" srcOrd="0" destOrd="0" presId="urn:microsoft.com/office/officeart/2005/8/layout/vProcess5"/>
    <dgm:cxn modelId="{BADB0318-9EAE-4CD3-AF4A-22B8E7BB03B9}" srcId="{929995EC-AEAA-4C6A-A377-AC39C7B0C041}" destId="{A2688E9F-701B-4EBC-82AE-DADA81F9A0AE}" srcOrd="4" destOrd="0" parTransId="{AB97701C-5486-418E-92A8-C82D5C56845A}" sibTransId="{12549F39-12CC-4212-8911-3A9642C2078A}"/>
    <dgm:cxn modelId="{DFD4E33D-02C3-4BD9-A788-82DF0480DA21}" type="presOf" srcId="{ECDBFF32-13E9-488E-A74D-066A29BBC43E}" destId="{AB2A3175-6EBC-4379-A8A1-161047DBEEFF}" srcOrd="0" destOrd="0" presId="urn:microsoft.com/office/officeart/2005/8/layout/vProcess5"/>
    <dgm:cxn modelId="{ACE86F60-045F-4D70-B3B5-52B477EFAD54}" type="presOf" srcId="{C87FCFCD-AE5D-4689-80FE-DC7ECD1A0B66}" destId="{77B0CCBE-7EC2-497C-A100-D52D46262FF8}" srcOrd="0" destOrd="0" presId="urn:microsoft.com/office/officeart/2005/8/layout/vProcess5"/>
    <dgm:cxn modelId="{4F3A8960-9654-41C3-A371-1ADDBEE9D56E}" srcId="{929995EC-AEAA-4C6A-A377-AC39C7B0C041}" destId="{D14663A4-6F99-4C2F-A7C2-12240DB03ADC}" srcOrd="0" destOrd="0" parTransId="{FDDD19D0-FB63-422D-B4E1-594D33654618}" sibTransId="{ECDBFF32-13E9-488E-A74D-066A29BBC43E}"/>
    <dgm:cxn modelId="{B59C8446-7202-4C16-AC32-CBB0A7B1EA62}" type="presOf" srcId="{A8984D43-4EFC-41E0-A8F1-11CD149773B0}" destId="{FC3F2E4A-A112-4673-8C9B-76CDBDC22BF9}" srcOrd="0" destOrd="0" presId="urn:microsoft.com/office/officeart/2005/8/layout/vProcess5"/>
    <dgm:cxn modelId="{8A18D86A-FDF0-4C00-9008-3850318738D2}" type="presOf" srcId="{2E9F0C42-2AB5-4E8F-84C6-D49BEBAECF1B}" destId="{3C086480-1625-4E64-8A34-6D974E490D00}" srcOrd="0" destOrd="0" presId="urn:microsoft.com/office/officeart/2005/8/layout/vProcess5"/>
    <dgm:cxn modelId="{4A902F4F-90C7-4A7F-9A1D-954AEEDC87A9}" type="presOf" srcId="{D14663A4-6F99-4C2F-A7C2-12240DB03ADC}" destId="{B004910B-4333-4FDC-AE49-F180EB69F2D5}" srcOrd="0" destOrd="0" presId="urn:microsoft.com/office/officeart/2005/8/layout/vProcess5"/>
    <dgm:cxn modelId="{38E15473-1F05-4333-885E-BC1F18DB453C}" type="presOf" srcId="{C87FCFCD-AE5D-4689-80FE-DC7ECD1A0B66}" destId="{6044909F-40AB-40F8-9F35-CFAC8857840F}" srcOrd="1" destOrd="0" presId="urn:microsoft.com/office/officeart/2005/8/layout/vProcess5"/>
    <dgm:cxn modelId="{9472707E-05DC-40F8-BFA0-31442E019BB0}" type="presOf" srcId="{929995EC-AEAA-4C6A-A377-AC39C7B0C041}" destId="{5C41189D-6C16-4CCE-9727-82843D0B512A}" srcOrd="0" destOrd="0" presId="urn:microsoft.com/office/officeart/2005/8/layout/vProcess5"/>
    <dgm:cxn modelId="{44A9FE8F-872E-4A60-954B-F01800381010}" type="presOf" srcId="{A2688E9F-701B-4EBC-82AE-DADA81F9A0AE}" destId="{490F6E3E-7CC8-4CF3-A14C-77F9F7B783C5}" srcOrd="1" destOrd="0" presId="urn:microsoft.com/office/officeart/2005/8/layout/vProcess5"/>
    <dgm:cxn modelId="{42C53E92-D704-408D-87A0-7716C0BC8F47}" type="presOf" srcId="{D14663A4-6F99-4C2F-A7C2-12240DB03ADC}" destId="{0D677BC5-DFF8-4F74-A849-2419BF9AA492}" srcOrd="1" destOrd="0" presId="urn:microsoft.com/office/officeart/2005/8/layout/vProcess5"/>
    <dgm:cxn modelId="{8722F5AF-C1E2-4210-9BC7-DE1FDE13BE38}" srcId="{929995EC-AEAA-4C6A-A377-AC39C7B0C041}" destId="{C87FCFCD-AE5D-4689-80FE-DC7ECD1A0B66}" srcOrd="3" destOrd="0" parTransId="{D398D1B1-D2AF-488A-9BDF-580D24219ECD}" sibTransId="{A8984D43-4EFC-41E0-A8F1-11CD149773B0}"/>
    <dgm:cxn modelId="{017EC4C4-8508-4057-AC01-4C1B438F2536}" type="presOf" srcId="{B4881758-D9F0-4710-A03D-EEB133EFC7F2}" destId="{8D2577AA-AEBA-4EBF-AA18-E935E5B7FC19}" srcOrd="1" destOrd="0" presId="urn:microsoft.com/office/officeart/2005/8/layout/vProcess5"/>
    <dgm:cxn modelId="{9C0521D7-CCF9-4285-A689-78127F1B86ED}" type="presOf" srcId="{A2688E9F-701B-4EBC-82AE-DADA81F9A0AE}" destId="{C1A95E74-8D4B-4B23-AF15-E82C35EE0D32}" srcOrd="0" destOrd="0" presId="urn:microsoft.com/office/officeart/2005/8/layout/vProcess5"/>
    <dgm:cxn modelId="{C180D3D8-9AA3-4779-B8A8-E1DAD207EF57}" type="presOf" srcId="{6320A95C-F17A-4A7C-98E9-5C156DA4CB74}" destId="{C15C8A10-6260-43D3-8771-3E036CB95518}" srcOrd="1" destOrd="0" presId="urn:microsoft.com/office/officeart/2005/8/layout/vProcess5"/>
    <dgm:cxn modelId="{DE8C12F1-04CD-4D66-A8DC-57B2ADE66070}" type="presOf" srcId="{839FDB63-B338-4077-BB63-EE35BF89A52D}" destId="{72A4863D-EAE4-4DCB-A218-202C8E730E14}" srcOrd="0" destOrd="0" presId="urn:microsoft.com/office/officeart/2005/8/layout/vProcess5"/>
    <dgm:cxn modelId="{A87FD2F4-87A8-419F-8BE1-4711305B08DF}" type="presOf" srcId="{6320A95C-F17A-4A7C-98E9-5C156DA4CB74}" destId="{6074AE3A-0A55-46F2-BD90-21151510F774}" srcOrd="0" destOrd="0" presId="urn:microsoft.com/office/officeart/2005/8/layout/vProcess5"/>
    <dgm:cxn modelId="{CA6F10F6-A21E-4678-98D8-F666A3071839}" srcId="{929995EC-AEAA-4C6A-A377-AC39C7B0C041}" destId="{6320A95C-F17A-4A7C-98E9-5C156DA4CB74}" srcOrd="2" destOrd="0" parTransId="{9355FADE-0AB6-415A-A0F1-03A7B93CD117}" sibTransId="{2E9F0C42-2AB5-4E8F-84C6-D49BEBAECF1B}"/>
    <dgm:cxn modelId="{B377C0BF-4A6F-4523-8F3F-06788D447A49}" type="presParOf" srcId="{5C41189D-6C16-4CCE-9727-82843D0B512A}" destId="{A793880E-4CB3-46DC-82A3-9678A7A52A9B}" srcOrd="0" destOrd="0" presId="urn:microsoft.com/office/officeart/2005/8/layout/vProcess5"/>
    <dgm:cxn modelId="{E9D03F2E-E242-4AFA-BA47-B3D62D273B53}" type="presParOf" srcId="{5C41189D-6C16-4CCE-9727-82843D0B512A}" destId="{B004910B-4333-4FDC-AE49-F180EB69F2D5}" srcOrd="1" destOrd="0" presId="urn:microsoft.com/office/officeart/2005/8/layout/vProcess5"/>
    <dgm:cxn modelId="{8AD239C9-3AB3-42C2-A0A0-01AAD18277BB}" type="presParOf" srcId="{5C41189D-6C16-4CCE-9727-82843D0B512A}" destId="{6F88B571-45CA-4827-84F0-4B50FD37DDF2}" srcOrd="2" destOrd="0" presId="urn:microsoft.com/office/officeart/2005/8/layout/vProcess5"/>
    <dgm:cxn modelId="{817F759B-3291-4F26-8916-44539D36AC59}" type="presParOf" srcId="{5C41189D-6C16-4CCE-9727-82843D0B512A}" destId="{6074AE3A-0A55-46F2-BD90-21151510F774}" srcOrd="3" destOrd="0" presId="urn:microsoft.com/office/officeart/2005/8/layout/vProcess5"/>
    <dgm:cxn modelId="{232D1B78-6BFF-491F-AE9A-1EA82B271226}" type="presParOf" srcId="{5C41189D-6C16-4CCE-9727-82843D0B512A}" destId="{77B0CCBE-7EC2-497C-A100-D52D46262FF8}" srcOrd="4" destOrd="0" presId="urn:microsoft.com/office/officeart/2005/8/layout/vProcess5"/>
    <dgm:cxn modelId="{B565A003-E671-4234-B200-156F2347216C}" type="presParOf" srcId="{5C41189D-6C16-4CCE-9727-82843D0B512A}" destId="{C1A95E74-8D4B-4B23-AF15-E82C35EE0D32}" srcOrd="5" destOrd="0" presId="urn:microsoft.com/office/officeart/2005/8/layout/vProcess5"/>
    <dgm:cxn modelId="{3685951A-7233-4A5B-A69A-240AB67ADE12}" type="presParOf" srcId="{5C41189D-6C16-4CCE-9727-82843D0B512A}" destId="{AB2A3175-6EBC-4379-A8A1-161047DBEEFF}" srcOrd="6" destOrd="0" presId="urn:microsoft.com/office/officeart/2005/8/layout/vProcess5"/>
    <dgm:cxn modelId="{A967B5BE-A305-4DFF-8568-3887875BDDB0}" type="presParOf" srcId="{5C41189D-6C16-4CCE-9727-82843D0B512A}" destId="{72A4863D-EAE4-4DCB-A218-202C8E730E14}" srcOrd="7" destOrd="0" presId="urn:microsoft.com/office/officeart/2005/8/layout/vProcess5"/>
    <dgm:cxn modelId="{666BABC6-1BDA-423F-92B2-BE3D972519AD}" type="presParOf" srcId="{5C41189D-6C16-4CCE-9727-82843D0B512A}" destId="{3C086480-1625-4E64-8A34-6D974E490D00}" srcOrd="8" destOrd="0" presId="urn:microsoft.com/office/officeart/2005/8/layout/vProcess5"/>
    <dgm:cxn modelId="{34F504EE-2F1F-4CEA-9F5C-CB7A72EC5F39}" type="presParOf" srcId="{5C41189D-6C16-4CCE-9727-82843D0B512A}" destId="{FC3F2E4A-A112-4673-8C9B-76CDBDC22BF9}" srcOrd="9" destOrd="0" presId="urn:microsoft.com/office/officeart/2005/8/layout/vProcess5"/>
    <dgm:cxn modelId="{A82D7977-9242-4631-8785-1AE725179EEE}" type="presParOf" srcId="{5C41189D-6C16-4CCE-9727-82843D0B512A}" destId="{0D677BC5-DFF8-4F74-A849-2419BF9AA492}" srcOrd="10" destOrd="0" presId="urn:microsoft.com/office/officeart/2005/8/layout/vProcess5"/>
    <dgm:cxn modelId="{6DBDF14A-D400-4C9A-85C4-309BD47F6138}" type="presParOf" srcId="{5C41189D-6C16-4CCE-9727-82843D0B512A}" destId="{8D2577AA-AEBA-4EBF-AA18-E935E5B7FC19}" srcOrd="11" destOrd="0" presId="urn:microsoft.com/office/officeart/2005/8/layout/vProcess5"/>
    <dgm:cxn modelId="{AC297451-95BE-48EF-8B71-27F691921EAF}" type="presParOf" srcId="{5C41189D-6C16-4CCE-9727-82843D0B512A}" destId="{C15C8A10-6260-43D3-8771-3E036CB95518}" srcOrd="12" destOrd="0" presId="urn:microsoft.com/office/officeart/2005/8/layout/vProcess5"/>
    <dgm:cxn modelId="{AB2A2A2F-1995-4981-95F4-30A9E0E6F5CA}" type="presParOf" srcId="{5C41189D-6C16-4CCE-9727-82843D0B512A}" destId="{6044909F-40AB-40F8-9F35-CFAC8857840F}" srcOrd="13" destOrd="0" presId="urn:microsoft.com/office/officeart/2005/8/layout/vProcess5"/>
    <dgm:cxn modelId="{CF88E89B-52F2-4BF0-A7BE-5FFF2D754307}" type="presParOf" srcId="{5C41189D-6C16-4CCE-9727-82843D0B512A}" destId="{490F6E3E-7CC8-4CF3-A14C-77F9F7B783C5}"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05B8C3F-CFA6-4359-9324-7DCFE89FE4AD}"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C0E7855C-E136-40BC-9C99-8A4265941A85}">
      <dgm:prSet phldrT="[Text]"/>
      <dgm:spPr/>
      <dgm:t>
        <a:bodyPr/>
        <a:lstStyle/>
        <a:p>
          <a:r>
            <a:rPr lang="en-US" dirty="0"/>
            <a:t>*</a:t>
          </a:r>
        </a:p>
      </dgm:t>
    </dgm:pt>
    <dgm:pt modelId="{4101DDE1-8FAB-4058-8526-CCC894A7BA4B}" type="parTrans" cxnId="{6C7BD69D-19ED-400E-905C-8D97F56762B2}">
      <dgm:prSet/>
      <dgm:spPr/>
      <dgm:t>
        <a:bodyPr/>
        <a:lstStyle/>
        <a:p>
          <a:endParaRPr lang="en-US"/>
        </a:p>
      </dgm:t>
    </dgm:pt>
    <dgm:pt modelId="{03128737-48FD-4438-AE75-8D728D070940}" type="sibTrans" cxnId="{6C7BD69D-19ED-400E-905C-8D97F56762B2}">
      <dgm:prSet/>
      <dgm:spPr/>
      <dgm:t>
        <a:bodyPr/>
        <a:lstStyle/>
        <a:p>
          <a:endParaRPr lang="en-US"/>
        </a:p>
      </dgm:t>
    </dgm:pt>
    <dgm:pt modelId="{00B3C7AA-4DB4-4233-B9AD-AABD8D238ADF}">
      <dgm:prSet phldrT="[Text]"/>
      <dgm:spPr/>
      <dgm:t>
        <a:bodyPr/>
        <a:lstStyle/>
        <a:p>
          <a:pPr algn="just">
            <a:buNone/>
          </a:pPr>
          <a:r>
            <a:rPr lang="en-US" dirty="0"/>
            <a:t>"Engineering problems are under-defined; there are many solutions, good, bad, and indifferent. The art is to arrive at a good solution." </a:t>
          </a:r>
        </a:p>
      </dgm:t>
    </dgm:pt>
    <dgm:pt modelId="{AF84ECCB-3A9B-4186-A992-2DFE1874B518}" type="parTrans" cxnId="{82F61880-2437-4198-90AC-B6260908E303}">
      <dgm:prSet/>
      <dgm:spPr/>
      <dgm:t>
        <a:bodyPr/>
        <a:lstStyle/>
        <a:p>
          <a:endParaRPr lang="en-US"/>
        </a:p>
      </dgm:t>
    </dgm:pt>
    <dgm:pt modelId="{03093588-450F-407E-A2BD-1ADA99AAAA25}" type="sibTrans" cxnId="{82F61880-2437-4198-90AC-B6260908E303}">
      <dgm:prSet/>
      <dgm:spPr/>
      <dgm:t>
        <a:bodyPr/>
        <a:lstStyle/>
        <a:p>
          <a:endParaRPr lang="en-US"/>
        </a:p>
      </dgm:t>
    </dgm:pt>
    <dgm:pt modelId="{BC9AEDEB-D6F3-4240-B45C-0B2A17BFD62D}">
      <dgm:prSet/>
      <dgm:spPr/>
      <dgm:t>
        <a:bodyPr/>
        <a:lstStyle/>
        <a:p>
          <a:pPr algn="l"/>
          <a:endParaRPr lang="en-US" dirty="0"/>
        </a:p>
      </dgm:t>
    </dgm:pt>
    <dgm:pt modelId="{CEB649FE-1F16-413B-B509-BE31CD2CD5C4}" type="parTrans" cxnId="{E515E3C9-6B9F-45F1-8035-A3871455657D}">
      <dgm:prSet/>
      <dgm:spPr/>
      <dgm:t>
        <a:bodyPr/>
        <a:lstStyle/>
        <a:p>
          <a:endParaRPr lang="en-US"/>
        </a:p>
      </dgm:t>
    </dgm:pt>
    <dgm:pt modelId="{79EBC6ED-3EBD-4DF1-83D1-F3FF48E645AB}" type="sibTrans" cxnId="{E515E3C9-6B9F-45F1-8035-A3871455657D}">
      <dgm:prSet/>
      <dgm:spPr/>
      <dgm:t>
        <a:bodyPr/>
        <a:lstStyle/>
        <a:p>
          <a:endParaRPr lang="en-US"/>
        </a:p>
      </dgm:t>
    </dgm:pt>
    <dgm:pt modelId="{F040EDF2-3DE2-4A6E-A5B6-5C3237B08B8B}">
      <dgm:prSet/>
      <dgm:spPr/>
      <dgm:t>
        <a:bodyPr/>
        <a:lstStyle/>
        <a:p>
          <a:pPr algn="r"/>
          <a:r>
            <a:rPr lang="en-US" dirty="0"/>
            <a:t>- Richard James</a:t>
          </a:r>
        </a:p>
      </dgm:t>
    </dgm:pt>
    <dgm:pt modelId="{C50C6057-C71F-4CDD-BF18-A288246A13FD}" type="parTrans" cxnId="{797A71F8-CFE9-4467-B146-24536021B03A}">
      <dgm:prSet/>
      <dgm:spPr/>
      <dgm:t>
        <a:bodyPr/>
        <a:lstStyle/>
        <a:p>
          <a:endParaRPr lang="en-US"/>
        </a:p>
      </dgm:t>
    </dgm:pt>
    <dgm:pt modelId="{03DEA72F-348A-4F06-880A-2AAB52B904D4}" type="sibTrans" cxnId="{797A71F8-CFE9-4467-B146-24536021B03A}">
      <dgm:prSet/>
      <dgm:spPr/>
      <dgm:t>
        <a:bodyPr/>
        <a:lstStyle/>
        <a:p>
          <a:endParaRPr lang="en-US"/>
        </a:p>
      </dgm:t>
    </dgm:pt>
    <dgm:pt modelId="{A235118C-8738-4A67-9C08-DE941EE4AACE}" type="pres">
      <dgm:prSet presAssocID="{005B8C3F-CFA6-4359-9324-7DCFE89FE4AD}" presName="linearFlow" presStyleCnt="0">
        <dgm:presLayoutVars>
          <dgm:dir/>
          <dgm:animLvl val="lvl"/>
          <dgm:resizeHandles val="exact"/>
        </dgm:presLayoutVars>
      </dgm:prSet>
      <dgm:spPr/>
    </dgm:pt>
    <dgm:pt modelId="{607941F9-307F-4E24-8F4B-2A5D5D5D292D}" type="pres">
      <dgm:prSet presAssocID="{C0E7855C-E136-40BC-9C99-8A4265941A85}" presName="composite" presStyleCnt="0"/>
      <dgm:spPr/>
    </dgm:pt>
    <dgm:pt modelId="{39487E9F-293F-4F3E-A1A9-17D428A64966}" type="pres">
      <dgm:prSet presAssocID="{C0E7855C-E136-40BC-9C99-8A4265941A85}" presName="parentText" presStyleLbl="alignNode1" presStyleIdx="0" presStyleCnt="1">
        <dgm:presLayoutVars>
          <dgm:chMax val="1"/>
          <dgm:bulletEnabled val="1"/>
        </dgm:presLayoutVars>
      </dgm:prSet>
      <dgm:spPr/>
    </dgm:pt>
    <dgm:pt modelId="{89CAB319-2F2A-4DA2-A543-B9201449C1F7}" type="pres">
      <dgm:prSet presAssocID="{C0E7855C-E136-40BC-9C99-8A4265941A85}" presName="descendantText" presStyleLbl="alignAcc1" presStyleIdx="0" presStyleCnt="1">
        <dgm:presLayoutVars>
          <dgm:bulletEnabled val="1"/>
        </dgm:presLayoutVars>
      </dgm:prSet>
      <dgm:spPr/>
    </dgm:pt>
  </dgm:ptLst>
  <dgm:cxnLst>
    <dgm:cxn modelId="{9FB35655-1C85-4E09-9954-F1D172DAFB9F}" type="presOf" srcId="{C0E7855C-E136-40BC-9C99-8A4265941A85}" destId="{39487E9F-293F-4F3E-A1A9-17D428A64966}" srcOrd="0" destOrd="0" presId="urn:microsoft.com/office/officeart/2005/8/layout/chevron2"/>
    <dgm:cxn modelId="{82F61880-2437-4198-90AC-B6260908E303}" srcId="{C0E7855C-E136-40BC-9C99-8A4265941A85}" destId="{00B3C7AA-4DB4-4233-B9AD-AABD8D238ADF}" srcOrd="0" destOrd="0" parTransId="{AF84ECCB-3A9B-4186-A992-2DFE1874B518}" sibTransId="{03093588-450F-407E-A2BD-1ADA99AAAA25}"/>
    <dgm:cxn modelId="{CB486C87-FCAA-4271-831F-1B6C308C74A4}" type="presOf" srcId="{F040EDF2-3DE2-4A6E-A5B6-5C3237B08B8B}" destId="{89CAB319-2F2A-4DA2-A543-B9201449C1F7}" srcOrd="0" destOrd="2" presId="urn:microsoft.com/office/officeart/2005/8/layout/chevron2"/>
    <dgm:cxn modelId="{6C7BD69D-19ED-400E-905C-8D97F56762B2}" srcId="{005B8C3F-CFA6-4359-9324-7DCFE89FE4AD}" destId="{C0E7855C-E136-40BC-9C99-8A4265941A85}" srcOrd="0" destOrd="0" parTransId="{4101DDE1-8FAB-4058-8526-CCC894A7BA4B}" sibTransId="{03128737-48FD-4438-AE75-8D728D070940}"/>
    <dgm:cxn modelId="{A5F4D5C3-2301-4B2A-B1C0-05D093CFE840}" type="presOf" srcId="{00B3C7AA-4DB4-4233-B9AD-AABD8D238ADF}" destId="{89CAB319-2F2A-4DA2-A543-B9201449C1F7}" srcOrd="0" destOrd="0" presId="urn:microsoft.com/office/officeart/2005/8/layout/chevron2"/>
    <dgm:cxn modelId="{E515E3C9-6B9F-45F1-8035-A3871455657D}" srcId="{C0E7855C-E136-40BC-9C99-8A4265941A85}" destId="{BC9AEDEB-D6F3-4240-B45C-0B2A17BFD62D}" srcOrd="1" destOrd="0" parTransId="{CEB649FE-1F16-413B-B509-BE31CD2CD5C4}" sibTransId="{79EBC6ED-3EBD-4DF1-83D1-F3FF48E645AB}"/>
    <dgm:cxn modelId="{5DD2B4D3-0C65-4971-A3DD-3DD49E940A6F}" type="presOf" srcId="{BC9AEDEB-D6F3-4240-B45C-0B2A17BFD62D}" destId="{89CAB319-2F2A-4DA2-A543-B9201449C1F7}" srcOrd="0" destOrd="1" presId="urn:microsoft.com/office/officeart/2005/8/layout/chevron2"/>
    <dgm:cxn modelId="{183270F5-9287-4D4B-B03A-B4A97A919CDE}" type="presOf" srcId="{005B8C3F-CFA6-4359-9324-7DCFE89FE4AD}" destId="{A235118C-8738-4A67-9C08-DE941EE4AACE}" srcOrd="0" destOrd="0" presId="urn:microsoft.com/office/officeart/2005/8/layout/chevron2"/>
    <dgm:cxn modelId="{797A71F8-CFE9-4467-B146-24536021B03A}" srcId="{C0E7855C-E136-40BC-9C99-8A4265941A85}" destId="{F040EDF2-3DE2-4A6E-A5B6-5C3237B08B8B}" srcOrd="2" destOrd="0" parTransId="{C50C6057-C71F-4CDD-BF18-A288246A13FD}" sibTransId="{03DEA72F-348A-4F06-880A-2AAB52B904D4}"/>
    <dgm:cxn modelId="{57493EDC-584D-442B-91FB-7D28D289FCA8}" type="presParOf" srcId="{A235118C-8738-4A67-9C08-DE941EE4AACE}" destId="{607941F9-307F-4E24-8F4B-2A5D5D5D292D}" srcOrd="0" destOrd="0" presId="urn:microsoft.com/office/officeart/2005/8/layout/chevron2"/>
    <dgm:cxn modelId="{2987B317-1B7C-4B62-B4DA-BB967529E7B7}" type="presParOf" srcId="{607941F9-307F-4E24-8F4B-2A5D5D5D292D}" destId="{39487E9F-293F-4F3E-A1A9-17D428A64966}" srcOrd="0" destOrd="0" presId="urn:microsoft.com/office/officeart/2005/8/layout/chevron2"/>
    <dgm:cxn modelId="{845EA655-6D0E-4DC6-9170-74BBC8CFE252}" type="presParOf" srcId="{607941F9-307F-4E24-8F4B-2A5D5D5D292D}" destId="{89CAB319-2F2A-4DA2-A543-B9201449C1F7}"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3B9D12-1763-48A9-8A50-9C05D3185123}">
      <dsp:nvSpPr>
        <dsp:cNvPr id="0" name=""/>
        <dsp:cNvSpPr/>
      </dsp:nvSpPr>
      <dsp:spPr>
        <a:xfrm>
          <a:off x="0" y="300139"/>
          <a:ext cx="12253132" cy="189353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0979" tIns="354076" rIns="950979" bIns="135128" numCol="1" spcCol="1270" anchor="t" anchorCtr="0">
          <a:noAutofit/>
        </a:bodyPr>
        <a:lstStyle/>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Surging global EV adoption (CAGR of 21.7% from 2023–2030).</a:t>
          </a:r>
        </a:p>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Shift toward renewable energy (solar/ESS) and smart grid integration.</a:t>
          </a:r>
        </a:p>
        <a:p>
          <a:pPr marL="171450" lvl="1" indent="-171450" algn="l" defTabSz="844550">
            <a:lnSpc>
              <a:spcPct val="100000"/>
            </a:lnSpc>
            <a:spcBef>
              <a:spcPct val="0"/>
            </a:spcBef>
            <a:spcAft>
              <a:spcPct val="15000"/>
            </a:spcAft>
            <a:buChar char="•"/>
          </a:pPr>
          <a:r>
            <a:rPr lang="en-US" sz="1900" kern="1200" dirty="0">
              <a:solidFill>
                <a:prstClr val="black">
                  <a:hueOff val="0"/>
                  <a:satOff val="0"/>
                  <a:lumOff val="0"/>
                  <a:alphaOff val="0"/>
                </a:prstClr>
              </a:solidFill>
              <a:latin typeface="Aptos" panose="02110004020202020204"/>
              <a:ea typeface="+mn-ea"/>
              <a:cs typeface="+mn-cs"/>
            </a:rPr>
            <a:t>Demand for fast charging (80% charge in 30 mins) and battery swapping to reduce downtime.</a:t>
          </a:r>
        </a:p>
      </dsp:txBody>
      <dsp:txXfrm>
        <a:off x="0" y="300139"/>
        <a:ext cx="12253132" cy="1893530"/>
      </dsp:txXfrm>
    </dsp:sp>
    <dsp:sp modelId="{20005048-4798-4C34-9604-25797639D38E}">
      <dsp:nvSpPr>
        <dsp:cNvPr id="0" name=""/>
        <dsp:cNvSpPr/>
      </dsp:nvSpPr>
      <dsp:spPr>
        <a:xfrm>
          <a:off x="612656" y="49219"/>
          <a:ext cx="8577192"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197" tIns="0" rIns="324197" bIns="0" numCol="1" spcCol="1270" anchor="ctr" anchorCtr="0">
          <a:noAutofit/>
        </a:bodyPr>
        <a:lstStyle/>
        <a:p>
          <a:pPr marL="0" lvl="0" indent="0" algn="l" defTabSz="755650">
            <a:lnSpc>
              <a:spcPct val="100000"/>
            </a:lnSpc>
            <a:spcBef>
              <a:spcPct val="0"/>
            </a:spcBef>
            <a:spcAft>
              <a:spcPct val="35000"/>
            </a:spcAft>
            <a:buNone/>
          </a:pPr>
          <a:r>
            <a:rPr lang="en-US" sz="1700" b="1" kern="1200"/>
            <a:t>Current Trends</a:t>
          </a:r>
          <a:endParaRPr lang="en-US" sz="1700" kern="1200" dirty="0"/>
        </a:p>
      </dsp:txBody>
      <dsp:txXfrm>
        <a:off x="637154" y="73717"/>
        <a:ext cx="8528196" cy="452844"/>
      </dsp:txXfrm>
    </dsp:sp>
    <dsp:sp modelId="{6430D1BD-3B5C-4D7C-9BCE-E69763B08019}">
      <dsp:nvSpPr>
        <dsp:cNvPr id="0" name=""/>
        <dsp:cNvSpPr/>
      </dsp:nvSpPr>
      <dsp:spPr>
        <a:xfrm>
          <a:off x="0" y="2536389"/>
          <a:ext cx="12253132" cy="166005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0979" tIns="354076" rIns="950979" bIns="120904" numCol="1" spcCol="1270" anchor="t" anchorCtr="0">
          <a:noAutofit/>
        </a:bodyPr>
        <a:lstStyle/>
        <a:p>
          <a:pPr marL="171450" lvl="1" indent="-171450" algn="l" defTabSz="755650">
            <a:lnSpc>
              <a:spcPct val="100000"/>
            </a:lnSpc>
            <a:spcBef>
              <a:spcPct val="0"/>
            </a:spcBef>
            <a:spcAft>
              <a:spcPct val="15000"/>
            </a:spcAft>
            <a:buChar char="•"/>
          </a:pPr>
          <a:r>
            <a:rPr lang="en-US" sz="1700" b="1" kern="1200"/>
            <a:t>Grid Instability</a:t>
          </a:r>
          <a:endParaRPr lang="en-US" sz="1700" kern="1200" dirty="0"/>
        </a:p>
        <a:p>
          <a:pPr marL="171450" lvl="1" indent="-171450" algn="l" defTabSz="755650">
            <a:lnSpc>
              <a:spcPct val="100000"/>
            </a:lnSpc>
            <a:spcBef>
              <a:spcPct val="0"/>
            </a:spcBef>
            <a:spcAft>
              <a:spcPct val="15000"/>
            </a:spcAft>
            <a:buChar char="•"/>
          </a:pPr>
          <a:r>
            <a:rPr lang="en-US" sz="1700" b="1" kern="1200"/>
            <a:t>Renewable Integration Gaps</a:t>
          </a:r>
          <a:endParaRPr lang="en-US" sz="1700" kern="1200"/>
        </a:p>
        <a:p>
          <a:pPr marL="171450" lvl="1" indent="-171450" algn="l" defTabSz="755650">
            <a:lnSpc>
              <a:spcPct val="100000"/>
            </a:lnSpc>
            <a:spcBef>
              <a:spcPct val="0"/>
            </a:spcBef>
            <a:spcAft>
              <a:spcPct val="15000"/>
            </a:spcAft>
            <a:buChar char="•"/>
          </a:pPr>
          <a:r>
            <a:rPr lang="en-US" sz="1700" b="1" kern="1200"/>
            <a:t>Inefficient Load Management</a:t>
          </a:r>
          <a:endParaRPr lang="en-US" sz="1700" kern="1200"/>
        </a:p>
        <a:p>
          <a:pPr marL="171450" lvl="1" indent="-171450" algn="l" defTabSz="755650">
            <a:lnSpc>
              <a:spcPct val="100000"/>
            </a:lnSpc>
            <a:spcBef>
              <a:spcPct val="0"/>
            </a:spcBef>
            <a:spcAft>
              <a:spcPct val="15000"/>
            </a:spcAft>
            <a:buChar char="•"/>
          </a:pPr>
          <a:r>
            <a:rPr lang="en-US" sz="1700" b="1" kern="1200"/>
            <a:t>High Costs</a:t>
          </a:r>
          <a:endParaRPr lang="en-US" sz="1700" kern="1200"/>
        </a:p>
      </dsp:txBody>
      <dsp:txXfrm>
        <a:off x="0" y="2536389"/>
        <a:ext cx="12253132" cy="1660050"/>
      </dsp:txXfrm>
    </dsp:sp>
    <dsp:sp modelId="{93DA056F-25CC-4F37-80B1-6C72801D5AE8}">
      <dsp:nvSpPr>
        <dsp:cNvPr id="0" name=""/>
        <dsp:cNvSpPr/>
      </dsp:nvSpPr>
      <dsp:spPr>
        <a:xfrm>
          <a:off x="612656" y="2285469"/>
          <a:ext cx="8577192"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197" tIns="0" rIns="324197" bIns="0" numCol="1" spcCol="1270" anchor="ctr" anchorCtr="0">
          <a:noAutofit/>
        </a:bodyPr>
        <a:lstStyle/>
        <a:p>
          <a:pPr marL="0" lvl="0" indent="0" algn="l" defTabSz="755650">
            <a:lnSpc>
              <a:spcPct val="100000"/>
            </a:lnSpc>
            <a:spcBef>
              <a:spcPct val="0"/>
            </a:spcBef>
            <a:spcAft>
              <a:spcPct val="35000"/>
            </a:spcAft>
            <a:buNone/>
          </a:pPr>
          <a:r>
            <a:rPr lang="en-US" sz="1700" b="1" kern="1200"/>
            <a:t>Technological Limitations</a:t>
          </a:r>
          <a:endParaRPr lang="en-US" sz="1700" kern="1200" dirty="0"/>
        </a:p>
      </dsp:txBody>
      <dsp:txXfrm>
        <a:off x="637154" y="2309967"/>
        <a:ext cx="8528196" cy="452844"/>
      </dsp:txXfrm>
    </dsp:sp>
    <dsp:sp modelId="{08649F5D-9A42-4CD3-A604-A1E58C895564}">
      <dsp:nvSpPr>
        <dsp:cNvPr id="0" name=""/>
        <dsp:cNvSpPr/>
      </dsp:nvSpPr>
      <dsp:spPr>
        <a:xfrm>
          <a:off x="0" y="4539159"/>
          <a:ext cx="12253132" cy="1365525"/>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0979" tIns="354076" rIns="950979" bIns="120904" numCol="1" spcCol="1270" anchor="t" anchorCtr="0">
          <a:noAutofit/>
        </a:bodyPr>
        <a:lstStyle/>
        <a:p>
          <a:pPr marL="171450" lvl="1" indent="-171450" algn="l" defTabSz="755650">
            <a:lnSpc>
              <a:spcPct val="100000"/>
            </a:lnSpc>
            <a:spcBef>
              <a:spcPct val="0"/>
            </a:spcBef>
            <a:spcAft>
              <a:spcPct val="15000"/>
            </a:spcAft>
            <a:buChar char="•"/>
          </a:pPr>
          <a:r>
            <a:rPr lang="en-US" sz="1700" kern="1200"/>
            <a:t>Range anxiety due to slow charging speeds.</a:t>
          </a:r>
          <a:endParaRPr lang="en-US" sz="1700" kern="1200" dirty="0"/>
        </a:p>
        <a:p>
          <a:pPr marL="171450" lvl="1" indent="-171450" algn="l" defTabSz="755650">
            <a:lnSpc>
              <a:spcPct val="100000"/>
            </a:lnSpc>
            <a:spcBef>
              <a:spcPct val="0"/>
            </a:spcBef>
            <a:spcAft>
              <a:spcPct val="15000"/>
            </a:spcAft>
            <a:buChar char="•"/>
          </a:pPr>
          <a:r>
            <a:rPr lang="en-US" sz="1700" kern="1200" dirty="0"/>
            <a:t>Fragmented infrastructure with limited scalability.</a:t>
          </a:r>
        </a:p>
        <a:p>
          <a:pPr marL="171450" lvl="1" indent="-171450" algn="l" defTabSz="755650">
            <a:lnSpc>
              <a:spcPct val="100000"/>
            </a:lnSpc>
            <a:spcBef>
              <a:spcPct val="0"/>
            </a:spcBef>
            <a:spcAft>
              <a:spcPct val="15000"/>
            </a:spcAft>
            <a:buChar char="•"/>
          </a:pPr>
          <a:r>
            <a:rPr lang="en-US" sz="1700" kern="1200" dirty="0"/>
            <a:t>Poor battery health monitoring leading to premature degradation.</a:t>
          </a:r>
        </a:p>
      </dsp:txBody>
      <dsp:txXfrm>
        <a:off x="0" y="4539159"/>
        <a:ext cx="12253132" cy="1365525"/>
      </dsp:txXfrm>
    </dsp:sp>
    <dsp:sp modelId="{0B28AF6D-3D28-460C-B3CE-1D9EA42F8ADD}">
      <dsp:nvSpPr>
        <dsp:cNvPr id="0" name=""/>
        <dsp:cNvSpPr/>
      </dsp:nvSpPr>
      <dsp:spPr>
        <a:xfrm>
          <a:off x="612656" y="4288239"/>
          <a:ext cx="8577192" cy="5018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197" tIns="0" rIns="324197" bIns="0" numCol="1" spcCol="1270" anchor="ctr" anchorCtr="0">
          <a:noAutofit/>
        </a:bodyPr>
        <a:lstStyle/>
        <a:p>
          <a:pPr marL="0" lvl="0" indent="0" algn="l" defTabSz="755650">
            <a:lnSpc>
              <a:spcPct val="100000"/>
            </a:lnSpc>
            <a:spcBef>
              <a:spcPct val="0"/>
            </a:spcBef>
            <a:spcAft>
              <a:spcPct val="35000"/>
            </a:spcAft>
            <a:buNone/>
          </a:pPr>
          <a:r>
            <a:rPr lang="en-US" sz="1700" b="1" kern="1200"/>
            <a:t>3. Industry Pain Points</a:t>
          </a:r>
          <a:endParaRPr lang="en-US" sz="1700" kern="1200" dirty="0"/>
        </a:p>
      </dsp:txBody>
      <dsp:txXfrm>
        <a:off x="637154" y="4312737"/>
        <a:ext cx="8528196"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36C284-3B3F-48A4-A2A9-56BD88A74C95}">
      <dsp:nvSpPr>
        <dsp:cNvPr id="0" name=""/>
        <dsp:cNvSpPr/>
      </dsp:nvSpPr>
      <dsp:spPr>
        <a:xfrm rot="5400000">
          <a:off x="7450458" y="-3216280"/>
          <a:ext cx="739607" cy="736024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No hierarchy for solar → ESS → grid, leading to inefficiency.</a:t>
          </a:r>
        </a:p>
      </dsp:txBody>
      <dsp:txXfrm rot="-5400000">
        <a:off x="4140139" y="130144"/>
        <a:ext cx="7324141" cy="667397"/>
      </dsp:txXfrm>
    </dsp:sp>
    <dsp:sp modelId="{1864DB54-3D11-44A7-81C6-9D6765B9E253}">
      <dsp:nvSpPr>
        <dsp:cNvPr id="0" name=""/>
        <dsp:cNvSpPr/>
      </dsp:nvSpPr>
      <dsp:spPr>
        <a:xfrm>
          <a:off x="0" y="1587"/>
          <a:ext cx="4140138" cy="9245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Dynamic Energy Prioritization</a:t>
          </a:r>
          <a:r>
            <a:rPr lang="en-US" sz="2600" kern="1200"/>
            <a:t>:</a:t>
          </a:r>
        </a:p>
      </dsp:txBody>
      <dsp:txXfrm>
        <a:off x="45131" y="46718"/>
        <a:ext cx="4049876" cy="834247"/>
      </dsp:txXfrm>
    </dsp:sp>
    <dsp:sp modelId="{36ABFE56-B15D-492D-9C26-784B4E2C7F3C}">
      <dsp:nvSpPr>
        <dsp:cNvPr id="0" name=""/>
        <dsp:cNvSpPr/>
      </dsp:nvSpPr>
      <dsp:spPr>
        <a:xfrm rot="5400000">
          <a:off x="7450458" y="-2245545"/>
          <a:ext cx="739607" cy="736024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Inability to adjust to solar intermittency or load spikes (e.g., peak hours).</a:t>
          </a:r>
        </a:p>
      </dsp:txBody>
      <dsp:txXfrm rot="-5400000">
        <a:off x="4140139" y="1100879"/>
        <a:ext cx="7324141" cy="667397"/>
      </dsp:txXfrm>
    </dsp:sp>
    <dsp:sp modelId="{BFEAFD1B-D707-4A5C-90E4-0EE24E74477F}">
      <dsp:nvSpPr>
        <dsp:cNvPr id="0" name=""/>
        <dsp:cNvSpPr/>
      </dsp:nvSpPr>
      <dsp:spPr>
        <a:xfrm>
          <a:off x="0" y="972322"/>
          <a:ext cx="4140138" cy="9245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Real-Time Adaptability</a:t>
          </a:r>
          <a:r>
            <a:rPr lang="en-US" sz="2600" kern="1200"/>
            <a:t>:</a:t>
          </a:r>
        </a:p>
      </dsp:txBody>
      <dsp:txXfrm>
        <a:off x="45131" y="1017453"/>
        <a:ext cx="4049876" cy="834247"/>
      </dsp:txXfrm>
    </dsp:sp>
    <dsp:sp modelId="{5E3F7652-6BC3-4E40-B2B6-AB864B17A915}">
      <dsp:nvSpPr>
        <dsp:cNvPr id="0" name=""/>
        <dsp:cNvSpPr/>
      </dsp:nvSpPr>
      <dsp:spPr>
        <a:xfrm rot="5400000">
          <a:off x="7450458" y="-1274810"/>
          <a:ext cx="739607" cy="736024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a:t>High OPEX due to grid dependency and manual monitoring.</a:t>
          </a:r>
        </a:p>
      </dsp:txBody>
      <dsp:txXfrm rot="-5400000">
        <a:off x="4140139" y="2071614"/>
        <a:ext cx="7324141" cy="667397"/>
      </dsp:txXfrm>
    </dsp:sp>
    <dsp:sp modelId="{2A1113A1-1FCD-4478-8E9B-AC169B321C09}">
      <dsp:nvSpPr>
        <dsp:cNvPr id="0" name=""/>
        <dsp:cNvSpPr/>
      </dsp:nvSpPr>
      <dsp:spPr>
        <a:xfrm>
          <a:off x="0" y="1943057"/>
          <a:ext cx="4140138" cy="9245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Cost-Effective Scalability</a:t>
          </a:r>
          <a:r>
            <a:rPr lang="en-US" sz="2600" kern="1200"/>
            <a:t>:</a:t>
          </a:r>
        </a:p>
      </dsp:txBody>
      <dsp:txXfrm>
        <a:off x="45131" y="1988188"/>
        <a:ext cx="4049876" cy="834247"/>
      </dsp:txXfrm>
    </dsp:sp>
    <dsp:sp modelId="{BCB8E6EE-7A45-4A9D-9B76-FF7FF6FCA579}">
      <dsp:nvSpPr>
        <dsp:cNvPr id="0" name=""/>
        <dsp:cNvSpPr/>
      </dsp:nvSpPr>
      <dsp:spPr>
        <a:xfrm rot="5400000">
          <a:off x="7450458" y="-304075"/>
          <a:ext cx="739607" cy="7360246"/>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38100" rIns="76200" bIns="381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Limited SOC/temperature monitoring increases failure risks.</a:t>
          </a:r>
        </a:p>
      </dsp:txBody>
      <dsp:txXfrm rot="-5400000">
        <a:off x="4140139" y="3042349"/>
        <a:ext cx="7324141" cy="667397"/>
      </dsp:txXfrm>
    </dsp:sp>
    <dsp:sp modelId="{E569D84D-1B93-4F1F-BCE3-05B7A505C46C}">
      <dsp:nvSpPr>
        <dsp:cNvPr id="0" name=""/>
        <dsp:cNvSpPr/>
      </dsp:nvSpPr>
      <dsp:spPr>
        <a:xfrm>
          <a:off x="0" y="2913792"/>
          <a:ext cx="4140138" cy="9245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Battery Health Optimization</a:t>
          </a:r>
          <a:r>
            <a:rPr lang="en-US" sz="2600" kern="1200"/>
            <a:t>:</a:t>
          </a:r>
        </a:p>
      </dsp:txBody>
      <dsp:txXfrm>
        <a:off x="45131" y="2958923"/>
        <a:ext cx="4049876" cy="834247"/>
      </dsp:txXfrm>
    </dsp:sp>
    <dsp:sp modelId="{47C196C0-82BF-4C9B-A0D4-B8A8DDF25758}">
      <dsp:nvSpPr>
        <dsp:cNvPr id="0" name=""/>
        <dsp:cNvSpPr/>
      </dsp:nvSpPr>
      <dsp:spPr>
        <a:xfrm>
          <a:off x="0" y="3884527"/>
          <a:ext cx="4140138" cy="92450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a:t>Impact</a:t>
          </a:r>
          <a:r>
            <a:rPr lang="en-US" sz="2600" kern="1200"/>
            <a:t>:</a:t>
          </a:r>
        </a:p>
      </dsp:txBody>
      <dsp:txXfrm>
        <a:off x="45131" y="3929658"/>
        <a:ext cx="4049876" cy="834247"/>
      </dsp:txXfrm>
    </dsp:sp>
    <dsp:sp modelId="{6DA1659A-0CDD-4BD4-8C63-5FDC020AC169}">
      <dsp:nvSpPr>
        <dsp:cNvPr id="0" name=""/>
        <dsp:cNvSpPr/>
      </dsp:nvSpPr>
      <dsp:spPr>
        <a:xfrm>
          <a:off x="4168944" y="3876798"/>
          <a:ext cx="7331440" cy="924509"/>
        </a:xfrm>
        <a:prstGeom prst="roundRect">
          <a:avLst/>
        </a:prstGeom>
        <a:solidFill>
          <a:srgbClr val="156082">
            <a:alpha val="90000"/>
            <a:tint val="40000"/>
            <a:hueOff val="0"/>
            <a:satOff val="0"/>
            <a:lumOff val="0"/>
            <a:alphaOff val="0"/>
          </a:srgbClr>
        </a:solidFill>
        <a:ln w="19050" cap="flat" cmpd="sng" algn="ctr">
          <a:solidFill>
            <a:srgbClr val="156082">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171450" lvl="1" indent="-171450" algn="l" defTabSz="800100">
            <a:lnSpc>
              <a:spcPct val="90000"/>
            </a:lnSpc>
            <a:spcBef>
              <a:spcPct val="0"/>
            </a:spcBef>
            <a:spcAft>
              <a:spcPct val="15000"/>
            </a:spcAft>
            <a:buNone/>
          </a:pPr>
          <a:r>
            <a:rPr lang="en-US" sz="1800" kern="1200" dirty="0">
              <a:solidFill>
                <a:prstClr val="black">
                  <a:hueOff val="0"/>
                  <a:satOff val="0"/>
                  <a:lumOff val="0"/>
                  <a:alphaOff val="0"/>
                </a:prstClr>
              </a:solidFill>
              <a:latin typeface="Aptos" panose="02110004020202020204"/>
              <a:ea typeface="+mn-ea"/>
              <a:cs typeface="+mn-cs"/>
            </a:rPr>
            <a:t>Grid instability, higher carbon footprint, and slower EV adoption.</a:t>
          </a:r>
        </a:p>
      </dsp:txBody>
      <dsp:txXfrm>
        <a:off x="4214075" y="3921929"/>
        <a:ext cx="7241178" cy="8342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4910B-4333-4FDC-AE49-F180EB69F2D5}">
      <dsp:nvSpPr>
        <dsp:cNvPr id="0" name=""/>
        <dsp:cNvSpPr/>
      </dsp:nvSpPr>
      <dsp:spPr>
        <a:xfrm>
          <a:off x="0" y="0"/>
          <a:ext cx="8501862" cy="908523"/>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MATLAB</a:t>
          </a:r>
        </a:p>
      </dsp:txBody>
      <dsp:txXfrm>
        <a:off x="26610" y="26610"/>
        <a:ext cx="7415197" cy="855303"/>
      </dsp:txXfrm>
    </dsp:sp>
    <dsp:sp modelId="{6F88B571-45CA-4827-84F0-4B50FD37DDF2}">
      <dsp:nvSpPr>
        <dsp:cNvPr id="0" name=""/>
        <dsp:cNvSpPr/>
      </dsp:nvSpPr>
      <dsp:spPr>
        <a:xfrm>
          <a:off x="634879" y="1034706"/>
          <a:ext cx="8501862" cy="908523"/>
        </a:xfrm>
        <a:prstGeom prst="roundRect">
          <a:avLst>
            <a:gd name="adj" fmla="val 10000"/>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NODE RED</a:t>
          </a:r>
        </a:p>
      </dsp:txBody>
      <dsp:txXfrm>
        <a:off x="661489" y="1061316"/>
        <a:ext cx="7223223" cy="855303"/>
      </dsp:txXfrm>
    </dsp:sp>
    <dsp:sp modelId="{6074AE3A-0A55-46F2-BD90-21151510F774}">
      <dsp:nvSpPr>
        <dsp:cNvPr id="0" name=""/>
        <dsp:cNvSpPr/>
      </dsp:nvSpPr>
      <dsp:spPr>
        <a:xfrm>
          <a:off x="1269758" y="2069413"/>
          <a:ext cx="8501862" cy="908523"/>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AWS Cloud</a:t>
          </a:r>
        </a:p>
      </dsp:txBody>
      <dsp:txXfrm>
        <a:off x="1296368" y="2096023"/>
        <a:ext cx="7223223" cy="855303"/>
      </dsp:txXfrm>
    </dsp:sp>
    <dsp:sp modelId="{77B0CCBE-7EC2-497C-A100-D52D46262FF8}">
      <dsp:nvSpPr>
        <dsp:cNvPr id="0" name=""/>
        <dsp:cNvSpPr/>
      </dsp:nvSpPr>
      <dsp:spPr>
        <a:xfrm>
          <a:off x="1904638" y="3104120"/>
          <a:ext cx="8501862" cy="908523"/>
        </a:xfrm>
        <a:prstGeom prst="roundRect">
          <a:avLst>
            <a:gd name="adj" fmla="val 10000"/>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Thingspeak</a:t>
          </a:r>
        </a:p>
      </dsp:txBody>
      <dsp:txXfrm>
        <a:off x="1931248" y="3130730"/>
        <a:ext cx="7223223" cy="855303"/>
      </dsp:txXfrm>
    </dsp:sp>
    <dsp:sp modelId="{C1A95E74-8D4B-4B23-AF15-E82C35EE0D32}">
      <dsp:nvSpPr>
        <dsp:cNvPr id="0" name=""/>
        <dsp:cNvSpPr/>
      </dsp:nvSpPr>
      <dsp:spPr>
        <a:xfrm>
          <a:off x="2539517" y="4138827"/>
          <a:ext cx="8501862" cy="908523"/>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kern="1200"/>
            <a:t>Dashboard</a:t>
          </a:r>
        </a:p>
      </dsp:txBody>
      <dsp:txXfrm>
        <a:off x="2566127" y="4165437"/>
        <a:ext cx="7223223" cy="855303"/>
      </dsp:txXfrm>
    </dsp:sp>
    <dsp:sp modelId="{AB2A3175-6EBC-4379-A8A1-161047DBEEFF}">
      <dsp:nvSpPr>
        <dsp:cNvPr id="0" name=""/>
        <dsp:cNvSpPr/>
      </dsp:nvSpPr>
      <dsp:spPr>
        <a:xfrm>
          <a:off x="7911322" y="663726"/>
          <a:ext cx="590540" cy="590540"/>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8044194" y="663726"/>
        <a:ext cx="324797" cy="444381"/>
      </dsp:txXfrm>
    </dsp:sp>
    <dsp:sp modelId="{72A4863D-EAE4-4DCB-A218-202C8E730E14}">
      <dsp:nvSpPr>
        <dsp:cNvPr id="0" name=""/>
        <dsp:cNvSpPr/>
      </dsp:nvSpPr>
      <dsp:spPr>
        <a:xfrm>
          <a:off x="8546201" y="1698433"/>
          <a:ext cx="590540" cy="590540"/>
        </a:xfrm>
        <a:prstGeom prst="downArrow">
          <a:avLst>
            <a:gd name="adj1" fmla="val 55000"/>
            <a:gd name="adj2" fmla="val 45000"/>
          </a:avLst>
        </a:prstGeom>
        <a:solidFill>
          <a:schemeClr val="accent5">
            <a:tint val="40000"/>
            <a:alpha val="90000"/>
            <a:hueOff val="-3981555"/>
            <a:satOff val="889"/>
            <a:lumOff val="134"/>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8679073" y="1698433"/>
        <a:ext cx="324797" cy="444381"/>
      </dsp:txXfrm>
    </dsp:sp>
    <dsp:sp modelId="{3C086480-1625-4E64-8A34-6D974E490D00}">
      <dsp:nvSpPr>
        <dsp:cNvPr id="0" name=""/>
        <dsp:cNvSpPr/>
      </dsp:nvSpPr>
      <dsp:spPr>
        <a:xfrm>
          <a:off x="9181081" y="2717998"/>
          <a:ext cx="590540" cy="590540"/>
        </a:xfrm>
        <a:prstGeom prst="downArrow">
          <a:avLst>
            <a:gd name="adj1" fmla="val 55000"/>
            <a:gd name="adj2" fmla="val 45000"/>
          </a:avLst>
        </a:prstGeom>
        <a:solidFill>
          <a:schemeClr val="accent5">
            <a:tint val="40000"/>
            <a:alpha val="90000"/>
            <a:hueOff val="-7963110"/>
            <a:satOff val="1778"/>
            <a:lumOff val="267"/>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313953" y="2717998"/>
        <a:ext cx="324797" cy="444381"/>
      </dsp:txXfrm>
    </dsp:sp>
    <dsp:sp modelId="{FC3F2E4A-A112-4673-8C9B-76CDBDC22BF9}">
      <dsp:nvSpPr>
        <dsp:cNvPr id="0" name=""/>
        <dsp:cNvSpPr/>
      </dsp:nvSpPr>
      <dsp:spPr>
        <a:xfrm>
          <a:off x="9815960" y="3762800"/>
          <a:ext cx="590540" cy="590540"/>
        </a:xfrm>
        <a:prstGeom prst="downArrow">
          <a:avLst>
            <a:gd name="adj1" fmla="val 55000"/>
            <a:gd name="adj2" fmla="val 45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9948832" y="3762800"/>
        <a:ext cx="324797" cy="4443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487E9F-293F-4F3E-A1A9-17D428A64966}">
      <dsp:nvSpPr>
        <dsp:cNvPr id="0" name=""/>
        <dsp:cNvSpPr/>
      </dsp:nvSpPr>
      <dsp:spPr>
        <a:xfrm rot="5400000">
          <a:off x="-519493" y="519493"/>
          <a:ext cx="3463290" cy="2424303"/>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275" tIns="41275" rIns="41275" bIns="41275" numCol="1" spcCol="1270" anchor="ctr" anchorCtr="0">
          <a:noAutofit/>
        </a:bodyPr>
        <a:lstStyle/>
        <a:p>
          <a:pPr marL="0" lvl="0" indent="0" algn="ctr" defTabSz="2889250">
            <a:lnSpc>
              <a:spcPct val="90000"/>
            </a:lnSpc>
            <a:spcBef>
              <a:spcPct val="0"/>
            </a:spcBef>
            <a:spcAft>
              <a:spcPct val="35000"/>
            </a:spcAft>
            <a:buNone/>
          </a:pPr>
          <a:r>
            <a:rPr lang="en-US" sz="6500" kern="1200" dirty="0"/>
            <a:t>*</a:t>
          </a:r>
        </a:p>
      </dsp:txBody>
      <dsp:txXfrm rot="-5400000">
        <a:off x="1" y="1212152"/>
        <a:ext cx="2424303" cy="1038987"/>
      </dsp:txXfrm>
    </dsp:sp>
    <dsp:sp modelId="{89CAB319-2F2A-4DA2-A543-B9201449C1F7}">
      <dsp:nvSpPr>
        <dsp:cNvPr id="0" name=""/>
        <dsp:cNvSpPr/>
      </dsp:nvSpPr>
      <dsp:spPr>
        <a:xfrm rot="5400000">
          <a:off x="6224492" y="-3800189"/>
          <a:ext cx="2251138" cy="9851517"/>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4912" tIns="16510" rIns="16510" bIns="16510" numCol="1" spcCol="1270" anchor="ctr" anchorCtr="0">
          <a:noAutofit/>
        </a:bodyPr>
        <a:lstStyle/>
        <a:p>
          <a:pPr marL="228600" lvl="1" indent="-228600" algn="just" defTabSz="1155700">
            <a:lnSpc>
              <a:spcPct val="90000"/>
            </a:lnSpc>
            <a:spcBef>
              <a:spcPct val="0"/>
            </a:spcBef>
            <a:spcAft>
              <a:spcPct val="15000"/>
            </a:spcAft>
            <a:buNone/>
          </a:pPr>
          <a:r>
            <a:rPr lang="en-US" sz="2600" kern="1200" dirty="0"/>
            <a:t>"Engineering problems are under-defined; there are many solutions, good, bad, and indifferent. The art is to arrive at a good solution." </a:t>
          </a:r>
        </a:p>
        <a:p>
          <a:pPr marL="228600" lvl="1" indent="-228600" algn="l" defTabSz="1155700">
            <a:lnSpc>
              <a:spcPct val="90000"/>
            </a:lnSpc>
            <a:spcBef>
              <a:spcPct val="0"/>
            </a:spcBef>
            <a:spcAft>
              <a:spcPct val="15000"/>
            </a:spcAft>
            <a:buChar char="•"/>
          </a:pPr>
          <a:endParaRPr lang="en-US" sz="2600" kern="1200" dirty="0"/>
        </a:p>
        <a:p>
          <a:pPr marL="228600" lvl="1" indent="-228600" algn="r" defTabSz="1155700">
            <a:lnSpc>
              <a:spcPct val="90000"/>
            </a:lnSpc>
            <a:spcBef>
              <a:spcPct val="0"/>
            </a:spcBef>
            <a:spcAft>
              <a:spcPct val="15000"/>
            </a:spcAft>
            <a:buChar char="•"/>
          </a:pPr>
          <a:r>
            <a:rPr lang="en-US" sz="2600" kern="1200" dirty="0"/>
            <a:t>- Richard James</a:t>
          </a:r>
        </a:p>
      </dsp:txBody>
      <dsp:txXfrm rot="-5400000">
        <a:off x="2424303" y="109891"/>
        <a:ext cx="9741626" cy="203135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301889"/>
            <a:ext cx="9601200" cy="2769506"/>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600200" y="4178198"/>
            <a:ext cx="9601200" cy="1920607"/>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429784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964576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73443" y="1983218"/>
            <a:ext cx="11041380" cy="3309043"/>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873443" y="5323565"/>
            <a:ext cx="11041380" cy="1740148"/>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7ABF80-1A4C-4E96-8F0A-4605A5D32515}"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89187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80110" y="2117641"/>
            <a:ext cx="5440680" cy="5047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0810" y="2117641"/>
            <a:ext cx="5440680" cy="5047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7ABF80-1A4C-4E96-8F0A-4605A5D32515}"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2769453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81777" y="423529"/>
            <a:ext cx="11041380" cy="153759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1778" y="1950071"/>
            <a:ext cx="5415676" cy="955700"/>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881778" y="2905771"/>
            <a:ext cx="5415676" cy="42739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80810" y="1950071"/>
            <a:ext cx="5442347" cy="955700"/>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6480810" y="2905771"/>
            <a:ext cx="5442347" cy="42739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97ABF80-1A4C-4E96-8F0A-4605A5D32515}" type="datetimeFigureOut">
              <a:rPr lang="en-US" smtClean="0"/>
              <a:t>3/17/2025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663317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7ABF80-1A4C-4E96-8F0A-4605A5D32515}" type="datetimeFigureOut">
              <a:rPr lang="en-US" smtClean="0"/>
              <a:t>3/17/2025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419330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7ABF80-1A4C-4E96-8F0A-4605A5D32515}" type="datetimeFigureOut">
              <a:rPr lang="en-US" smtClean="0"/>
              <a:t>3/17/2025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289191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530331"/>
            <a:ext cx="4128849" cy="1856158"/>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5442347" y="1145368"/>
            <a:ext cx="6480810" cy="5653180"/>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81778" y="2386489"/>
            <a:ext cx="4128849" cy="4421266"/>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697ABF80-1A4C-4E96-8F0A-4605A5D32515}"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082488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1778" y="530331"/>
            <a:ext cx="4128849" cy="1856158"/>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42347" y="1145368"/>
            <a:ext cx="6480810" cy="5653180"/>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881778" y="2386489"/>
            <a:ext cx="4128849" cy="4421266"/>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697ABF80-1A4C-4E96-8F0A-4605A5D32515}" type="datetimeFigureOut">
              <a:rPr lang="en-US" smtClean="0"/>
              <a:t>3/17/2025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859852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3947400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5" y="423528"/>
            <a:ext cx="2760345" cy="67414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80110" y="423528"/>
            <a:ext cx="8121015" cy="67414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7ABF80-1A4C-4E96-8F0A-4605A5D32515}" type="datetimeFigureOut">
              <a:rPr lang="en-US" smtClean="0"/>
              <a:t>3/17/2025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8951BB-AEAB-47A3-AEF0-1C3249626DB4}" type="slidenum">
              <a:rPr lang="en-US" smtClean="0"/>
              <a:t>‹#›</a:t>
            </a:fld>
            <a:endParaRPr lang="en-US"/>
          </a:p>
        </p:txBody>
      </p:sp>
    </p:spTree>
    <p:extLst>
      <p:ext uri="{BB962C8B-B14F-4D97-AF65-F5344CB8AC3E}">
        <p14:creationId xmlns:p14="http://schemas.microsoft.com/office/powerpoint/2010/main" val="16880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423529"/>
            <a:ext cx="11041380" cy="153759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80110" y="2117641"/>
            <a:ext cx="11041380" cy="50473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0110" y="7373073"/>
            <a:ext cx="2880360" cy="423528"/>
          </a:xfrm>
          <a:prstGeom prst="rect">
            <a:avLst/>
          </a:prstGeom>
        </p:spPr>
        <p:txBody>
          <a:bodyPr vert="horz" lIns="91440" tIns="45720" rIns="91440" bIns="45720" rtlCol="0" anchor="ctr"/>
          <a:lstStyle>
            <a:lvl1pPr algn="l">
              <a:defRPr sz="1260">
                <a:solidFill>
                  <a:schemeClr val="tx1">
                    <a:tint val="82000"/>
                  </a:schemeClr>
                </a:solidFill>
              </a:defRPr>
            </a:lvl1pPr>
          </a:lstStyle>
          <a:p>
            <a:fld id="{697ABF80-1A4C-4E96-8F0A-4605A5D32515}" type="datetimeFigureOut">
              <a:rPr lang="en-US" smtClean="0"/>
              <a:t>3/17/2025</a:t>
            </a:fld>
            <a:endParaRPr lang="en-US"/>
          </a:p>
        </p:txBody>
      </p:sp>
      <p:sp>
        <p:nvSpPr>
          <p:cNvPr id="5" name="Footer Placeholder 4"/>
          <p:cNvSpPr>
            <a:spLocks noGrp="1"/>
          </p:cNvSpPr>
          <p:nvPr>
            <p:ph type="ftr" sz="quarter" idx="3"/>
          </p:nvPr>
        </p:nvSpPr>
        <p:spPr>
          <a:xfrm>
            <a:off x="4240530" y="7373073"/>
            <a:ext cx="4320540" cy="423528"/>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041130" y="7373073"/>
            <a:ext cx="2880360" cy="423528"/>
          </a:xfrm>
          <a:prstGeom prst="rect">
            <a:avLst/>
          </a:prstGeom>
        </p:spPr>
        <p:txBody>
          <a:bodyPr vert="horz" lIns="91440" tIns="45720" rIns="91440" bIns="45720" rtlCol="0" anchor="ctr"/>
          <a:lstStyle>
            <a:lvl1pPr algn="r">
              <a:defRPr sz="1260">
                <a:solidFill>
                  <a:schemeClr val="tx1">
                    <a:tint val="82000"/>
                  </a:schemeClr>
                </a:solidFill>
              </a:defRPr>
            </a:lvl1pPr>
          </a:lstStyle>
          <a:p>
            <a:fld id="{F18951BB-AEAB-47A3-AEF0-1C3249626DB4}" type="slidenum">
              <a:rPr lang="en-US" smtClean="0"/>
              <a:t>‹#›</a:t>
            </a:fld>
            <a:endParaRPr lang="en-US"/>
          </a:p>
        </p:txBody>
      </p:sp>
    </p:spTree>
    <p:extLst>
      <p:ext uri="{BB962C8B-B14F-4D97-AF65-F5344CB8AC3E}">
        <p14:creationId xmlns:p14="http://schemas.microsoft.com/office/powerpoint/2010/main" val="7321804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24129"/>
            <a:ext cx="13037276" cy="1352712"/>
          </a:xfrm>
        </p:spPr>
        <p:txBody>
          <a:bodyPr vert="horz" lIns="91440" tIns="45720" rIns="91440" bIns="45720" rtlCol="0" anchor="t">
            <a:noAutofit/>
          </a:bodyPr>
          <a:lstStyle/>
          <a:p>
            <a:pPr algn="l">
              <a:lnSpc>
                <a:spcPct val="150000"/>
              </a:lnSpc>
            </a:pPr>
            <a:r>
              <a:rPr lang="en-US" sz="2300" spc="300"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Title – </a:t>
            </a:r>
            <a:br>
              <a:rPr lang="en-US" sz="2300" spc="300" dirty="0">
                <a:solidFill>
                  <a:srgbClr val="FF0000"/>
                </a:solidFill>
                <a:latin typeface="ADLaM Display" panose="02010000000000000000" pitchFamily="2" charset="0"/>
                <a:ea typeface="ADLaM Display" panose="02010000000000000000" pitchFamily="2" charset="0"/>
                <a:cs typeface="ADLaM Display" panose="02010000000000000000" pitchFamily="2" charset="0"/>
              </a:rPr>
            </a:br>
            <a:r>
              <a:rPr lang="en-US" sz="24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rPr>
              <a:t>Design of IOT Architecture for Battery Charging Management System</a:t>
            </a:r>
            <a:endParaRPr lang="en-US" sz="2300" spc="300" dirty="0">
              <a:solidFill>
                <a:srgbClr val="C00000"/>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8" name="TextBox 7">
            <a:extLst>
              <a:ext uri="{FF2B5EF4-FFF2-40B4-BE49-F238E27FC236}">
                <a16:creationId xmlns:a16="http://schemas.microsoft.com/office/drawing/2014/main" id="{AE14C790-7258-76B7-ED0C-3952226A849A}"/>
              </a:ext>
            </a:extLst>
          </p:cNvPr>
          <p:cNvSpPr txBox="1"/>
          <p:nvPr/>
        </p:nvSpPr>
        <p:spPr>
          <a:xfrm>
            <a:off x="-54782" y="6838653"/>
            <a:ext cx="5389886" cy="830997"/>
          </a:xfrm>
          <a:prstGeom prst="rect">
            <a:avLst/>
          </a:prstGeom>
          <a:noFill/>
        </p:spPr>
        <p:txBody>
          <a:bodyPr wrap="square" rtlCol="0">
            <a:spAutoFit/>
          </a:bodyPr>
          <a:lstStyle/>
          <a:p>
            <a:pPr algn="ctr"/>
            <a:r>
              <a:rPr lang="en-US" sz="1600" b="1" dirty="0">
                <a:solidFill>
                  <a:schemeClr val="tx2"/>
                </a:solidFill>
                <a:latin typeface="+mj-lt"/>
                <a:ea typeface="+mj-ea"/>
                <a:cs typeface="+mj-cs"/>
              </a:rPr>
              <a:t>School of Engineering and Sciences (SEAS)</a:t>
            </a:r>
            <a:br>
              <a:rPr lang="en-US" sz="1600" b="1" dirty="0">
                <a:solidFill>
                  <a:schemeClr val="tx2"/>
                </a:solidFill>
                <a:latin typeface="+mj-lt"/>
                <a:ea typeface="+mj-ea"/>
                <a:cs typeface="+mj-cs"/>
              </a:rPr>
            </a:br>
            <a:r>
              <a:rPr lang="en-US" sz="1600" b="1" dirty="0">
                <a:solidFill>
                  <a:schemeClr val="tx2"/>
                </a:solidFill>
                <a:latin typeface="+mj-lt"/>
                <a:ea typeface="+mj-ea"/>
                <a:cs typeface="+mj-cs"/>
              </a:rPr>
              <a:t>Department of Electronics and Communication Engineering</a:t>
            </a:r>
            <a:br>
              <a:rPr lang="en-US" sz="1600" b="1" dirty="0">
                <a:solidFill>
                  <a:schemeClr val="tx2"/>
                </a:solidFill>
                <a:latin typeface="+mj-lt"/>
                <a:ea typeface="+mj-ea"/>
                <a:cs typeface="+mj-cs"/>
              </a:rPr>
            </a:br>
            <a:r>
              <a:rPr lang="en-US" sz="1600" dirty="0">
                <a:solidFill>
                  <a:schemeClr val="tx2"/>
                </a:solidFill>
                <a:latin typeface="+mj-lt"/>
                <a:ea typeface="+mj-ea"/>
                <a:cs typeface="+mj-cs"/>
              </a:rPr>
              <a:t> SRM University, Andhra Pradesh (SRM AP) </a:t>
            </a:r>
            <a:endParaRPr lang="en-US" sz="1600" dirty="0"/>
          </a:p>
        </p:txBody>
      </p:sp>
      <p:sp>
        <p:nvSpPr>
          <p:cNvPr id="11" name="TextBox 10">
            <a:extLst>
              <a:ext uri="{FF2B5EF4-FFF2-40B4-BE49-F238E27FC236}">
                <a16:creationId xmlns:a16="http://schemas.microsoft.com/office/drawing/2014/main" id="{A5F8596C-750C-6011-6B31-33F7DF8A40B1}"/>
              </a:ext>
            </a:extLst>
          </p:cNvPr>
          <p:cNvSpPr txBox="1"/>
          <p:nvPr/>
        </p:nvSpPr>
        <p:spPr>
          <a:xfrm>
            <a:off x="9318172" y="0"/>
            <a:ext cx="3374571" cy="707886"/>
          </a:xfrm>
          <a:prstGeom prst="rect">
            <a:avLst/>
          </a:prstGeom>
          <a:noFill/>
        </p:spPr>
        <p:txBody>
          <a:bodyPr wrap="square" rtlCol="0">
            <a:spAutoFit/>
          </a:bodyPr>
          <a:lstStyle/>
          <a:p>
            <a:pPr algn="ctr"/>
            <a:r>
              <a:rPr lang="en-US" sz="2000" b="1" dirty="0">
                <a:solidFill>
                  <a:schemeClr val="tx2"/>
                </a:solidFill>
                <a:latin typeface="+mj-lt"/>
                <a:ea typeface="+mj-ea"/>
                <a:cs typeface="+mj-cs"/>
              </a:rPr>
              <a:t>Presentation on Major project</a:t>
            </a:r>
          </a:p>
          <a:p>
            <a:pPr algn="ctr"/>
            <a:r>
              <a:rPr lang="en-US" sz="2000" b="1" dirty="0">
                <a:solidFill>
                  <a:schemeClr val="tx2"/>
                </a:solidFill>
                <a:latin typeface="+mj-lt"/>
                <a:ea typeface="+mj-ea"/>
                <a:cs typeface="+mj-cs"/>
              </a:rPr>
              <a:t>2</a:t>
            </a:r>
            <a:r>
              <a:rPr lang="en-US" sz="2000" b="1" baseline="30000" dirty="0">
                <a:solidFill>
                  <a:schemeClr val="tx2"/>
                </a:solidFill>
                <a:latin typeface="+mj-lt"/>
                <a:ea typeface="+mj-ea"/>
                <a:cs typeface="+mj-cs"/>
              </a:rPr>
              <a:t>nd</a:t>
            </a:r>
            <a:r>
              <a:rPr lang="en-US" sz="2000" b="1" dirty="0">
                <a:solidFill>
                  <a:schemeClr val="tx2"/>
                </a:solidFill>
                <a:latin typeface="+mj-lt"/>
                <a:ea typeface="+mj-ea"/>
                <a:cs typeface="+mj-cs"/>
              </a:rPr>
              <a:t> Sem – Review -2</a:t>
            </a:r>
            <a:endParaRPr lang="en-US" sz="2000" b="1" dirty="0"/>
          </a:p>
        </p:txBody>
      </p:sp>
      <p:pic>
        <p:nvPicPr>
          <p:cNvPr id="10" name="Picture 9" descr="A black and green logo&#10;&#10;Description automatically generated">
            <a:extLst>
              <a:ext uri="{FF2B5EF4-FFF2-40B4-BE49-F238E27FC236}">
                <a16:creationId xmlns:a16="http://schemas.microsoft.com/office/drawing/2014/main" id="{00387109-12A4-BD5A-150C-D499C1EE4A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605" y="5766417"/>
            <a:ext cx="3768199" cy="1077218"/>
          </a:xfrm>
          <a:prstGeom prst="rect">
            <a:avLst/>
          </a:prstGeom>
        </p:spPr>
      </p:pic>
      <p:cxnSp>
        <p:nvCxnSpPr>
          <p:cNvPr id="5" name="Straight Connector 4">
            <a:extLst>
              <a:ext uri="{FF2B5EF4-FFF2-40B4-BE49-F238E27FC236}">
                <a16:creationId xmlns:a16="http://schemas.microsoft.com/office/drawing/2014/main" id="{69F68C0E-BDE4-8591-032A-D863A5568E60}"/>
              </a:ext>
            </a:extLst>
          </p:cNvPr>
          <p:cNvCxnSpPr/>
          <p:nvPr/>
        </p:nvCxnSpPr>
        <p:spPr>
          <a:xfrm flipH="1">
            <a:off x="-54782" y="5381142"/>
            <a:ext cx="4926563"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2E4A9853-8C9C-9FB2-2020-54A6CCFE56E7}"/>
              </a:ext>
            </a:extLst>
          </p:cNvPr>
          <p:cNvSpPr txBox="1"/>
          <p:nvPr/>
        </p:nvSpPr>
        <p:spPr>
          <a:xfrm>
            <a:off x="-252177" y="3626816"/>
            <a:ext cx="4287416" cy="1754326"/>
          </a:xfrm>
          <a:prstGeom prst="rect">
            <a:avLst/>
          </a:prstGeom>
          <a:noFill/>
        </p:spPr>
        <p:txBody>
          <a:bodyPr wrap="square" rtlCol="0">
            <a:spAutoFit/>
          </a:bodyPr>
          <a:lstStyle/>
          <a:p>
            <a:pPr algn="ctr"/>
            <a:r>
              <a:rPr lang="en-US" dirty="0">
                <a:solidFill>
                  <a:schemeClr val="tx2"/>
                </a:solidFill>
                <a:latin typeface="+mj-lt"/>
                <a:ea typeface="+mj-ea"/>
                <a:cs typeface="+mj-cs"/>
              </a:rPr>
              <a:t>Presented by</a:t>
            </a:r>
            <a:br>
              <a:rPr lang="en-US" dirty="0">
                <a:solidFill>
                  <a:schemeClr val="tx2"/>
                </a:solidFill>
                <a:latin typeface="+mj-lt"/>
                <a:ea typeface="+mj-ea"/>
                <a:cs typeface="+mj-cs"/>
              </a:rPr>
            </a:br>
            <a:r>
              <a:rPr lang="en-US" b="1" dirty="0">
                <a:solidFill>
                  <a:schemeClr val="tx2"/>
                </a:solidFill>
                <a:latin typeface="+mj-lt"/>
                <a:ea typeface="+mj-ea"/>
                <a:cs typeface="+mj-cs"/>
              </a:rPr>
              <a:t>Jagadeesh_(AP2312210002)</a:t>
            </a:r>
            <a:endParaRPr lang="en-US" dirty="0">
              <a:solidFill>
                <a:schemeClr val="tx2"/>
              </a:solidFill>
              <a:latin typeface="+mj-lt"/>
              <a:ea typeface="+mj-ea"/>
              <a:cs typeface="+mj-cs"/>
            </a:endParaRPr>
          </a:p>
          <a:p>
            <a:pPr algn="ctr"/>
            <a:endParaRPr lang="en-US" dirty="0">
              <a:solidFill>
                <a:schemeClr val="tx2"/>
              </a:solidFill>
              <a:latin typeface="+mj-lt"/>
              <a:ea typeface="+mj-ea"/>
              <a:cs typeface="+mj-cs"/>
            </a:endParaRPr>
          </a:p>
          <a:p>
            <a:pPr algn="ctr"/>
            <a:r>
              <a:rPr lang="en-US" dirty="0">
                <a:latin typeface="Times New Roman" panose="02020603050405020304" pitchFamily="18" charset="0"/>
                <a:cs typeface="Times New Roman" panose="02020603050405020304" pitchFamily="18" charset="0"/>
              </a:rPr>
              <a:t>under the Esteemed guidance of</a:t>
            </a:r>
            <a:br>
              <a:rPr lang="en-US" dirty="0">
                <a:latin typeface="Times New Roman" panose="02020603050405020304" pitchFamily="18" charset="0"/>
                <a:cs typeface="Times New Roman" panose="02020603050405020304" pitchFamily="18" charset="0"/>
              </a:rPr>
            </a:br>
            <a:r>
              <a:rPr lang="en-US" b="1" dirty="0">
                <a:solidFill>
                  <a:srgbClr val="008E40"/>
                </a:solidFill>
                <a:latin typeface="Times New Roman" panose="02020603050405020304" pitchFamily="18" charset="0"/>
                <a:cs typeface="Times New Roman" panose="02020603050405020304" pitchFamily="18" charset="0"/>
              </a:rPr>
              <a:t>Dr. Sujith </a:t>
            </a:r>
            <a:r>
              <a:rPr lang="en-US" b="1" dirty="0" err="1">
                <a:solidFill>
                  <a:srgbClr val="008E40"/>
                </a:solidFill>
                <a:latin typeface="Times New Roman" panose="02020603050405020304" pitchFamily="18" charset="0"/>
                <a:cs typeface="Times New Roman" panose="02020603050405020304" pitchFamily="18" charset="0"/>
              </a:rPr>
              <a:t>Kalluri</a:t>
            </a:r>
            <a:r>
              <a:rPr lang="en-US" b="1" dirty="0">
                <a:solidFill>
                  <a:srgbClr val="008E40"/>
                </a:solidFill>
                <a:latin typeface="Times New Roman" panose="02020603050405020304" pitchFamily="18" charset="0"/>
                <a:cs typeface="Times New Roman" panose="02020603050405020304" pitchFamily="18" charset="0"/>
              </a:rPr>
              <a:t> </a:t>
            </a:r>
            <a:r>
              <a:rPr lang="en-US" b="1" dirty="0" err="1">
                <a:solidFill>
                  <a:srgbClr val="008E40"/>
                </a:solidFill>
                <a:latin typeface="Times New Roman" panose="02020603050405020304" pitchFamily="18" charset="0"/>
                <a:cs typeface="Times New Roman" panose="02020603050405020304" pitchFamily="18" charset="0"/>
              </a:rPr>
              <a:t>Ph.D</a:t>
            </a:r>
            <a:br>
              <a:rPr lang="en-US" b="1" dirty="0">
                <a:solidFill>
                  <a:srgbClr val="008E40"/>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Associate Professor</a:t>
            </a:r>
            <a:endParaRPr lang="en-US" dirty="0"/>
          </a:p>
        </p:txBody>
      </p:sp>
      <p:pic>
        <p:nvPicPr>
          <p:cNvPr id="2052" name="Picture 4" descr="The Role Of IoT In Smart Grid Tech - Intuz">
            <a:extLst>
              <a:ext uri="{FF2B5EF4-FFF2-40B4-BE49-F238E27FC236}">
                <a16:creationId xmlns:a16="http://schemas.microsoft.com/office/drawing/2014/main" id="{CDF7FA1B-5A62-DE3D-001C-A0EDF44D58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1781" y="4827387"/>
            <a:ext cx="3828249" cy="20129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Communications Protocols for Grid-EV Integration - QualityLogic">
            <a:extLst>
              <a:ext uri="{FF2B5EF4-FFF2-40B4-BE49-F238E27FC236}">
                <a16:creationId xmlns:a16="http://schemas.microsoft.com/office/drawing/2014/main" id="{5882BF7D-EDFE-220C-5FF5-AAFC723E7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9408" y="3567400"/>
            <a:ext cx="4404333" cy="20129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V &amp; Energy Storage System in EV Charging Station - Rockwill Electric Group  - ROCKWILL Electric Group">
            <a:extLst>
              <a:ext uri="{FF2B5EF4-FFF2-40B4-BE49-F238E27FC236}">
                <a16:creationId xmlns:a16="http://schemas.microsoft.com/office/drawing/2014/main" id="{038C071D-1370-B4CA-67DA-F6D405BC48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2928" y="2220686"/>
            <a:ext cx="4191101" cy="235317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2" descr="Battery Swapping &amp; Charging Stations ...">
            <a:extLst>
              <a:ext uri="{FF2B5EF4-FFF2-40B4-BE49-F238E27FC236}">
                <a16:creationId xmlns:a16="http://schemas.microsoft.com/office/drawing/2014/main" id="{A407A5D9-602E-61C5-9FE4-B4E949D394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17629" y="6122754"/>
            <a:ext cx="2079169" cy="165473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0" descr="Node-Red Dashboard 2.0 - Default start ...">
            <a:extLst>
              <a:ext uri="{FF2B5EF4-FFF2-40B4-BE49-F238E27FC236}">
                <a16:creationId xmlns:a16="http://schemas.microsoft.com/office/drawing/2014/main" id="{63A1B069-2790-572F-017B-424DCEF1B04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8394" y="6218390"/>
            <a:ext cx="2496947" cy="139156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6" descr="What is an “algorithm”? It depends whom you ask | MIT Technology Review">
            <a:extLst>
              <a:ext uri="{FF2B5EF4-FFF2-40B4-BE49-F238E27FC236}">
                <a16:creationId xmlns:a16="http://schemas.microsoft.com/office/drawing/2014/main" id="{D7F34DE2-A204-46F0-B2DA-46C1E6AFFCD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19454" y="2098889"/>
            <a:ext cx="2438399" cy="1467088"/>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9D98E1E8-1955-1C39-CB46-DF17FA2E4286}"/>
              </a:ext>
            </a:extLst>
          </p:cNvPr>
          <p:cNvCxnSpPr>
            <a:cxnSpLocks/>
          </p:cNvCxnSpPr>
          <p:nvPr/>
        </p:nvCxnSpPr>
        <p:spPr>
          <a:xfrm flipV="1">
            <a:off x="3810000" y="3134217"/>
            <a:ext cx="0" cy="2246925"/>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2169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615" y="273298"/>
            <a:ext cx="3888526" cy="807646"/>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Outline</a:t>
            </a:r>
            <a:endParaRPr lang="en-IN" b="1" dirty="0">
              <a:solidFill>
                <a:srgbClr val="002060"/>
              </a:solidFill>
              <a:latin typeface="Times New Roman" panose="02020603050405020304" pitchFamily="18" charset="0"/>
              <a:cs typeface="Times New Roman" panose="02020603050405020304" pitchFamily="18" charset="0"/>
            </a:endParaRPr>
          </a:p>
        </p:txBody>
      </p:sp>
      <p:pic>
        <p:nvPicPr>
          <p:cNvPr id="9" name="Picture 8" descr="A black and green logo&#10;&#10;Description automatically generated">
            <a:extLst>
              <a:ext uri="{FF2B5EF4-FFF2-40B4-BE49-F238E27FC236}">
                <a16:creationId xmlns:a16="http://schemas.microsoft.com/office/drawing/2014/main" id="{A4E8363D-BD78-CB08-68C5-EF4C2730B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45717" y="111648"/>
            <a:ext cx="2291754" cy="750991"/>
          </a:xfrm>
          <a:prstGeom prst="rect">
            <a:avLst/>
          </a:prstGeom>
        </p:spPr>
      </p:pic>
      <p:sp>
        <p:nvSpPr>
          <p:cNvPr id="11" name="TextBox 10">
            <a:extLst>
              <a:ext uri="{FF2B5EF4-FFF2-40B4-BE49-F238E27FC236}">
                <a16:creationId xmlns:a16="http://schemas.microsoft.com/office/drawing/2014/main" id="{64245924-1534-2B33-F883-AB95C8907383}"/>
              </a:ext>
            </a:extLst>
          </p:cNvPr>
          <p:cNvSpPr txBox="1"/>
          <p:nvPr/>
        </p:nvSpPr>
        <p:spPr>
          <a:xfrm>
            <a:off x="832045" y="2397465"/>
            <a:ext cx="7493808" cy="3412729"/>
          </a:xfrm>
          <a:prstGeom prst="rect">
            <a:avLst/>
          </a:prstGeom>
          <a:noFill/>
          <a:ln w="28575">
            <a:solidFill>
              <a:srgbClr val="002060"/>
            </a:solidFill>
          </a:ln>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2_2</a:t>
            </a:r>
            <a:r>
              <a:rPr lang="en-US" sz="2000" dirty="0">
                <a:latin typeface="Times New Roman" panose="02020603050405020304" pitchFamily="18" charset="0"/>
                <a:cs typeface="Times New Roman" panose="02020603050405020304" pitchFamily="18" charset="0"/>
                <a:sym typeface="Wingdings" panose="05000000000000000000" pitchFamily="2" charset="2"/>
              </a:rPr>
              <a:t> Revied Work</a:t>
            </a:r>
            <a:endParaRPr lang="en-US" sz="2000" dirty="0">
              <a:latin typeface="Times New Roman" panose="02020603050405020304" pitchFamily="18" charset="0"/>
              <a:cs typeface="Times New Roman" panose="02020603050405020304" pitchFamily="18" charset="0"/>
            </a:endParaRPr>
          </a:p>
          <a:p>
            <a:pPr>
              <a:lnSpc>
                <a:spcPct val="150000"/>
              </a:lnSpc>
            </a:pPr>
            <a:r>
              <a:rPr lang="en-US" b="1" dirty="0">
                <a:solidFill>
                  <a:srgbClr val="002060"/>
                </a:solidFill>
                <a:latin typeface="Times New Roman" panose="02020603050405020304" pitchFamily="18" charset="0"/>
                <a:cs typeface="Times New Roman" panose="02020603050405020304" pitchFamily="18" charset="0"/>
              </a:rPr>
              <a:t>Problem Formulation (Current Trends &amp; Technology)Research gap</a:t>
            </a:r>
          </a:p>
          <a:p>
            <a:pPr>
              <a:lnSpc>
                <a:spcPct val="150000"/>
              </a:lnSpc>
            </a:pPr>
            <a:r>
              <a:rPr lang="en-US" b="1" dirty="0">
                <a:solidFill>
                  <a:srgbClr val="002060"/>
                </a:solidFill>
                <a:latin typeface="Times New Roman" panose="02020603050405020304" pitchFamily="18" charset="0"/>
                <a:cs typeface="Times New Roman" panose="02020603050405020304" pitchFamily="18" charset="0"/>
              </a:rPr>
              <a:t>Bridging the Gap in Sustainable EV Charging</a:t>
            </a:r>
          </a:p>
          <a:p>
            <a:pPr>
              <a:lnSpc>
                <a:spcPct val="150000"/>
              </a:lnSpc>
            </a:pPr>
            <a:r>
              <a:rPr lang="en-US" b="1" dirty="0">
                <a:solidFill>
                  <a:srgbClr val="002060"/>
                </a:solidFill>
                <a:latin typeface="Times New Roman" panose="02020603050405020304" pitchFamily="18" charset="0"/>
                <a:cs typeface="Times New Roman" panose="02020603050405020304" pitchFamily="18" charset="0"/>
              </a:rPr>
              <a:t>Methodology &amp; Design</a:t>
            </a:r>
          </a:p>
          <a:p>
            <a:pPr>
              <a:lnSpc>
                <a:spcPct val="150000"/>
              </a:lnSpc>
            </a:pPr>
            <a:r>
              <a:rPr lang="en-US" b="1" dirty="0">
                <a:solidFill>
                  <a:srgbClr val="002060"/>
                </a:solidFill>
                <a:latin typeface="Times New Roman" panose="02020603050405020304" pitchFamily="18" charset="0"/>
                <a:cs typeface="Times New Roman" panose="02020603050405020304" pitchFamily="18" charset="0"/>
              </a:rPr>
              <a:t>Proposed Methodology</a:t>
            </a:r>
          </a:p>
          <a:p>
            <a:pPr>
              <a:lnSpc>
                <a:spcPct val="150000"/>
              </a:lnSpc>
            </a:pPr>
            <a:r>
              <a:rPr lang="en-US" b="1" dirty="0">
                <a:solidFill>
                  <a:srgbClr val="002060"/>
                </a:solidFill>
                <a:latin typeface="Times New Roman" panose="02020603050405020304" pitchFamily="18" charset="0"/>
                <a:cs typeface="Times New Roman" panose="02020603050405020304" pitchFamily="18" charset="0"/>
              </a:rPr>
              <a:t>System Design &amp; Validation</a:t>
            </a:r>
          </a:p>
          <a:p>
            <a:pPr>
              <a:lnSpc>
                <a:spcPct val="150000"/>
              </a:lnSpc>
            </a:pPr>
            <a:r>
              <a:rPr lang="en-US" sz="1800" b="1" dirty="0">
                <a:solidFill>
                  <a:srgbClr val="002060"/>
                </a:solidFill>
                <a:latin typeface="Times New Roman" panose="02020603050405020304" pitchFamily="18" charset="0"/>
                <a:cs typeface="Times New Roman" panose="02020603050405020304" pitchFamily="18" charset="0"/>
              </a:rPr>
              <a:t>Implementation</a:t>
            </a:r>
          </a:p>
          <a:p>
            <a:pPr>
              <a:lnSpc>
                <a:spcPct val="150000"/>
              </a:lnSpc>
            </a:pPr>
            <a:r>
              <a:rPr lang="en-US" sz="1800" b="1" dirty="0">
                <a:solidFill>
                  <a:srgbClr val="002060"/>
                </a:solidFill>
                <a:latin typeface="Times New Roman" panose="02020603050405020304" pitchFamily="18" charset="0"/>
                <a:cs typeface="Times New Roman" panose="02020603050405020304" pitchFamily="18" charset="0"/>
              </a:rPr>
              <a:t>Project overview</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997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7F449-68E9-57E0-6751-E6A126971710}"/>
              </a:ext>
            </a:extLst>
          </p:cNvPr>
          <p:cNvSpPr>
            <a:spLocks noGrp="1"/>
          </p:cNvSpPr>
          <p:nvPr>
            <p:ph type="title"/>
          </p:nvPr>
        </p:nvSpPr>
        <p:spPr>
          <a:xfrm>
            <a:off x="235131" y="88548"/>
            <a:ext cx="11041380" cy="605171"/>
          </a:xfrm>
        </p:spPr>
        <p:txBody>
          <a:bodyPr>
            <a:normAutofit fontScale="90000"/>
          </a:bodyPr>
          <a:lstStyle/>
          <a:p>
            <a:pPr>
              <a:lnSpc>
                <a:spcPct val="100000"/>
              </a:lnSpc>
            </a:pPr>
            <a:r>
              <a:rPr lang="en-US" sz="4000" b="1" dirty="0">
                <a:solidFill>
                  <a:srgbClr val="002060"/>
                </a:solidFill>
                <a:latin typeface="Times New Roman" panose="02020603050405020304" pitchFamily="18" charset="0"/>
                <a:cs typeface="Times New Roman" panose="02020603050405020304" pitchFamily="18" charset="0"/>
              </a:rPr>
              <a:t>Problem Formulation (Current Trends &amp; Technology)</a:t>
            </a: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89FD55EB-CF12-99D5-3756-26C1BA93FCAE}"/>
              </a:ext>
            </a:extLst>
          </p:cNvPr>
          <p:cNvSpPr txBox="1">
            <a:spLocks/>
          </p:cNvSpPr>
          <p:nvPr/>
        </p:nvSpPr>
        <p:spPr>
          <a:xfrm>
            <a:off x="-743438" y="578747"/>
            <a:ext cx="11041380" cy="605171"/>
          </a:xfrm>
          <a:prstGeom prst="rect">
            <a:avLst/>
          </a:prstGeom>
        </p:spPr>
        <p:txBody>
          <a:bodyPr vert="horz" lIns="91440" tIns="45720" rIns="91440" bIns="45720" rtlCol="0" anchor="ctr">
            <a:normAutofit fontScale="90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pPr>
              <a:lnSpc>
                <a:spcPct val="100000"/>
              </a:lnSpc>
            </a:pPr>
            <a:r>
              <a:rPr lang="en-US" sz="4000" b="1" dirty="0">
                <a:solidFill>
                  <a:srgbClr val="002060"/>
                </a:solidFill>
                <a:latin typeface="Times New Roman" panose="02020603050405020304" pitchFamily="18" charset="0"/>
                <a:cs typeface="Times New Roman" panose="02020603050405020304" pitchFamily="18" charset="0"/>
              </a:rPr>
              <a:t>	</a:t>
            </a:r>
            <a:r>
              <a:rPr lang="en-US" sz="4000" b="1" dirty="0">
                <a:solidFill>
                  <a:srgbClr val="C00000"/>
                </a:solidFill>
                <a:latin typeface="Times New Roman" panose="02020603050405020304" pitchFamily="18" charset="0"/>
                <a:cs typeface="Times New Roman" panose="02020603050405020304" pitchFamily="18" charset="0"/>
              </a:rPr>
              <a:t>- </a:t>
            </a:r>
            <a:r>
              <a:rPr lang="en-US" sz="2700" b="1" dirty="0">
                <a:solidFill>
                  <a:srgbClr val="C00000"/>
                </a:solidFill>
                <a:latin typeface="Times New Roman" panose="02020603050405020304" pitchFamily="18" charset="0"/>
                <a:cs typeface="Times New Roman" panose="02020603050405020304" pitchFamily="18" charset="0"/>
              </a:rPr>
              <a:t>Challenges in Modern EV Charging Infrastructure</a:t>
            </a:r>
            <a:endParaRPr lang="en-US" sz="4000" b="1" dirty="0">
              <a:solidFill>
                <a:srgbClr val="C00000"/>
              </a:solidFill>
              <a:latin typeface="Times New Roman" panose="02020603050405020304" pitchFamily="18" charset="0"/>
              <a:cs typeface="Times New Roman" panose="02020603050405020304" pitchFamily="18" charset="0"/>
            </a:endParaRPr>
          </a:p>
        </p:txBody>
      </p:sp>
      <p:graphicFrame>
        <p:nvGraphicFramePr>
          <p:cNvPr id="15" name="TextBox 12">
            <a:extLst>
              <a:ext uri="{FF2B5EF4-FFF2-40B4-BE49-F238E27FC236}">
                <a16:creationId xmlns:a16="http://schemas.microsoft.com/office/drawing/2014/main" id="{A84DE422-721E-696D-532E-3B05AB9FB8DD}"/>
              </a:ext>
            </a:extLst>
          </p:cNvPr>
          <p:cNvGraphicFramePr/>
          <p:nvPr>
            <p:extLst>
              <p:ext uri="{D42A27DB-BD31-4B8C-83A1-F6EECF244321}">
                <p14:modId xmlns:p14="http://schemas.microsoft.com/office/powerpoint/2010/main" val="151732187"/>
              </p:ext>
            </p:extLst>
          </p:nvPr>
        </p:nvGraphicFramePr>
        <p:xfrm>
          <a:off x="331900" y="1301139"/>
          <a:ext cx="12253132" cy="59539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89717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CEE10-E923-BBC6-5425-077789C7D11E}"/>
              </a:ext>
            </a:extLst>
          </p:cNvPr>
          <p:cNvSpPr>
            <a:spLocks noGrp="1"/>
          </p:cNvSpPr>
          <p:nvPr>
            <p:ph type="title"/>
          </p:nvPr>
        </p:nvSpPr>
        <p:spPr>
          <a:xfrm>
            <a:off x="254468" y="255086"/>
            <a:ext cx="11041380" cy="623218"/>
          </a:xfrm>
        </p:spPr>
        <p:txBody>
          <a:bodyPr/>
          <a:lstStyle/>
          <a:p>
            <a:r>
              <a:rPr lang="en-US" sz="3600" b="1" dirty="0">
                <a:solidFill>
                  <a:srgbClr val="002060"/>
                </a:solidFill>
                <a:latin typeface="Times New Roman" panose="02020603050405020304" pitchFamily="18" charset="0"/>
                <a:cs typeface="Times New Roman" panose="02020603050405020304" pitchFamily="18" charset="0"/>
              </a:rPr>
              <a:t>Bridging the Gap in Sustainable EV Charging</a:t>
            </a:r>
          </a:p>
        </p:txBody>
      </p:sp>
      <p:graphicFrame>
        <p:nvGraphicFramePr>
          <p:cNvPr id="5" name="Content Placeholder 2">
            <a:extLst>
              <a:ext uri="{FF2B5EF4-FFF2-40B4-BE49-F238E27FC236}">
                <a16:creationId xmlns:a16="http://schemas.microsoft.com/office/drawing/2014/main" id="{000A1CF1-EACA-DFA7-5828-BE483D9A3BE1}"/>
              </a:ext>
            </a:extLst>
          </p:cNvPr>
          <p:cNvGraphicFramePr>
            <a:graphicFrameLocks noGrp="1"/>
          </p:cNvGraphicFramePr>
          <p:nvPr>
            <p:ph idx="1"/>
            <p:extLst>
              <p:ext uri="{D42A27DB-BD31-4B8C-83A1-F6EECF244321}">
                <p14:modId xmlns:p14="http://schemas.microsoft.com/office/powerpoint/2010/main" val="2065866193"/>
              </p:ext>
            </p:extLst>
          </p:nvPr>
        </p:nvGraphicFramePr>
        <p:xfrm>
          <a:off x="483067" y="1407696"/>
          <a:ext cx="11500385" cy="5781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5681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11D7B-48D0-C4C9-70A1-5216F5DBA86B}"/>
              </a:ext>
            </a:extLst>
          </p:cNvPr>
          <p:cNvSpPr>
            <a:spLocks noGrp="1"/>
          </p:cNvSpPr>
          <p:nvPr>
            <p:ph type="title"/>
          </p:nvPr>
        </p:nvSpPr>
        <p:spPr>
          <a:xfrm>
            <a:off x="230405" y="206960"/>
            <a:ext cx="11041380" cy="767597"/>
          </a:xfrm>
        </p:spPr>
        <p:txBody>
          <a:bodyPr/>
          <a:lstStyle/>
          <a:p>
            <a:r>
              <a:rPr lang="en-US" sz="3600" b="1" dirty="0">
                <a:solidFill>
                  <a:srgbClr val="002060"/>
                </a:solidFill>
                <a:latin typeface="Times New Roman" panose="02020603050405020304" pitchFamily="18" charset="0"/>
                <a:cs typeface="Times New Roman" panose="02020603050405020304" pitchFamily="18" charset="0"/>
              </a:rPr>
              <a:t>Methodology &amp; Design</a:t>
            </a:r>
          </a:p>
        </p:txBody>
      </p:sp>
      <p:sp>
        <p:nvSpPr>
          <p:cNvPr id="4" name="Title 1">
            <a:extLst>
              <a:ext uri="{FF2B5EF4-FFF2-40B4-BE49-F238E27FC236}">
                <a16:creationId xmlns:a16="http://schemas.microsoft.com/office/drawing/2014/main" id="{ABE100D0-7576-414D-69DC-EF511AE4AE59}"/>
              </a:ext>
            </a:extLst>
          </p:cNvPr>
          <p:cNvSpPr txBox="1">
            <a:spLocks/>
          </p:cNvSpPr>
          <p:nvPr/>
        </p:nvSpPr>
        <p:spPr>
          <a:xfrm>
            <a:off x="-767501" y="671971"/>
            <a:ext cx="11041380" cy="605171"/>
          </a:xfrm>
          <a:prstGeom prst="rect">
            <a:avLst/>
          </a:prstGeom>
        </p:spPr>
        <p:txBody>
          <a:bodyPr vert="horz" lIns="91440" tIns="45720" rIns="91440" bIns="45720" rtlCol="0" anchor="ctr">
            <a:normAutofit fontScale="90000" lnSpcReduction="10000"/>
          </a:bodyPr>
          <a:lstStyle>
            <a:lvl1pPr algn="l" defTabSz="960120" rtl="0" eaLnBrk="1" latinLnBrk="0" hangingPunct="1">
              <a:lnSpc>
                <a:spcPct val="90000"/>
              </a:lnSpc>
              <a:spcBef>
                <a:spcPct val="0"/>
              </a:spcBef>
              <a:buNone/>
              <a:defRPr sz="4620" kern="1200">
                <a:solidFill>
                  <a:schemeClr val="tx1"/>
                </a:solidFill>
                <a:latin typeface="+mj-lt"/>
                <a:ea typeface="+mj-ea"/>
                <a:cs typeface="+mj-cs"/>
              </a:defRPr>
            </a:lvl1pPr>
          </a:lstStyle>
          <a:p>
            <a:pPr>
              <a:lnSpc>
                <a:spcPct val="100000"/>
              </a:lnSpc>
            </a:pPr>
            <a:r>
              <a:rPr lang="en-US" sz="4000" b="1" dirty="0">
                <a:solidFill>
                  <a:srgbClr val="002060"/>
                </a:solidFill>
                <a:latin typeface="Times New Roman" panose="02020603050405020304" pitchFamily="18" charset="0"/>
                <a:cs typeface="Times New Roman" panose="02020603050405020304" pitchFamily="18" charset="0"/>
              </a:rPr>
              <a:t>	</a:t>
            </a:r>
            <a:r>
              <a:rPr lang="en-US" sz="4000" b="1" dirty="0">
                <a:solidFill>
                  <a:srgbClr val="C00000"/>
                </a:solidFill>
                <a:latin typeface="Times New Roman" panose="02020603050405020304" pitchFamily="18" charset="0"/>
                <a:cs typeface="Times New Roman" panose="02020603050405020304" pitchFamily="18" charset="0"/>
              </a:rPr>
              <a:t>- </a:t>
            </a:r>
            <a:r>
              <a:rPr lang="en-US" sz="2700" b="1" dirty="0">
                <a:solidFill>
                  <a:srgbClr val="C00000"/>
                </a:solidFill>
                <a:latin typeface="Times New Roman" panose="02020603050405020304" pitchFamily="18" charset="0"/>
                <a:cs typeface="Times New Roman" panose="02020603050405020304" pitchFamily="18" charset="0"/>
              </a:rPr>
              <a:t>IoT-Driven EV Charging Architecture: Methodology &amp; Design</a:t>
            </a:r>
            <a:endParaRPr lang="en-US" sz="4000" b="1" dirty="0">
              <a:solidFill>
                <a:srgbClr val="C00000"/>
              </a:solidFill>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F4C81530-C489-625F-C505-C8BDD31F4F39}"/>
              </a:ext>
            </a:extLst>
          </p:cNvPr>
          <p:cNvSpPr>
            <a:spLocks noGrp="1"/>
          </p:cNvSpPr>
          <p:nvPr>
            <p:ph idx="1"/>
          </p:nvPr>
        </p:nvSpPr>
        <p:spPr>
          <a:xfrm>
            <a:off x="445168" y="1742153"/>
            <a:ext cx="11428195" cy="5047351"/>
          </a:xfrm>
        </p:spPr>
        <p:txBody>
          <a:bodyPr>
            <a:normAutofit fontScale="92500" lnSpcReduction="10000"/>
          </a:bodyPr>
          <a:lstStyle/>
          <a:p>
            <a:pPr marL="0" indent="0">
              <a:buNone/>
            </a:pPr>
            <a:r>
              <a:rPr lang="en-US" sz="2100" b="1" dirty="0"/>
              <a:t>1. Five-Layer IoT Architecture:</a:t>
            </a:r>
          </a:p>
          <a:p>
            <a:endParaRPr lang="en-US" sz="2100" dirty="0"/>
          </a:p>
          <a:p>
            <a:r>
              <a:rPr lang="en-US" sz="2100" b="1" dirty="0"/>
              <a:t>Sensor Layer: </a:t>
            </a:r>
            <a:r>
              <a:rPr lang="en-US" sz="2100" dirty="0"/>
              <a:t>			Collects real-time data (voltage, current, SOC, temperature).</a:t>
            </a:r>
          </a:p>
          <a:p>
            <a:r>
              <a:rPr lang="en-US" sz="2100" b="1" dirty="0"/>
              <a:t>Microcontroller Layer: </a:t>
            </a:r>
            <a:r>
              <a:rPr lang="en-US" sz="2100" dirty="0"/>
              <a:t>		Processes data for fault detection and load balancing.</a:t>
            </a:r>
          </a:p>
          <a:p>
            <a:r>
              <a:rPr lang="en-US" sz="2100" b="1" dirty="0"/>
              <a:t>Communication Layer: </a:t>
            </a:r>
            <a:r>
              <a:rPr lang="en-US" sz="2100" dirty="0"/>
              <a:t>		MQTT/HTTP protocols for low-latency device-to-cloud connectivity.</a:t>
            </a:r>
          </a:p>
          <a:p>
            <a:r>
              <a:rPr lang="en-US" sz="2100" b="1" dirty="0"/>
              <a:t>Cloud Layer (AWS): </a:t>
            </a:r>
            <a:r>
              <a:rPr lang="en-US" sz="2100" dirty="0"/>
              <a:t>		Stores data, runs predictive analytics.</a:t>
            </a:r>
          </a:p>
          <a:p>
            <a:r>
              <a:rPr lang="en-US" sz="2100" b="1" dirty="0"/>
              <a:t>User Interface (Node-RED): </a:t>
            </a:r>
            <a:r>
              <a:rPr lang="en-US" sz="2100" dirty="0"/>
              <a:t>	Real-time dashboards for monitoring and control.</a:t>
            </a:r>
          </a:p>
          <a:p>
            <a:endParaRPr lang="en-US" sz="2100" dirty="0"/>
          </a:p>
          <a:p>
            <a:pPr marL="0" indent="0">
              <a:buNone/>
            </a:pPr>
            <a:r>
              <a:rPr lang="en-US" sz="2100" b="1" dirty="0"/>
              <a:t>2. Core Algorithms:</a:t>
            </a:r>
          </a:p>
          <a:p>
            <a:endParaRPr lang="en-US" sz="2100" dirty="0"/>
          </a:p>
          <a:p>
            <a:r>
              <a:rPr lang="en-US" sz="2100" b="1" dirty="0"/>
              <a:t>SOC Calculation: </a:t>
            </a:r>
            <a:r>
              <a:rPr lang="en-US" sz="2100" dirty="0"/>
              <a:t>	Prevents overcharge/deep discharge via voltage thresholds (20–100% SOC).</a:t>
            </a:r>
          </a:p>
          <a:p>
            <a:r>
              <a:rPr lang="en-US" sz="2100" b="1" dirty="0"/>
              <a:t>MPPT: 	</a:t>
            </a:r>
            <a:r>
              <a:rPr lang="en-US" sz="2100" dirty="0"/>
              <a:t>	Maximizes solar harvest under shading/temperature changes.</a:t>
            </a:r>
          </a:p>
          <a:p>
            <a:r>
              <a:rPr lang="en-US" sz="2100" b="1" dirty="0"/>
              <a:t>Predictive Analytics: </a:t>
            </a:r>
            <a:r>
              <a:rPr lang="en-US" sz="2100" dirty="0"/>
              <a:t>	Forecasts energy demand using ML models.</a:t>
            </a:r>
          </a:p>
        </p:txBody>
      </p:sp>
    </p:spTree>
    <p:extLst>
      <p:ext uri="{BB962C8B-B14F-4D97-AF65-F5344CB8AC3E}">
        <p14:creationId xmlns:p14="http://schemas.microsoft.com/office/powerpoint/2010/main" val="130512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DE30-1F86-95CF-0CF4-3166E03ADE23}"/>
              </a:ext>
            </a:extLst>
          </p:cNvPr>
          <p:cNvSpPr>
            <a:spLocks noGrp="1"/>
          </p:cNvSpPr>
          <p:nvPr>
            <p:ph type="title"/>
          </p:nvPr>
        </p:nvSpPr>
        <p:spPr>
          <a:xfrm>
            <a:off x="110088" y="194929"/>
            <a:ext cx="11041380" cy="779629"/>
          </a:xfrm>
        </p:spPr>
        <p:txBody>
          <a:bodyPr/>
          <a:lstStyle/>
          <a:p>
            <a:r>
              <a:rPr lang="en-US" sz="3600" b="1" dirty="0">
                <a:solidFill>
                  <a:srgbClr val="002060"/>
                </a:solidFill>
                <a:latin typeface="Times New Roman" panose="02020603050405020304" pitchFamily="18" charset="0"/>
                <a:cs typeface="Times New Roman" panose="02020603050405020304" pitchFamily="18" charset="0"/>
              </a:rPr>
              <a:t>System Design &amp; Validation</a:t>
            </a:r>
          </a:p>
        </p:txBody>
      </p:sp>
      <p:sp>
        <p:nvSpPr>
          <p:cNvPr id="3" name="Content Placeholder 2">
            <a:extLst>
              <a:ext uri="{FF2B5EF4-FFF2-40B4-BE49-F238E27FC236}">
                <a16:creationId xmlns:a16="http://schemas.microsoft.com/office/drawing/2014/main" id="{B90E1AF9-F9FF-D2E5-213B-DC395CDAF00D}"/>
              </a:ext>
            </a:extLst>
          </p:cNvPr>
          <p:cNvSpPr>
            <a:spLocks noGrp="1"/>
          </p:cNvSpPr>
          <p:nvPr>
            <p:ph idx="1"/>
          </p:nvPr>
        </p:nvSpPr>
        <p:spPr>
          <a:xfrm>
            <a:off x="350720" y="1453805"/>
            <a:ext cx="11041380" cy="5307942"/>
          </a:xfrm>
        </p:spPr>
        <p:txBody>
          <a:bodyPr>
            <a:normAutofit fontScale="70000" lnSpcReduction="20000"/>
          </a:bodyPr>
          <a:lstStyle/>
          <a:p>
            <a:pPr marL="0" indent="0">
              <a:buNone/>
            </a:pPr>
            <a:r>
              <a:rPr lang="en-US" dirty="0"/>
              <a:t>1. </a:t>
            </a:r>
            <a:r>
              <a:rPr lang="en-US" b="1" dirty="0"/>
              <a:t>Power Integration at PCC:</a:t>
            </a:r>
          </a:p>
          <a:p>
            <a:endParaRPr lang="en-US" dirty="0"/>
          </a:p>
          <a:p>
            <a:r>
              <a:rPr lang="en-US" dirty="0"/>
              <a:t>Schematic: Solar panels → Bidirectional converter → ESS → Grid.</a:t>
            </a:r>
          </a:p>
          <a:p>
            <a:r>
              <a:rPr lang="en-US" dirty="0"/>
              <a:t>Automation: Seamless transitions between sources based on real-time conditions.</a:t>
            </a:r>
          </a:p>
          <a:p>
            <a:pPr marL="0" indent="0">
              <a:buNone/>
            </a:pPr>
            <a:endParaRPr lang="en-US" dirty="0"/>
          </a:p>
          <a:p>
            <a:pPr marL="0" indent="0">
              <a:buNone/>
            </a:pPr>
            <a:r>
              <a:rPr lang="en-US" b="1" dirty="0"/>
              <a:t>2. Simulation Validation:</a:t>
            </a:r>
          </a:p>
          <a:p>
            <a:pPr marL="0" indent="0">
              <a:buNone/>
            </a:pPr>
            <a:endParaRPr lang="en-US" dirty="0"/>
          </a:p>
          <a:p>
            <a:r>
              <a:rPr lang="en-US" dirty="0"/>
              <a:t>MATLAB Results: Solar (1,032 kW/day), ESS (576 kW/day), Grid (209 kW/day).</a:t>
            </a:r>
          </a:p>
          <a:p>
            <a:r>
              <a:rPr lang="en-US" dirty="0"/>
              <a:t>Node-RED Dashboard: Real-time monitoring of SOC, energy flow, and alerts.</a:t>
            </a:r>
          </a:p>
          <a:p>
            <a:endParaRPr lang="en-US" dirty="0"/>
          </a:p>
          <a:p>
            <a:pPr marL="0" indent="0">
              <a:buNone/>
            </a:pPr>
            <a:r>
              <a:rPr lang="en-US" b="1" dirty="0"/>
              <a:t>3. Tools &amp; Standards:</a:t>
            </a:r>
          </a:p>
          <a:p>
            <a:endParaRPr lang="en-US" dirty="0"/>
          </a:p>
          <a:p>
            <a:r>
              <a:rPr lang="en-US" dirty="0"/>
              <a:t>Software: MATLAB/Simulink, AWS IoT Core, Node-RED.</a:t>
            </a:r>
          </a:p>
          <a:p>
            <a:r>
              <a:rPr lang="en-US" dirty="0"/>
              <a:t>Standards: IEEE 1547 (grid integration), IEC 62196 (EV charging).</a:t>
            </a:r>
          </a:p>
        </p:txBody>
      </p:sp>
    </p:spTree>
    <p:extLst>
      <p:ext uri="{BB962C8B-B14F-4D97-AF65-F5344CB8AC3E}">
        <p14:creationId xmlns:p14="http://schemas.microsoft.com/office/powerpoint/2010/main" val="1007743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blue and green wavy lines&#10;&#10;AI-generated content may be incorrect.">
            <a:extLst>
              <a:ext uri="{FF2B5EF4-FFF2-40B4-BE49-F238E27FC236}">
                <a16:creationId xmlns:a16="http://schemas.microsoft.com/office/drawing/2014/main" id="{2B1D5A2B-B6EB-E27B-3F2C-625CCF7EAF38}"/>
              </a:ext>
            </a:extLst>
          </p:cNvPr>
          <p:cNvPicPr>
            <a:picLocks noChangeAspect="1"/>
          </p:cNvPicPr>
          <p:nvPr/>
        </p:nvPicPr>
        <p:blipFill>
          <a:blip r:embed="rId2">
            <a:duotone>
              <a:schemeClr val="bg2">
                <a:shade val="45000"/>
                <a:satMod val="135000"/>
              </a:schemeClr>
              <a:prstClr val="white"/>
            </a:duotone>
          </a:blip>
          <a:srcRect t="17146"/>
          <a:stretch/>
        </p:blipFill>
        <p:spPr>
          <a:xfrm>
            <a:off x="20" y="10"/>
            <a:ext cx="12801580" cy="7954952"/>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801600" cy="7954962"/>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E89AFC-F5AB-0752-F0B6-418AB59FD16C}"/>
              </a:ext>
            </a:extLst>
          </p:cNvPr>
          <p:cNvSpPr>
            <a:spLocks noGrp="1"/>
          </p:cNvSpPr>
          <p:nvPr>
            <p:ph type="title"/>
          </p:nvPr>
        </p:nvSpPr>
        <p:spPr>
          <a:xfrm>
            <a:off x="771826" y="290030"/>
            <a:ext cx="11041380" cy="1537591"/>
          </a:xfrm>
        </p:spPr>
        <p:txBody>
          <a:bodyPr>
            <a:normAutofit/>
          </a:bodyPr>
          <a:lstStyle/>
          <a:p>
            <a:r>
              <a:rPr lang="en-US" sz="3600" b="1" dirty="0">
                <a:solidFill>
                  <a:srgbClr val="002060"/>
                </a:solidFill>
                <a:latin typeface="Times New Roman" panose="02020603050405020304" pitchFamily="18" charset="0"/>
                <a:cs typeface="Times New Roman" panose="02020603050405020304" pitchFamily="18" charset="0"/>
              </a:rPr>
              <a:t>Implementation</a:t>
            </a:r>
          </a:p>
        </p:txBody>
      </p:sp>
      <p:graphicFrame>
        <p:nvGraphicFramePr>
          <p:cNvPr id="5" name="Content Placeholder 2">
            <a:extLst>
              <a:ext uri="{FF2B5EF4-FFF2-40B4-BE49-F238E27FC236}">
                <a16:creationId xmlns:a16="http://schemas.microsoft.com/office/drawing/2014/main" id="{3DC38411-EC63-834E-E960-E0E2ACB3F97A}"/>
              </a:ext>
            </a:extLst>
          </p:cNvPr>
          <p:cNvGraphicFramePr>
            <a:graphicFrameLocks noGrp="1"/>
          </p:cNvGraphicFramePr>
          <p:nvPr>
            <p:ph idx="1"/>
            <p:extLst>
              <p:ext uri="{D42A27DB-BD31-4B8C-83A1-F6EECF244321}">
                <p14:modId xmlns:p14="http://schemas.microsoft.com/office/powerpoint/2010/main" val="2717345330"/>
              </p:ext>
            </p:extLst>
          </p:nvPr>
        </p:nvGraphicFramePr>
        <p:xfrm>
          <a:off x="880110" y="2117640"/>
          <a:ext cx="11041380" cy="50473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004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DF091-8855-4B7F-1EC6-15D2C5451C27}"/>
              </a:ext>
            </a:extLst>
          </p:cNvPr>
          <p:cNvSpPr>
            <a:spLocks noGrp="1"/>
          </p:cNvSpPr>
          <p:nvPr>
            <p:ph type="title"/>
          </p:nvPr>
        </p:nvSpPr>
        <p:spPr>
          <a:xfrm>
            <a:off x="70756" y="225983"/>
            <a:ext cx="10515600" cy="690789"/>
          </a:xfrm>
        </p:spPr>
        <p:txBody>
          <a:bodyPr>
            <a:normAutofit/>
          </a:bodyPr>
          <a:lstStyle/>
          <a:p>
            <a:r>
              <a:rPr lang="en-US" sz="4000" b="1" dirty="0">
                <a:solidFill>
                  <a:srgbClr val="002060"/>
                </a:solidFill>
                <a:latin typeface="Times New Roman" panose="02020603050405020304" pitchFamily="18" charset="0"/>
                <a:cs typeface="Times New Roman" panose="02020603050405020304" pitchFamily="18" charset="0"/>
              </a:rPr>
              <a:t>Project overview</a:t>
            </a:r>
          </a:p>
        </p:txBody>
      </p:sp>
      <p:sp>
        <p:nvSpPr>
          <p:cNvPr id="8" name="Rectangle: Rounded Corners 7">
            <a:extLst>
              <a:ext uri="{FF2B5EF4-FFF2-40B4-BE49-F238E27FC236}">
                <a16:creationId xmlns:a16="http://schemas.microsoft.com/office/drawing/2014/main" id="{B3D6E9A8-DCFB-A4B6-4F72-A0DB71A9B9C8}"/>
              </a:ext>
            </a:extLst>
          </p:cNvPr>
          <p:cNvSpPr/>
          <p:nvPr/>
        </p:nvSpPr>
        <p:spPr>
          <a:xfrm>
            <a:off x="141514" y="1544865"/>
            <a:ext cx="3309257" cy="2308678"/>
          </a:xfrm>
          <a:prstGeom prst="roundRect">
            <a:avLst>
              <a:gd name="adj" fmla="val 1401"/>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Problem Statement</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Increasing of EV Charging Infra</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Power Grid Instability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Real Time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Load Management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Data Monitoring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High operational cost</a:t>
            </a: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1" dirty="0">
              <a:solidFill>
                <a:srgbClr val="002060"/>
              </a:solidFill>
              <a:latin typeface="Times New Roman" panose="02020603050405020304" pitchFamily="18" charset="0"/>
              <a:cs typeface="Times New Roman" panose="02020603050405020304" pitchFamily="18" charset="0"/>
            </a:endParaRPr>
          </a:p>
        </p:txBody>
      </p:sp>
      <p:pic>
        <p:nvPicPr>
          <p:cNvPr id="3078" name="Picture 6" descr="decommissioning coal-fired power plants ...">
            <a:extLst>
              <a:ext uri="{FF2B5EF4-FFF2-40B4-BE49-F238E27FC236}">
                <a16:creationId xmlns:a16="http://schemas.microsoft.com/office/drawing/2014/main" id="{735C5DA0-6D87-DA51-0A69-DBA0AFFE1A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028" y="3194482"/>
            <a:ext cx="1149993" cy="529205"/>
          </a:xfrm>
          <a:prstGeom prst="rect">
            <a:avLst/>
          </a:prstGeom>
          <a:solidFill>
            <a:schemeClr val="accent4">
              <a:lumMod val="20000"/>
              <a:lumOff val="80000"/>
            </a:schemeClr>
          </a:solidFill>
        </p:spPr>
      </p:pic>
      <p:cxnSp>
        <p:nvCxnSpPr>
          <p:cNvPr id="10" name="Straight Arrow Connector 9">
            <a:extLst>
              <a:ext uri="{FF2B5EF4-FFF2-40B4-BE49-F238E27FC236}">
                <a16:creationId xmlns:a16="http://schemas.microsoft.com/office/drawing/2014/main" id="{2DBEBE13-1E84-062E-39E9-75D2AC1C29BF}"/>
              </a:ext>
            </a:extLst>
          </p:cNvPr>
          <p:cNvCxnSpPr>
            <a:cxnSpLocks/>
          </p:cNvCxnSpPr>
          <p:nvPr/>
        </p:nvCxnSpPr>
        <p:spPr>
          <a:xfrm>
            <a:off x="1433021" y="3459084"/>
            <a:ext cx="575388"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09A1133-6184-2A3D-5632-B682CE10A917}"/>
              </a:ext>
            </a:extLst>
          </p:cNvPr>
          <p:cNvSpPr/>
          <p:nvPr/>
        </p:nvSpPr>
        <p:spPr>
          <a:xfrm>
            <a:off x="4301802" y="1708151"/>
            <a:ext cx="3309258" cy="1982106"/>
          </a:xfrm>
          <a:prstGeom prst="roundRect">
            <a:avLst>
              <a:gd name="adj" fmla="val 1401"/>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Literature survey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4 – EV Charging Startup companies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EV Charging Stations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Energy Storage Systems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Battery Swapping Stations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Integration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Sensing and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Machine Learning Approach</a:t>
            </a:r>
          </a:p>
          <a:p>
            <a:endParaRPr lang="en-US" sz="1400" b="1" dirty="0">
              <a:solidFill>
                <a:srgbClr val="002060"/>
              </a:solidFill>
              <a:latin typeface="Times New Roman" panose="02020603050405020304" pitchFamily="18" charset="0"/>
              <a:cs typeface="Times New Roman" panose="02020603050405020304" pitchFamily="18" charset="0"/>
            </a:endParaRPr>
          </a:p>
        </p:txBody>
      </p:sp>
      <p:sp>
        <p:nvSpPr>
          <p:cNvPr id="46" name="Rectangle: Rounded Corners 45">
            <a:extLst>
              <a:ext uri="{FF2B5EF4-FFF2-40B4-BE49-F238E27FC236}">
                <a16:creationId xmlns:a16="http://schemas.microsoft.com/office/drawing/2014/main" id="{E96A3CBE-7312-DE41-A546-C83BC58F1C73}"/>
              </a:ext>
            </a:extLst>
          </p:cNvPr>
          <p:cNvSpPr/>
          <p:nvPr/>
        </p:nvSpPr>
        <p:spPr>
          <a:xfrm>
            <a:off x="8462091" y="1741581"/>
            <a:ext cx="3893196" cy="1717503"/>
          </a:xfrm>
          <a:prstGeom prst="roundRect">
            <a:avLst>
              <a:gd name="adj" fmla="val 1401"/>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Research gap / Market Requirements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Connectivity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Real Time Monitoring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Power Load Management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Grid Stability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Integration &amp; Automation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Cloud Data Storage</a:t>
            </a:r>
          </a:p>
        </p:txBody>
      </p:sp>
      <p:sp>
        <p:nvSpPr>
          <p:cNvPr id="50" name="Rectangle: Rounded Corners 49">
            <a:extLst>
              <a:ext uri="{FF2B5EF4-FFF2-40B4-BE49-F238E27FC236}">
                <a16:creationId xmlns:a16="http://schemas.microsoft.com/office/drawing/2014/main" id="{5A6CF87D-45A7-971E-F57B-648D380ECA78}"/>
              </a:ext>
            </a:extLst>
          </p:cNvPr>
          <p:cNvSpPr/>
          <p:nvPr/>
        </p:nvSpPr>
        <p:spPr>
          <a:xfrm>
            <a:off x="212269" y="4276365"/>
            <a:ext cx="5116287" cy="2133733"/>
          </a:xfrm>
          <a:prstGeom prst="roundRect">
            <a:avLst>
              <a:gd name="adj" fmla="val 1401"/>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Proposed Methodology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IOT Architecture for Battery charging management</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PCC integration and Automation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Algorithms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Designed Proposed Simulation Model in MATAB Simulation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Integrated PCC –Fully Automated &amp; Logically connected</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Swapping Station and DC Fast Charging</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Central Monitoring Station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Estimated Calculated Spread sheet of Cost and Energy</a:t>
            </a:r>
          </a:p>
        </p:txBody>
      </p:sp>
      <p:pic>
        <p:nvPicPr>
          <p:cNvPr id="51" name="Picture 2" descr="A EV Charging Station  66KV with grid and Load with 30nos EV Swapping Station and 4 Fast charging Station with vehicles. Image 3 of 4">
            <a:extLst>
              <a:ext uri="{FF2B5EF4-FFF2-40B4-BE49-F238E27FC236}">
                <a16:creationId xmlns:a16="http://schemas.microsoft.com/office/drawing/2014/main" id="{0A28BDD2-2615-7243-6841-D8D6E93F4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9295" y="3168507"/>
            <a:ext cx="1149993" cy="581154"/>
          </a:xfrm>
          <a:prstGeom prst="rect">
            <a:avLst/>
          </a:prstGeom>
          <a:noFill/>
          <a:extLst>
            <a:ext uri="{909E8E84-426E-40DD-AFC4-6F175D3DCCD1}">
              <a14:hiddenFill xmlns:a14="http://schemas.microsoft.com/office/drawing/2010/main">
                <a:solidFill>
                  <a:srgbClr val="FFFFFF"/>
                </a:solidFill>
              </a14:hiddenFill>
            </a:ext>
          </a:extLst>
        </p:spPr>
      </p:pic>
      <p:sp>
        <p:nvSpPr>
          <p:cNvPr id="52" name="Rectangle: Rounded Corners 51">
            <a:extLst>
              <a:ext uri="{FF2B5EF4-FFF2-40B4-BE49-F238E27FC236}">
                <a16:creationId xmlns:a16="http://schemas.microsoft.com/office/drawing/2014/main" id="{8B84F215-9D3C-AF9C-C028-8293AE7F787F}"/>
              </a:ext>
            </a:extLst>
          </p:cNvPr>
          <p:cNvSpPr/>
          <p:nvPr/>
        </p:nvSpPr>
        <p:spPr>
          <a:xfrm>
            <a:off x="6177246" y="4318608"/>
            <a:ext cx="3113316" cy="1836340"/>
          </a:xfrm>
          <a:prstGeom prst="roundRect">
            <a:avLst>
              <a:gd name="adj" fmla="val 1401"/>
            </a:avLst>
          </a:prstGeom>
          <a:solidFill>
            <a:srgbClr val="EBDBD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Core work</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Integration of 3 Power Sources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Automation on sources availability</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30 no’s of EV Swapping Station </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4 units of DC Charging station</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Remote monitoring with Node-red</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AWS Cloud Integration</a:t>
            </a:r>
          </a:p>
        </p:txBody>
      </p:sp>
      <p:sp>
        <p:nvSpPr>
          <p:cNvPr id="53" name="Rectangle: Rounded Corners 52">
            <a:extLst>
              <a:ext uri="{FF2B5EF4-FFF2-40B4-BE49-F238E27FC236}">
                <a16:creationId xmlns:a16="http://schemas.microsoft.com/office/drawing/2014/main" id="{AC9B9F16-B9D2-3E5C-9C86-620682B55BA2}"/>
              </a:ext>
            </a:extLst>
          </p:cNvPr>
          <p:cNvSpPr/>
          <p:nvPr/>
        </p:nvSpPr>
        <p:spPr>
          <a:xfrm>
            <a:off x="6276191" y="6616403"/>
            <a:ext cx="2915427" cy="927780"/>
          </a:xfrm>
          <a:prstGeom prst="roundRect">
            <a:avLst>
              <a:gd name="adj" fmla="val 1401"/>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FF0000"/>
                </a:solidFill>
                <a:latin typeface="Times New Roman" panose="02020603050405020304" pitchFamily="18" charset="0"/>
                <a:cs typeface="Times New Roman" panose="02020603050405020304" pitchFamily="18" charset="0"/>
              </a:rPr>
              <a:t>Outcomes</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Energy Saving – 88.6%</a:t>
            </a:r>
          </a:p>
          <a:p>
            <a:pPr marL="285750" indent="-285750">
              <a:buFont typeface="Arial" panose="020B0604020202020204" pitchFamily="34" charset="0"/>
              <a:buChar char="•"/>
            </a:pPr>
            <a:r>
              <a:rPr lang="en-US" sz="1400" b="1" dirty="0">
                <a:solidFill>
                  <a:srgbClr val="002060"/>
                </a:solidFill>
                <a:latin typeface="Times New Roman" panose="02020603050405020304" pitchFamily="18" charset="0"/>
                <a:cs typeface="Times New Roman" panose="02020603050405020304" pitchFamily="18" charset="0"/>
              </a:rPr>
              <a:t>Cost Saving – 88.5%</a:t>
            </a:r>
          </a:p>
        </p:txBody>
      </p:sp>
      <p:sp>
        <p:nvSpPr>
          <p:cNvPr id="54" name="Rectangle 53">
            <a:extLst>
              <a:ext uri="{FF2B5EF4-FFF2-40B4-BE49-F238E27FC236}">
                <a16:creationId xmlns:a16="http://schemas.microsoft.com/office/drawing/2014/main" id="{7589D526-0A69-5C8C-4C40-4368776EF62E}"/>
              </a:ext>
            </a:extLst>
          </p:cNvPr>
          <p:cNvSpPr/>
          <p:nvPr/>
        </p:nvSpPr>
        <p:spPr>
          <a:xfrm>
            <a:off x="10278061" y="4633815"/>
            <a:ext cx="1828800" cy="10041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AutoNum type="arabicPlain"/>
            </a:pPr>
            <a:r>
              <a:rPr lang="en-US" dirty="0"/>
              <a:t>Indian Patent  Published – </a:t>
            </a:r>
          </a:p>
          <a:p>
            <a:pPr algn="ctr"/>
            <a:r>
              <a:rPr lang="en-US" dirty="0"/>
              <a:t>202541009491</a:t>
            </a:r>
          </a:p>
        </p:txBody>
      </p:sp>
      <p:sp>
        <p:nvSpPr>
          <p:cNvPr id="55" name="Rectangle 54">
            <a:extLst>
              <a:ext uri="{FF2B5EF4-FFF2-40B4-BE49-F238E27FC236}">
                <a16:creationId xmlns:a16="http://schemas.microsoft.com/office/drawing/2014/main" id="{2035B7FE-310B-1BEF-653B-B7E1B442B494}"/>
              </a:ext>
            </a:extLst>
          </p:cNvPr>
          <p:cNvSpPr/>
          <p:nvPr/>
        </p:nvSpPr>
        <p:spPr>
          <a:xfrm>
            <a:off x="10278061" y="5875188"/>
            <a:ext cx="1828800" cy="4889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r>
              <a:rPr lang="en-US" dirty="0" err="1"/>
              <a:t>Anveshan</a:t>
            </a:r>
            <a:r>
              <a:rPr lang="en-US" dirty="0"/>
              <a:t> – Zonal Level</a:t>
            </a:r>
          </a:p>
        </p:txBody>
      </p:sp>
      <p:sp>
        <p:nvSpPr>
          <p:cNvPr id="56" name="Rectangle 55">
            <a:extLst>
              <a:ext uri="{FF2B5EF4-FFF2-40B4-BE49-F238E27FC236}">
                <a16:creationId xmlns:a16="http://schemas.microsoft.com/office/drawing/2014/main" id="{EBA4500D-F600-1E9D-7FAC-792E0603F6B8}"/>
              </a:ext>
            </a:extLst>
          </p:cNvPr>
          <p:cNvSpPr/>
          <p:nvPr/>
        </p:nvSpPr>
        <p:spPr>
          <a:xfrm>
            <a:off x="10278061" y="6628876"/>
            <a:ext cx="1828800"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Research Paper</a:t>
            </a:r>
          </a:p>
        </p:txBody>
      </p:sp>
      <p:sp>
        <p:nvSpPr>
          <p:cNvPr id="57" name="Rectangle 56">
            <a:extLst>
              <a:ext uri="{FF2B5EF4-FFF2-40B4-BE49-F238E27FC236}">
                <a16:creationId xmlns:a16="http://schemas.microsoft.com/office/drawing/2014/main" id="{F123EB27-E098-6776-E8A7-212921A7EA34}"/>
              </a:ext>
            </a:extLst>
          </p:cNvPr>
          <p:cNvSpPr/>
          <p:nvPr/>
        </p:nvSpPr>
        <p:spPr>
          <a:xfrm>
            <a:off x="10278061" y="7090238"/>
            <a:ext cx="1917832" cy="6144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H/W_ Prototype Implementation</a:t>
            </a:r>
          </a:p>
        </p:txBody>
      </p:sp>
      <p:sp>
        <p:nvSpPr>
          <p:cNvPr id="60" name="Rectangle 59">
            <a:extLst>
              <a:ext uri="{FF2B5EF4-FFF2-40B4-BE49-F238E27FC236}">
                <a16:creationId xmlns:a16="http://schemas.microsoft.com/office/drawing/2014/main" id="{766D8238-615A-A8BA-0F8A-3BC64AD3117D}"/>
              </a:ext>
            </a:extLst>
          </p:cNvPr>
          <p:cNvSpPr/>
          <p:nvPr/>
        </p:nvSpPr>
        <p:spPr>
          <a:xfrm>
            <a:off x="10042649" y="4495879"/>
            <a:ext cx="2416628" cy="337283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Arrow: Right 60">
            <a:extLst>
              <a:ext uri="{FF2B5EF4-FFF2-40B4-BE49-F238E27FC236}">
                <a16:creationId xmlns:a16="http://schemas.microsoft.com/office/drawing/2014/main" id="{4923337E-BC5F-1B42-1382-DE262A739CED}"/>
              </a:ext>
            </a:extLst>
          </p:cNvPr>
          <p:cNvSpPr/>
          <p:nvPr/>
        </p:nvSpPr>
        <p:spPr>
          <a:xfrm>
            <a:off x="3450771" y="2579914"/>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Arrow: Right 61">
            <a:extLst>
              <a:ext uri="{FF2B5EF4-FFF2-40B4-BE49-F238E27FC236}">
                <a16:creationId xmlns:a16="http://schemas.microsoft.com/office/drawing/2014/main" id="{7B59FEAB-1F24-7437-F110-93D6369FE5B1}"/>
              </a:ext>
            </a:extLst>
          </p:cNvPr>
          <p:cNvSpPr/>
          <p:nvPr/>
        </p:nvSpPr>
        <p:spPr>
          <a:xfrm>
            <a:off x="7611060" y="2567675"/>
            <a:ext cx="851031" cy="250372"/>
          </a:xfrm>
          <a:prstGeom prst="rightArrow">
            <a:avLst/>
          </a:prstGeom>
          <a:solidFill>
            <a:schemeClr val="accent3">
              <a:lumMod val="7500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72" name="Connector: Elbow 3071">
            <a:extLst>
              <a:ext uri="{FF2B5EF4-FFF2-40B4-BE49-F238E27FC236}">
                <a16:creationId xmlns:a16="http://schemas.microsoft.com/office/drawing/2014/main" id="{8C9509F6-E9B9-75CF-E2BA-778CA9AB40AC}"/>
              </a:ext>
            </a:extLst>
          </p:cNvPr>
          <p:cNvCxnSpPr>
            <a:cxnSpLocks/>
          </p:cNvCxnSpPr>
          <p:nvPr/>
        </p:nvCxnSpPr>
        <p:spPr>
          <a:xfrm rot="5400000">
            <a:off x="6189276" y="54691"/>
            <a:ext cx="659061" cy="7709031"/>
          </a:xfrm>
          <a:prstGeom prst="bentConnector3">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080" name="Arrow: Right 3079">
            <a:extLst>
              <a:ext uri="{FF2B5EF4-FFF2-40B4-BE49-F238E27FC236}">
                <a16:creationId xmlns:a16="http://schemas.microsoft.com/office/drawing/2014/main" id="{AB5D6697-C3EC-66DF-6A00-3C19D90E0EC8}"/>
              </a:ext>
            </a:extLst>
          </p:cNvPr>
          <p:cNvSpPr/>
          <p:nvPr/>
        </p:nvSpPr>
        <p:spPr>
          <a:xfrm>
            <a:off x="5334668" y="5197928"/>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Arrow: Right 3080">
            <a:extLst>
              <a:ext uri="{FF2B5EF4-FFF2-40B4-BE49-F238E27FC236}">
                <a16:creationId xmlns:a16="http://schemas.microsoft.com/office/drawing/2014/main" id="{5A384720-164A-A339-EF95-B0D9DCD99EA5}"/>
              </a:ext>
            </a:extLst>
          </p:cNvPr>
          <p:cNvSpPr/>
          <p:nvPr/>
        </p:nvSpPr>
        <p:spPr>
          <a:xfrm rot="5400000">
            <a:off x="7485582" y="6288762"/>
            <a:ext cx="453120" cy="202166"/>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2" name="Arrow: Right 3081">
            <a:extLst>
              <a:ext uri="{FF2B5EF4-FFF2-40B4-BE49-F238E27FC236}">
                <a16:creationId xmlns:a16="http://schemas.microsoft.com/office/drawing/2014/main" id="{26D721FC-254C-837D-BB6E-B360DCA76179}"/>
              </a:ext>
            </a:extLst>
          </p:cNvPr>
          <p:cNvSpPr/>
          <p:nvPr/>
        </p:nvSpPr>
        <p:spPr>
          <a:xfrm>
            <a:off x="9191618" y="6808490"/>
            <a:ext cx="851031" cy="250372"/>
          </a:xfrm>
          <a:prstGeom prst="rightArrow">
            <a:avLst/>
          </a:prstGeom>
          <a:solidFill>
            <a:schemeClr val="accent3">
              <a:lumMod val="75000"/>
            </a:schemeClr>
          </a:solidFill>
          <a:ln w="127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8456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DCB20-0E3D-AA35-F6F1-FB8435F3C6BF}"/>
              </a:ext>
            </a:extLst>
          </p:cNvPr>
          <p:cNvSpPr>
            <a:spLocks noGrp="1"/>
          </p:cNvSpPr>
          <p:nvPr>
            <p:ph type="title"/>
          </p:nvPr>
        </p:nvSpPr>
        <p:spPr>
          <a:xfrm>
            <a:off x="242436" y="170866"/>
            <a:ext cx="11041380" cy="707439"/>
          </a:xfrm>
        </p:spPr>
        <p:txBody>
          <a:bodyPr/>
          <a:lstStyle/>
          <a:p>
            <a:r>
              <a:rPr lang="en-US" sz="4000" b="1" dirty="0">
                <a:solidFill>
                  <a:srgbClr val="002060"/>
                </a:solidFill>
                <a:latin typeface="Times New Roman" panose="02020603050405020304" pitchFamily="18" charset="0"/>
                <a:cs typeface="Times New Roman" panose="02020603050405020304" pitchFamily="18" charset="0"/>
              </a:rPr>
              <a:t>Reference</a:t>
            </a:r>
          </a:p>
        </p:txBody>
      </p:sp>
      <p:sp>
        <p:nvSpPr>
          <p:cNvPr id="3" name="Content Placeholder 2">
            <a:extLst>
              <a:ext uri="{FF2B5EF4-FFF2-40B4-BE49-F238E27FC236}">
                <a16:creationId xmlns:a16="http://schemas.microsoft.com/office/drawing/2014/main" id="{E0FBD3BB-6464-551F-4637-59C19E60BC35}"/>
              </a:ext>
            </a:extLst>
          </p:cNvPr>
          <p:cNvSpPr>
            <a:spLocks noGrp="1"/>
          </p:cNvSpPr>
          <p:nvPr>
            <p:ph idx="1"/>
          </p:nvPr>
        </p:nvSpPr>
        <p:spPr>
          <a:xfrm>
            <a:off x="326656" y="878305"/>
            <a:ext cx="12198217" cy="6761748"/>
          </a:xfrm>
        </p:spPr>
        <p:txBody>
          <a:bodyPr>
            <a:normAutofit fontScale="92500" lnSpcReduction="20000"/>
          </a:bodyPr>
          <a:lstStyle/>
          <a:p>
            <a:pPr marL="228600" indent="-228600">
              <a:buFont typeface="+mj-lt"/>
              <a:buAutoNum type="arabicPeriod"/>
            </a:pPr>
            <a:r>
              <a:rPr lang="en-US" sz="1400" dirty="0"/>
              <a:t> Cheng-Ta Chiang; Liang-Yu Chien “A Pitaya Dye-Sensitized Solar Cell Monitor for Environmental Sunlight Intensity Detection” IEEE Sensors Journal, 19-11, 03 February 2019.</a:t>
            </a:r>
          </a:p>
          <a:p>
            <a:pPr marL="228600" indent="-228600">
              <a:buFont typeface="+mj-lt"/>
              <a:buAutoNum type="arabicPeriod"/>
            </a:pPr>
            <a:r>
              <a:rPr lang="en-US" sz="1400" dirty="0" err="1"/>
              <a:t>Saswat</a:t>
            </a:r>
            <a:r>
              <a:rPr lang="en-US" sz="1400" dirty="0"/>
              <a:t> Kumar Ram; </a:t>
            </a:r>
            <a:r>
              <a:rPr lang="en-US" sz="1400" dirty="0" err="1"/>
              <a:t>Sauvagya</a:t>
            </a:r>
            <a:r>
              <a:rPr lang="en-US" sz="1400" dirty="0"/>
              <a:t> Ranjan Sahoo; Banee Bandana Das; </a:t>
            </a:r>
            <a:r>
              <a:rPr lang="en-US" sz="1400" dirty="0" err="1"/>
              <a:t>Kamalakanta</a:t>
            </a:r>
            <a:r>
              <a:rPr lang="en-US" sz="1400" dirty="0"/>
              <a:t> Mahapatra; </a:t>
            </a:r>
            <a:r>
              <a:rPr lang="en-US" sz="1400" dirty="0" err="1"/>
              <a:t>Saraju</a:t>
            </a:r>
            <a:r>
              <a:rPr lang="en-US" sz="1400" dirty="0"/>
              <a:t> P. Mohanty “Eternal-Thing: A Secure Aging-Aware Solar-Energy Harvester Thing for Sustainable IoT” IEEE Transactions on Sustainable Computing, 6-2, 15 April 2020.</a:t>
            </a:r>
          </a:p>
          <a:p>
            <a:pPr marL="228600" indent="-228600">
              <a:buFont typeface="+mj-lt"/>
              <a:buAutoNum type="arabicPeriod"/>
            </a:pPr>
            <a:r>
              <a:rPr lang="en-US" sz="1400" dirty="0"/>
              <a:t>Tai-Yeon Ku; Wan-Ki Park; Hoon Choi “ESS Simulation based on PV Generation Prediction” 2018 International Conference on Information and Communication Technology Convergence (ICTC), 18 November 2018.	</a:t>
            </a:r>
          </a:p>
          <a:p>
            <a:pPr marL="228600" indent="-228600">
              <a:buFont typeface="+mj-lt"/>
              <a:buAutoNum type="arabicPeriod"/>
            </a:pPr>
            <a:r>
              <a:rPr lang="en-US" sz="1400" dirty="0"/>
              <a:t>Abdelrahman Ahmed; Sobhy Abdelkader; Ehab Ayman “IoT-based optimization of microgrid operation” 2023 24th International Middle East Power System Conference (MEPCON), 18 March 2024.</a:t>
            </a:r>
          </a:p>
          <a:p>
            <a:pPr marL="228600" indent="-228600">
              <a:buFont typeface="+mj-lt"/>
              <a:buAutoNum type="arabicPeriod"/>
            </a:pPr>
            <a:r>
              <a:rPr lang="en-US" sz="1400" dirty="0"/>
              <a:t>George Y. Odongo; Richard </a:t>
            </a:r>
            <a:r>
              <a:rPr lang="en-US" sz="1400" dirty="0" err="1"/>
              <a:t>Musabe</a:t>
            </a:r>
            <a:r>
              <a:rPr lang="en-US" sz="1400" dirty="0"/>
              <a:t>; Damien Hanyurwimfura; Abubakar Diwani Bakari “An Efficient LoRa-Enabled Smart Fault Detection and Monitoring Platform for the Power Distribution System Using Self-Powered IoT Devices” IEEE Access (Volume: 10), 07 July 2022.</a:t>
            </a:r>
          </a:p>
          <a:p>
            <a:pPr marL="228600" indent="-228600">
              <a:buFont typeface="+mj-lt"/>
              <a:buAutoNum type="arabicPeriod"/>
            </a:pPr>
            <a:r>
              <a:rPr lang="en-US" sz="1400" dirty="0"/>
              <a:t>Isa Hafidz; </a:t>
            </a:r>
            <a:r>
              <a:rPr lang="en-US" sz="1400" dirty="0" err="1"/>
              <a:t>Ardyono</a:t>
            </a:r>
            <a:r>
              <a:rPr lang="en-US" sz="1400" dirty="0"/>
              <a:t> </a:t>
            </a:r>
            <a:r>
              <a:rPr lang="en-US" sz="1400" dirty="0" err="1"/>
              <a:t>Priyadi</a:t>
            </a:r>
            <a:r>
              <a:rPr lang="en-US" sz="1400" dirty="0"/>
              <a:t>; Margo </a:t>
            </a:r>
            <a:r>
              <a:rPr lang="en-US" sz="1400" dirty="0" err="1"/>
              <a:t>Pujiantara</a:t>
            </a:r>
            <a:r>
              <a:rPr lang="en-US" sz="1400" dirty="0"/>
              <a:t>; Dimas Okky </a:t>
            </a:r>
            <a:r>
              <a:rPr lang="en-US" sz="1400" dirty="0" err="1"/>
              <a:t>Anggriawan</a:t>
            </a:r>
            <a:r>
              <a:rPr lang="en-US" sz="1400" dirty="0"/>
              <a:t>; </a:t>
            </a:r>
            <a:r>
              <a:rPr lang="en-US" sz="1400" dirty="0" err="1"/>
              <a:t>Mauridhi</a:t>
            </a:r>
            <a:r>
              <a:rPr lang="en-US" sz="1400" dirty="0"/>
              <a:t> Hery Purnomo “Development of IoT-Based Portable Power Quality Monitoring on Microgrids by Enhancing Protection Features” IEEE Access (Volume: 11), 15 May 2023.</a:t>
            </a:r>
          </a:p>
          <a:p>
            <a:pPr marL="228600" indent="-228600">
              <a:buFont typeface="+mj-lt"/>
              <a:buAutoNum type="arabicPeriod"/>
            </a:pPr>
            <a:r>
              <a:rPr lang="en-US" sz="1400" dirty="0"/>
              <a:t>Dan Zheng; </a:t>
            </a:r>
            <a:r>
              <a:rPr lang="en-US" sz="1400" dirty="0" err="1"/>
              <a:t>Fushuan</a:t>
            </a:r>
            <a:r>
              <a:rPr lang="en-US" sz="1400" dirty="0"/>
              <a:t> Wen; </a:t>
            </a:r>
            <a:r>
              <a:rPr lang="en-US" sz="1400" dirty="0" err="1"/>
              <a:t>Jiansheng</a:t>
            </a:r>
            <a:r>
              <a:rPr lang="en-US" sz="1400" dirty="0"/>
              <a:t> Huang “Optimal planning of battery swap stations” International Conference on Sustainable Power Generation and Supply (SUPERGEN 2012), 04 April 2013.</a:t>
            </a:r>
          </a:p>
          <a:p>
            <a:pPr marL="228600" indent="-228600">
              <a:buFont typeface="+mj-lt"/>
              <a:buAutoNum type="arabicPeriod"/>
            </a:pPr>
            <a:r>
              <a:rPr lang="en-US" sz="1400" dirty="0"/>
              <a:t>Bansilal Bairwa; Mrinal </a:t>
            </a:r>
            <a:r>
              <a:rPr lang="en-US" sz="1400" dirty="0" err="1"/>
              <a:t>Sarvagya</a:t>
            </a:r>
            <a:r>
              <a:rPr lang="en-US" sz="1400" dirty="0"/>
              <a:t>; Sanjeeva Kumar; Arpita Banik “Battery Swapping Mobile Service Station for Electric Vehicles Application” 2021 Second International Conference on Smart Technologies in Computing, Electrical and Electronics (ICSTCEE), 15 February 2022.</a:t>
            </a:r>
          </a:p>
          <a:p>
            <a:pPr marL="228600" indent="-228600">
              <a:buFont typeface="+mj-lt"/>
              <a:buAutoNum type="arabicPeriod"/>
            </a:pPr>
            <a:r>
              <a:rPr lang="en-US" sz="1400" dirty="0"/>
              <a:t>Xian Zhang; </a:t>
            </a:r>
            <a:r>
              <a:rPr lang="en-US" sz="1400" dirty="0" err="1"/>
              <a:t>Guibin</a:t>
            </a:r>
            <a:r>
              <a:rPr lang="en-US" sz="1400" dirty="0"/>
              <a:t> Wang “Optimal dispatch of electric vehicle batteries between battery swapping stations and charging stations” 2016 IEEE Power and Energy Society General Meeting (PESGM), 14 November 2016.</a:t>
            </a:r>
          </a:p>
          <a:p>
            <a:pPr marL="228600" indent="-228600">
              <a:buFont typeface="+mj-lt"/>
              <a:buAutoNum type="arabicPeriod"/>
            </a:pPr>
            <a:r>
              <a:rPr lang="en-US" sz="1400" dirty="0"/>
              <a:t>Sayantika Sikdar; Madhavi Damle “IoT Solutions for Electric Vehicles (EV) Charging Stations: A Driving Force Towards EV Mass Adoption” 2022 International Interdisciplinary Humanitarian Conference for Sustainability (IIHC), 17 March 2023.</a:t>
            </a:r>
          </a:p>
          <a:p>
            <a:pPr marL="228600" indent="-228600">
              <a:buFont typeface="+mj-lt"/>
              <a:buAutoNum type="arabicPeriod"/>
            </a:pPr>
            <a:r>
              <a:rPr lang="en-US" sz="1400" dirty="0"/>
              <a:t>Ashutosh Vijay </a:t>
            </a:r>
            <a:r>
              <a:rPr lang="en-US" sz="1400" dirty="0" err="1"/>
              <a:t>Panchbhai</a:t>
            </a:r>
            <a:r>
              <a:rPr lang="en-US" sz="1400" dirty="0"/>
              <a:t>; Ramakrishnan Raman; Chintan </a:t>
            </a:r>
            <a:r>
              <a:rPr lang="en-US" sz="1400" dirty="0" err="1"/>
              <a:t>Bhupeshbhai</a:t>
            </a:r>
            <a:r>
              <a:rPr lang="en-US" sz="1400" dirty="0"/>
              <a:t> Thacker; S. </a:t>
            </a:r>
            <a:r>
              <a:rPr lang="en-US" sz="1400" dirty="0" err="1"/>
              <a:t>Muthumarilakshmi</a:t>
            </a:r>
            <a:r>
              <a:rPr lang="en-US" sz="1400" dirty="0"/>
              <a:t>; S. Murugan “Residential Electric Vehicle Charging Station Using the Internet of Things” 2023 International Conference on Power Energy, Environment &amp; Intelligent Control (PEEIC), 13 March 2024.</a:t>
            </a:r>
          </a:p>
          <a:p>
            <a:pPr marL="228600" indent="-228600">
              <a:buFont typeface="+mj-lt"/>
              <a:buAutoNum type="arabicPeriod"/>
            </a:pPr>
            <a:r>
              <a:rPr lang="en-US" sz="1400" dirty="0"/>
              <a:t>S. Arulmozhi; M. </a:t>
            </a:r>
            <a:r>
              <a:rPr lang="en-US" sz="1400" dirty="0" err="1"/>
              <a:t>Abiramavalli</a:t>
            </a:r>
            <a:r>
              <a:rPr lang="en-US" sz="1400" dirty="0"/>
              <a:t>; </a:t>
            </a:r>
            <a:r>
              <a:rPr lang="en-US" sz="1400" dirty="0" err="1"/>
              <a:t>M.B.Diviya</a:t>
            </a:r>
            <a:r>
              <a:rPr lang="en-US" sz="1400" dirty="0"/>
              <a:t> Bhavaani; S. </a:t>
            </a:r>
            <a:r>
              <a:rPr lang="en-US" sz="1400" dirty="0" err="1"/>
              <a:t>Loganayagi</a:t>
            </a:r>
            <a:r>
              <a:rPr lang="en-US" sz="1400" dirty="0"/>
              <a:t> “IoT enabled E-Vehicle Charging System with Battery Monitoring and Charge Scheduling” 2023 First International Conference on Cyber Physical Systems, Power Electronics and Electric Vehicles (ICPEEV), 19 January 2024.</a:t>
            </a:r>
          </a:p>
          <a:p>
            <a:pPr marL="228600" indent="-228600">
              <a:buFont typeface="+mj-lt"/>
              <a:buAutoNum type="arabicPeriod"/>
            </a:pPr>
            <a:r>
              <a:rPr lang="en-US" sz="1400" dirty="0"/>
              <a:t>Joe-Air Jiang; Jen-Cheng Wang; Hung-Shuo Wu; Chien-Hsing Lee; Cheng-Ying Chou; Li-Cheng Wu “A Novel Sensor Placement Strategy for an IoT-Based Power Grid Monitoring System” IEEE Internet of Things Journal, 7-8, 30 April 2020.</a:t>
            </a:r>
          </a:p>
          <a:p>
            <a:pPr marL="228600" indent="-228600">
              <a:buFont typeface="+mj-lt"/>
              <a:buAutoNum type="arabicPeriod"/>
            </a:pPr>
            <a:r>
              <a:rPr lang="en-US" sz="1400" dirty="0"/>
              <a:t>Enrique A. Sanabria-Torres; Adriana C. Luna; Nelson L. Diaz; Fabio Andrade-Rengifo “State-of-Charge Equalizations Comparison in a Multi-prosumer Environment Based on Real-Time Energy Management Systems with IoT-Support” 2023 IEEE Applied Power Electronics Conference and Exposition (APEC), 31 May 2023.</a:t>
            </a:r>
          </a:p>
          <a:p>
            <a:pPr marL="228600" indent="-228600">
              <a:buFont typeface="+mj-lt"/>
              <a:buAutoNum type="arabicPeriod"/>
            </a:pPr>
            <a:r>
              <a:rPr lang="en-US" sz="1400" dirty="0"/>
              <a:t>Santosh Kumar Tripathi; Swati Maurya; Aditi Dubey; Prakhar Pal; Aparna Tiwari “IoT Based Electrical Vehicle Battery Management System with Charge Monitor and Fire Protection” 2024 3rd International conference on Power Electronics and IoT Applications in Renewable Energy and its Control (PARC), 04 April 2024.</a:t>
            </a:r>
          </a:p>
          <a:p>
            <a:pPr marL="228600" indent="-228600">
              <a:buFont typeface="+mj-lt"/>
              <a:buAutoNum type="arabicPeriod"/>
            </a:pPr>
            <a:r>
              <a:rPr lang="en-US" sz="1400" dirty="0"/>
              <a:t>Mersin, Türkiye “An IoT -based Power Management System for EV Chargers” 6th Advanced Engineering Days (AED), 5 March 2023.</a:t>
            </a:r>
          </a:p>
        </p:txBody>
      </p:sp>
    </p:spTree>
    <p:extLst>
      <p:ext uri="{BB962C8B-B14F-4D97-AF65-F5344CB8AC3E}">
        <p14:creationId xmlns:p14="http://schemas.microsoft.com/office/powerpoint/2010/main" val="117635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493A6-D730-0025-8CED-689ED025C0FB}"/>
              </a:ext>
            </a:extLst>
          </p:cNvPr>
          <p:cNvSpPr>
            <a:spLocks noGrp="1"/>
          </p:cNvSpPr>
          <p:nvPr>
            <p:ph type="title"/>
          </p:nvPr>
        </p:nvSpPr>
        <p:spPr/>
        <p:txBody>
          <a:bodyPr/>
          <a:lstStyle/>
          <a:p>
            <a:r>
              <a:rPr lang="en-US" dirty="0">
                <a:solidFill>
                  <a:srgbClr val="002060"/>
                </a:solidFill>
                <a:latin typeface="ADLaM Display" panose="02010000000000000000" pitchFamily="2" charset="0"/>
                <a:ea typeface="ADLaM Display" panose="02010000000000000000" pitchFamily="2" charset="0"/>
                <a:cs typeface="ADLaM Display" panose="02010000000000000000" pitchFamily="2" charset="0"/>
              </a:rPr>
              <a:t>Thankyou </a:t>
            </a:r>
          </a:p>
        </p:txBody>
      </p:sp>
      <p:graphicFrame>
        <p:nvGraphicFramePr>
          <p:cNvPr id="4" name="Diagram 3">
            <a:extLst>
              <a:ext uri="{FF2B5EF4-FFF2-40B4-BE49-F238E27FC236}">
                <a16:creationId xmlns:a16="http://schemas.microsoft.com/office/drawing/2014/main" id="{9B7A4331-4986-E3A6-78F4-119E982D26D8}"/>
              </a:ext>
            </a:extLst>
          </p:cNvPr>
          <p:cNvGraphicFramePr/>
          <p:nvPr>
            <p:extLst>
              <p:ext uri="{D42A27DB-BD31-4B8C-83A1-F6EECF244321}">
                <p14:modId xmlns:p14="http://schemas.microsoft.com/office/powerpoint/2010/main" val="616785231"/>
              </p:ext>
            </p:extLst>
          </p:nvPr>
        </p:nvGraphicFramePr>
        <p:xfrm>
          <a:off x="342900" y="2245836"/>
          <a:ext cx="12275820" cy="34632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Arrow: Chevron 4">
            <a:extLst>
              <a:ext uri="{FF2B5EF4-FFF2-40B4-BE49-F238E27FC236}">
                <a16:creationId xmlns:a16="http://schemas.microsoft.com/office/drawing/2014/main" id="{F903DDDF-0C3E-1824-4E65-F64297753760}"/>
              </a:ext>
            </a:extLst>
          </p:cNvPr>
          <p:cNvSpPr/>
          <p:nvPr/>
        </p:nvSpPr>
        <p:spPr>
          <a:xfrm rot="5400000">
            <a:off x="522922" y="3774757"/>
            <a:ext cx="2005965" cy="845820"/>
          </a:xfrm>
          <a:prstGeom prst="chevron">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Arrow: Chevron 5">
            <a:extLst>
              <a:ext uri="{FF2B5EF4-FFF2-40B4-BE49-F238E27FC236}">
                <a16:creationId xmlns:a16="http://schemas.microsoft.com/office/drawing/2014/main" id="{908E439D-AAEC-6D44-09C9-C6773BCC144E}"/>
              </a:ext>
            </a:extLst>
          </p:cNvPr>
          <p:cNvSpPr/>
          <p:nvPr/>
        </p:nvSpPr>
        <p:spPr>
          <a:xfrm rot="5400000">
            <a:off x="946783" y="3886199"/>
            <a:ext cx="1158242" cy="622936"/>
          </a:xfrm>
          <a:prstGeom prst="chevron">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6961873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1326</TotalTime>
  <Words>1396</Words>
  <Application>Microsoft Office PowerPoint</Application>
  <PresentationFormat>Custom</PresentationFormat>
  <Paragraphs>147</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ADLaM Display</vt:lpstr>
      <vt:lpstr>Aptos</vt:lpstr>
      <vt:lpstr>Aptos Display</vt:lpstr>
      <vt:lpstr>Arial</vt:lpstr>
      <vt:lpstr>Times New Roman</vt:lpstr>
      <vt:lpstr>Office Theme</vt:lpstr>
      <vt:lpstr>Title –  Design of IOT Architecture for Battery Charging Management System</vt:lpstr>
      <vt:lpstr>Outline</vt:lpstr>
      <vt:lpstr>Problem Formulation (Current Trends &amp; Technology)</vt:lpstr>
      <vt:lpstr>Bridging the Gap in Sustainable EV Charging</vt:lpstr>
      <vt:lpstr>Methodology &amp; Design</vt:lpstr>
      <vt:lpstr>System Design &amp; Validation</vt:lpstr>
      <vt:lpstr>Implementation</vt:lpstr>
      <vt:lpstr>Project overview</vt:lpstr>
      <vt:lpstr>Reference</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Jagadeesh .</dc:creator>
  <cp:lastModifiedBy>Jagadeesh .</cp:lastModifiedBy>
  <cp:revision>304</cp:revision>
  <dcterms:created xsi:type="dcterms:W3CDTF">2025-02-03T03:35:17Z</dcterms:created>
  <dcterms:modified xsi:type="dcterms:W3CDTF">2025-03-17T11:38:25Z</dcterms:modified>
</cp:coreProperties>
</file>